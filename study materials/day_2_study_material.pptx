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91" r:id="rId3"/>
    <p:sldId id="257" r:id="rId4"/>
    <p:sldId id="292" r:id="rId5"/>
    <p:sldId id="293"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319" r:id="rId32"/>
    <p:sldId id="320" r:id="rId33"/>
    <p:sldId id="322" r:id="rId34"/>
    <p:sldId id="321"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75367E-EC83-438A-905A-1FDB4059A7CA}" v="5" dt="2026-06-16T07:45:22.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3725" autoAdjust="0"/>
  </p:normalViewPr>
  <p:slideViewPr>
    <p:cSldViewPr snapToGrid="0">
      <p:cViewPr varScale="1">
        <p:scale>
          <a:sx n="77" d="100"/>
          <a:sy n="77" d="100"/>
        </p:scale>
        <p:origin x="11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 Gopalakrishnan" userId="d8b748a0ad7c7b3a" providerId="LiveId" clId="{59FD0868-84F1-432F-883D-B36E85A19EB2}"/>
    <pc:docChg chg="undo custSel addSld modSld sldOrd">
      <pc:chgData name="Ashok Gopalakrishnan" userId="d8b748a0ad7c7b3a" providerId="LiveId" clId="{59FD0868-84F1-432F-883D-B36E85A19EB2}" dt="2026-06-16T07:45:57.210" v="1014" actId="207"/>
      <pc:docMkLst>
        <pc:docMk/>
      </pc:docMkLst>
      <pc:sldChg chg="addSp modSp mod">
        <pc:chgData name="Ashok Gopalakrishnan" userId="d8b748a0ad7c7b3a" providerId="LiveId" clId="{59FD0868-84F1-432F-883D-B36E85A19EB2}" dt="2026-06-16T03:16:10.226" v="25" actId="1076"/>
        <pc:sldMkLst>
          <pc:docMk/>
          <pc:sldMk cId="249481874" sldId="257"/>
        </pc:sldMkLst>
        <pc:spChg chg="mod">
          <ac:chgData name="Ashok Gopalakrishnan" userId="d8b748a0ad7c7b3a" providerId="LiveId" clId="{59FD0868-84F1-432F-883D-B36E85A19EB2}" dt="2026-06-16T03:16:10.226" v="25" actId="1076"/>
          <ac:spMkLst>
            <pc:docMk/>
            <pc:sldMk cId="249481874" sldId="257"/>
            <ac:spMk id="10" creationId="{BCA22C73-EA54-7046-458D-43CF4AE0F8C0}"/>
          </ac:spMkLst>
        </pc:spChg>
        <pc:spChg chg="add mod">
          <ac:chgData name="Ashok Gopalakrishnan" userId="d8b748a0ad7c7b3a" providerId="LiveId" clId="{59FD0868-84F1-432F-883D-B36E85A19EB2}" dt="2026-06-16T03:15:49.881" v="21" actId="123"/>
          <ac:spMkLst>
            <pc:docMk/>
            <pc:sldMk cId="249481874" sldId="257"/>
            <ac:spMk id="16" creationId="{271D3ED2-0187-3F6A-41ED-73DCE9BD6852}"/>
          </ac:spMkLst>
        </pc:spChg>
      </pc:sldChg>
      <pc:sldChg chg="addSp delSp modSp mod">
        <pc:chgData name="Ashok Gopalakrishnan" userId="d8b748a0ad7c7b3a" providerId="LiveId" clId="{59FD0868-84F1-432F-883D-B36E85A19EB2}" dt="2026-06-16T03:14:31.435" v="14" actId="14100"/>
        <pc:sldMkLst>
          <pc:docMk/>
          <pc:sldMk cId="3427709196" sldId="291"/>
        </pc:sldMkLst>
        <pc:picChg chg="del">
          <ac:chgData name="Ashok Gopalakrishnan" userId="d8b748a0ad7c7b3a" providerId="LiveId" clId="{59FD0868-84F1-432F-883D-B36E85A19EB2}" dt="2026-06-16T03:13:56.955" v="6" actId="478"/>
          <ac:picMkLst>
            <pc:docMk/>
            <pc:sldMk cId="3427709196" sldId="291"/>
            <ac:picMk id="4" creationId="{FE31EB90-904A-35F0-3BDE-53BE7D15AE12}"/>
          </ac:picMkLst>
        </pc:picChg>
        <pc:picChg chg="add mod">
          <ac:chgData name="Ashok Gopalakrishnan" userId="d8b748a0ad7c7b3a" providerId="LiveId" clId="{59FD0868-84F1-432F-883D-B36E85A19EB2}" dt="2026-06-16T03:14:31.435" v="14" actId="14100"/>
          <ac:picMkLst>
            <pc:docMk/>
            <pc:sldMk cId="3427709196" sldId="291"/>
            <ac:picMk id="6" creationId="{2AA7222B-FBD8-4E50-AEB2-E41EB8F979D1}"/>
          </ac:picMkLst>
        </pc:picChg>
      </pc:sldChg>
      <pc:sldChg chg="addSp delSp modSp add mod">
        <pc:chgData name="Ashok Gopalakrishnan" userId="d8b748a0ad7c7b3a" providerId="LiveId" clId="{59FD0868-84F1-432F-883D-B36E85A19EB2}" dt="2026-06-16T03:22:50.516" v="78" actId="20577"/>
        <pc:sldMkLst>
          <pc:docMk/>
          <pc:sldMk cId="163979546" sldId="292"/>
        </pc:sldMkLst>
        <pc:spChg chg="add mod">
          <ac:chgData name="Ashok Gopalakrishnan" userId="d8b748a0ad7c7b3a" providerId="LiveId" clId="{59FD0868-84F1-432F-883D-B36E85A19EB2}" dt="2026-06-16T03:22:34.924" v="75" actId="1076"/>
          <ac:spMkLst>
            <pc:docMk/>
            <pc:sldMk cId="163979546" sldId="292"/>
            <ac:spMk id="3" creationId="{717E9703-C24B-86D2-0BC1-43B7694933C1}"/>
          </ac:spMkLst>
        </pc:spChg>
        <pc:spChg chg="del">
          <ac:chgData name="Ashok Gopalakrishnan" userId="d8b748a0ad7c7b3a" providerId="LiveId" clId="{59FD0868-84F1-432F-883D-B36E85A19EB2}" dt="2026-06-16T03:11:33.849" v="1" actId="478"/>
          <ac:spMkLst>
            <pc:docMk/>
            <pc:sldMk cId="163979546" sldId="292"/>
            <ac:spMk id="5" creationId="{C0846519-EFAB-0F70-0AE4-2CCC2108A2A2}"/>
          </ac:spMkLst>
        </pc:spChg>
        <pc:spChg chg="add mod">
          <ac:chgData name="Ashok Gopalakrishnan" userId="d8b748a0ad7c7b3a" providerId="LiveId" clId="{59FD0868-84F1-432F-883D-B36E85A19EB2}" dt="2026-06-16T03:22:50.516" v="78" actId="20577"/>
          <ac:spMkLst>
            <pc:docMk/>
            <pc:sldMk cId="163979546" sldId="292"/>
            <ac:spMk id="6" creationId="{693BAD78-61BE-5A27-055D-865B7BEDDE00}"/>
          </ac:spMkLst>
        </pc:spChg>
        <pc:spChg chg="del">
          <ac:chgData name="Ashok Gopalakrishnan" userId="d8b748a0ad7c7b3a" providerId="LiveId" clId="{59FD0868-84F1-432F-883D-B36E85A19EB2}" dt="2026-06-16T03:11:36.782" v="2" actId="478"/>
          <ac:spMkLst>
            <pc:docMk/>
            <pc:sldMk cId="163979546" sldId="292"/>
            <ac:spMk id="7" creationId="{AEE9C430-2BB3-4196-6CF1-E641A0A6AA15}"/>
          </ac:spMkLst>
        </pc:spChg>
        <pc:spChg chg="del">
          <ac:chgData name="Ashok Gopalakrishnan" userId="d8b748a0ad7c7b3a" providerId="LiveId" clId="{59FD0868-84F1-432F-883D-B36E85A19EB2}" dt="2026-06-16T03:11:44.403" v="5" actId="478"/>
          <ac:spMkLst>
            <pc:docMk/>
            <pc:sldMk cId="163979546" sldId="292"/>
            <ac:spMk id="10" creationId="{7CDD2FF2-D1CC-EE9C-AFC2-023BDEDECC0B}"/>
          </ac:spMkLst>
        </pc:spChg>
        <pc:spChg chg="del">
          <ac:chgData name="Ashok Gopalakrishnan" userId="d8b748a0ad7c7b3a" providerId="LiveId" clId="{59FD0868-84F1-432F-883D-B36E85A19EB2}" dt="2026-06-16T03:11:39.643" v="3" actId="478"/>
          <ac:spMkLst>
            <pc:docMk/>
            <pc:sldMk cId="163979546" sldId="292"/>
            <ac:spMk id="11" creationId="{2D6D0E5C-B829-0FAA-03C2-675EABBB2825}"/>
          </ac:spMkLst>
        </pc:spChg>
        <pc:spChg chg="add mod">
          <ac:chgData name="Ashok Gopalakrishnan" userId="d8b748a0ad7c7b3a" providerId="LiveId" clId="{59FD0868-84F1-432F-883D-B36E85A19EB2}" dt="2026-06-16T03:22:43.816" v="77" actId="1076"/>
          <ac:spMkLst>
            <pc:docMk/>
            <pc:sldMk cId="163979546" sldId="292"/>
            <ac:spMk id="12" creationId="{AE52A8EC-A588-C9FD-954B-28E7E76417F8}"/>
          </ac:spMkLst>
        </pc:spChg>
        <pc:spChg chg="del">
          <ac:chgData name="Ashok Gopalakrishnan" userId="d8b748a0ad7c7b3a" providerId="LiveId" clId="{59FD0868-84F1-432F-883D-B36E85A19EB2}" dt="2026-06-16T03:11:42.032" v="4" actId="478"/>
          <ac:spMkLst>
            <pc:docMk/>
            <pc:sldMk cId="163979546" sldId="292"/>
            <ac:spMk id="14" creationId="{E8DA6BA7-94E8-F1F7-102C-EAF7B4EAEDCE}"/>
          </ac:spMkLst>
        </pc:spChg>
      </pc:sldChg>
      <pc:sldChg chg="addSp delSp modSp add mod">
        <pc:chgData name="Ashok Gopalakrishnan" userId="d8b748a0ad7c7b3a" providerId="LiveId" clId="{59FD0868-84F1-432F-883D-B36E85A19EB2}" dt="2026-06-16T03:25:55.937" v="117" actId="207"/>
        <pc:sldMkLst>
          <pc:docMk/>
          <pc:sldMk cId="2239547744" sldId="293"/>
        </pc:sldMkLst>
        <pc:spChg chg="del">
          <ac:chgData name="Ashok Gopalakrishnan" userId="d8b748a0ad7c7b3a" providerId="LiveId" clId="{59FD0868-84F1-432F-883D-B36E85A19EB2}" dt="2026-06-16T03:23:11.548" v="82" actId="478"/>
          <ac:spMkLst>
            <pc:docMk/>
            <pc:sldMk cId="2239547744" sldId="293"/>
            <ac:spMk id="3" creationId="{B00A82CE-0310-A76C-946B-607ED3832D11}"/>
          </ac:spMkLst>
        </pc:spChg>
        <pc:spChg chg="add mod">
          <ac:chgData name="Ashok Gopalakrishnan" userId="d8b748a0ad7c7b3a" providerId="LiveId" clId="{59FD0868-84F1-432F-883D-B36E85A19EB2}" dt="2026-06-16T03:25:55.937" v="117" actId="207"/>
          <ac:spMkLst>
            <pc:docMk/>
            <pc:sldMk cId="2239547744" sldId="293"/>
            <ac:spMk id="4" creationId="{409E581A-B231-2A15-E74A-DCB37046FB34}"/>
          </ac:spMkLst>
        </pc:spChg>
        <pc:spChg chg="del">
          <ac:chgData name="Ashok Gopalakrishnan" userId="d8b748a0ad7c7b3a" providerId="LiveId" clId="{59FD0868-84F1-432F-883D-B36E85A19EB2}" dt="2026-06-16T03:23:06.068" v="80" actId="478"/>
          <ac:spMkLst>
            <pc:docMk/>
            <pc:sldMk cId="2239547744" sldId="293"/>
            <ac:spMk id="6" creationId="{BB8CCAAC-72C8-C9CD-F3EA-27AD42D99F9C}"/>
          </ac:spMkLst>
        </pc:spChg>
        <pc:spChg chg="del">
          <ac:chgData name="Ashok Gopalakrishnan" userId="d8b748a0ad7c7b3a" providerId="LiveId" clId="{59FD0868-84F1-432F-883D-B36E85A19EB2}" dt="2026-06-16T03:23:09.169" v="81" actId="478"/>
          <ac:spMkLst>
            <pc:docMk/>
            <pc:sldMk cId="2239547744" sldId="293"/>
            <ac:spMk id="12" creationId="{C59D3859-DD8D-AA05-1804-5925FC03BDFB}"/>
          </ac:spMkLst>
        </pc:spChg>
      </pc:sldChg>
      <pc:sldChg chg="addSp delSp modSp add mod">
        <pc:chgData name="Ashok Gopalakrishnan" userId="d8b748a0ad7c7b3a" providerId="LiveId" clId="{59FD0868-84F1-432F-883D-B36E85A19EB2}" dt="2026-06-16T04:05:13.669" v="138" actId="123"/>
        <pc:sldMkLst>
          <pc:docMk/>
          <pc:sldMk cId="2195559311" sldId="294"/>
        </pc:sldMkLst>
        <pc:spChg chg="add mod">
          <ac:chgData name="Ashok Gopalakrishnan" userId="d8b748a0ad7c7b3a" providerId="LiveId" clId="{59FD0868-84F1-432F-883D-B36E85A19EB2}" dt="2026-06-16T04:03:29.186" v="125" actId="123"/>
          <ac:spMkLst>
            <pc:docMk/>
            <pc:sldMk cId="2195559311" sldId="294"/>
            <ac:spMk id="3" creationId="{84EAA012-93F2-3CDA-B71A-1EE682A16993}"/>
          </ac:spMkLst>
        </pc:spChg>
        <pc:spChg chg="del">
          <ac:chgData name="Ashok Gopalakrishnan" userId="d8b748a0ad7c7b3a" providerId="LiveId" clId="{59FD0868-84F1-432F-883D-B36E85A19EB2}" dt="2026-06-16T04:00:42.101" v="119" actId="478"/>
          <ac:spMkLst>
            <pc:docMk/>
            <pc:sldMk cId="2195559311" sldId="294"/>
            <ac:spMk id="4" creationId="{C1717ED2-E6DD-9D8E-ABD7-DC0B505A85A8}"/>
          </ac:spMkLst>
        </pc:spChg>
        <pc:spChg chg="add mod">
          <ac:chgData name="Ashok Gopalakrishnan" userId="d8b748a0ad7c7b3a" providerId="LiveId" clId="{59FD0868-84F1-432F-883D-B36E85A19EB2}" dt="2026-06-16T04:04:16.879" v="131" actId="123"/>
          <ac:spMkLst>
            <pc:docMk/>
            <pc:sldMk cId="2195559311" sldId="294"/>
            <ac:spMk id="6" creationId="{BCCD27FF-211E-105D-5917-1663CAC6F6A9}"/>
          </ac:spMkLst>
        </pc:spChg>
        <pc:spChg chg="add mod">
          <ac:chgData name="Ashok Gopalakrishnan" userId="d8b748a0ad7c7b3a" providerId="LiveId" clId="{59FD0868-84F1-432F-883D-B36E85A19EB2}" dt="2026-06-16T04:05:13.669" v="138" actId="123"/>
          <ac:spMkLst>
            <pc:docMk/>
            <pc:sldMk cId="2195559311" sldId="294"/>
            <ac:spMk id="9" creationId="{F587F70F-050F-882E-601E-710E7AB94A69}"/>
          </ac:spMkLst>
        </pc:spChg>
      </pc:sldChg>
      <pc:sldChg chg="addSp delSp modSp add mod">
        <pc:chgData name="Ashok Gopalakrishnan" userId="d8b748a0ad7c7b3a" providerId="LiveId" clId="{59FD0868-84F1-432F-883D-B36E85A19EB2}" dt="2026-06-16T04:08:26.681" v="167" actId="207"/>
        <pc:sldMkLst>
          <pc:docMk/>
          <pc:sldMk cId="531831917" sldId="295"/>
        </pc:sldMkLst>
        <pc:spChg chg="del">
          <ac:chgData name="Ashok Gopalakrishnan" userId="d8b748a0ad7c7b3a" providerId="LiveId" clId="{59FD0868-84F1-432F-883D-B36E85A19EB2}" dt="2026-06-16T04:05:29.959" v="140" actId="478"/>
          <ac:spMkLst>
            <pc:docMk/>
            <pc:sldMk cId="531831917" sldId="295"/>
            <ac:spMk id="3" creationId="{E3AA5F9E-ABDB-B584-06B6-5BCCB6EE1FE9}"/>
          </ac:spMkLst>
        </pc:spChg>
        <pc:spChg chg="add mod">
          <ac:chgData name="Ashok Gopalakrishnan" userId="d8b748a0ad7c7b3a" providerId="LiveId" clId="{59FD0868-84F1-432F-883D-B36E85A19EB2}" dt="2026-06-16T04:08:26.681" v="167" actId="207"/>
          <ac:spMkLst>
            <pc:docMk/>
            <pc:sldMk cId="531831917" sldId="295"/>
            <ac:spMk id="4" creationId="{9C4A1467-537A-529E-E7DB-8C152EEB2DA2}"/>
          </ac:spMkLst>
        </pc:spChg>
        <pc:spChg chg="del">
          <ac:chgData name="Ashok Gopalakrishnan" userId="d8b748a0ad7c7b3a" providerId="LiveId" clId="{59FD0868-84F1-432F-883D-B36E85A19EB2}" dt="2026-06-16T04:05:35.238" v="141" actId="478"/>
          <ac:spMkLst>
            <pc:docMk/>
            <pc:sldMk cId="531831917" sldId="295"/>
            <ac:spMk id="6" creationId="{0BC9AB12-0729-125B-D6E0-96C052F9E3DB}"/>
          </ac:spMkLst>
        </pc:spChg>
        <pc:spChg chg="del">
          <ac:chgData name="Ashok Gopalakrishnan" userId="d8b748a0ad7c7b3a" providerId="LiveId" clId="{59FD0868-84F1-432F-883D-B36E85A19EB2}" dt="2026-06-16T04:05:39.715" v="142" actId="478"/>
          <ac:spMkLst>
            <pc:docMk/>
            <pc:sldMk cId="531831917" sldId="295"/>
            <ac:spMk id="9" creationId="{55FDD390-1EC1-0859-312D-60486CD44743}"/>
          </ac:spMkLst>
        </pc:spChg>
      </pc:sldChg>
      <pc:sldChg chg="addSp delSp modSp add mod">
        <pc:chgData name="Ashok Gopalakrishnan" userId="d8b748a0ad7c7b3a" providerId="LiveId" clId="{59FD0868-84F1-432F-883D-B36E85A19EB2}" dt="2026-06-16T04:10:12.072" v="187" actId="12"/>
        <pc:sldMkLst>
          <pc:docMk/>
          <pc:sldMk cId="813622175" sldId="296"/>
        </pc:sldMkLst>
        <pc:spChg chg="add mod">
          <ac:chgData name="Ashok Gopalakrishnan" userId="d8b748a0ad7c7b3a" providerId="LiveId" clId="{59FD0868-84F1-432F-883D-B36E85A19EB2}" dt="2026-06-16T04:10:12.072" v="187" actId="12"/>
          <ac:spMkLst>
            <pc:docMk/>
            <pc:sldMk cId="813622175" sldId="296"/>
            <ac:spMk id="3" creationId="{79B37EA3-1CFC-0A13-6910-FB0292EA7E51}"/>
          </ac:spMkLst>
        </pc:spChg>
        <pc:spChg chg="del">
          <ac:chgData name="Ashok Gopalakrishnan" userId="d8b748a0ad7c7b3a" providerId="LiveId" clId="{59FD0868-84F1-432F-883D-B36E85A19EB2}" dt="2026-06-16T04:08:38.274" v="169" actId="478"/>
          <ac:spMkLst>
            <pc:docMk/>
            <pc:sldMk cId="813622175" sldId="296"/>
            <ac:spMk id="4" creationId="{D4B182BE-B8EE-EECA-B51D-4EA84BE73492}"/>
          </ac:spMkLst>
        </pc:spChg>
      </pc:sldChg>
      <pc:sldChg chg="addSp delSp modSp add mod">
        <pc:chgData name="Ashok Gopalakrishnan" userId="d8b748a0ad7c7b3a" providerId="LiveId" clId="{59FD0868-84F1-432F-883D-B36E85A19EB2}" dt="2026-06-16T04:14:01.895" v="227" actId="1076"/>
        <pc:sldMkLst>
          <pc:docMk/>
          <pc:sldMk cId="855127719" sldId="297"/>
        </pc:sldMkLst>
        <pc:spChg chg="del">
          <ac:chgData name="Ashok Gopalakrishnan" userId="d8b748a0ad7c7b3a" providerId="LiveId" clId="{59FD0868-84F1-432F-883D-B36E85A19EB2}" dt="2026-06-16T04:10:23.892" v="189" actId="478"/>
          <ac:spMkLst>
            <pc:docMk/>
            <pc:sldMk cId="855127719" sldId="297"/>
            <ac:spMk id="3" creationId="{762B77CF-5822-0423-2929-3811AC3715A4}"/>
          </ac:spMkLst>
        </pc:spChg>
        <pc:spChg chg="add mod">
          <ac:chgData name="Ashok Gopalakrishnan" userId="d8b748a0ad7c7b3a" providerId="LiveId" clId="{59FD0868-84F1-432F-883D-B36E85A19EB2}" dt="2026-06-16T04:14:01.895" v="227" actId="1076"/>
          <ac:spMkLst>
            <pc:docMk/>
            <pc:sldMk cId="855127719" sldId="297"/>
            <ac:spMk id="4" creationId="{45C37BC6-CE85-E8BF-E8F9-713B9BE0E4ED}"/>
          </ac:spMkLst>
        </pc:spChg>
        <pc:spChg chg="add mod">
          <ac:chgData name="Ashok Gopalakrishnan" userId="d8b748a0ad7c7b3a" providerId="LiveId" clId="{59FD0868-84F1-432F-883D-B36E85A19EB2}" dt="2026-06-16T04:12:08.358" v="206" actId="207"/>
          <ac:spMkLst>
            <pc:docMk/>
            <pc:sldMk cId="855127719" sldId="297"/>
            <ac:spMk id="5" creationId="{BC018948-3939-07B0-CC9B-D764F1C63159}"/>
          </ac:spMkLst>
        </pc:spChg>
        <pc:spChg chg="add mod">
          <ac:chgData name="Ashok Gopalakrishnan" userId="d8b748a0ad7c7b3a" providerId="LiveId" clId="{59FD0868-84F1-432F-883D-B36E85A19EB2}" dt="2026-06-16T04:13:56.675" v="226" actId="1076"/>
          <ac:spMkLst>
            <pc:docMk/>
            <pc:sldMk cId="855127719" sldId="297"/>
            <ac:spMk id="7" creationId="{251D32EB-C95C-1495-1F67-3ACAA48F3DF6}"/>
          </ac:spMkLst>
        </pc:spChg>
      </pc:sldChg>
      <pc:sldChg chg="addSp delSp modSp add mod">
        <pc:chgData name="Ashok Gopalakrishnan" userId="d8b748a0ad7c7b3a" providerId="LiveId" clId="{59FD0868-84F1-432F-883D-B36E85A19EB2}" dt="2026-06-16T04:23:56.799" v="294" actId="1076"/>
        <pc:sldMkLst>
          <pc:docMk/>
          <pc:sldMk cId="2475211" sldId="298"/>
        </pc:sldMkLst>
        <pc:spChg chg="add mod">
          <ac:chgData name="Ashok Gopalakrishnan" userId="d8b748a0ad7c7b3a" providerId="LiveId" clId="{59FD0868-84F1-432F-883D-B36E85A19EB2}" dt="2026-06-16T04:22:46.719" v="289" actId="20577"/>
          <ac:spMkLst>
            <pc:docMk/>
            <pc:sldMk cId="2475211" sldId="298"/>
            <ac:spMk id="3" creationId="{8D58FCF8-0437-84EF-473A-F425726DAE98}"/>
          </ac:spMkLst>
        </pc:spChg>
        <pc:spChg chg="del">
          <ac:chgData name="Ashok Gopalakrishnan" userId="d8b748a0ad7c7b3a" providerId="LiveId" clId="{59FD0868-84F1-432F-883D-B36E85A19EB2}" dt="2026-06-16T04:14:26.361" v="230" actId="478"/>
          <ac:spMkLst>
            <pc:docMk/>
            <pc:sldMk cId="2475211" sldId="298"/>
            <ac:spMk id="4" creationId="{D37D2F8D-72F7-F1F2-E7B0-7A800850CE37}"/>
          </ac:spMkLst>
        </pc:spChg>
        <pc:spChg chg="del">
          <ac:chgData name="Ashok Gopalakrishnan" userId="d8b748a0ad7c7b3a" providerId="LiveId" clId="{59FD0868-84F1-432F-883D-B36E85A19EB2}" dt="2026-06-16T04:14:21.763" v="229" actId="478"/>
          <ac:spMkLst>
            <pc:docMk/>
            <pc:sldMk cId="2475211" sldId="298"/>
            <ac:spMk id="5" creationId="{CC9C51FF-0809-2839-A14A-EAE5DE23A996}"/>
          </ac:spMkLst>
        </pc:spChg>
        <pc:spChg chg="add mod">
          <ac:chgData name="Ashok Gopalakrishnan" userId="d8b748a0ad7c7b3a" providerId="LiveId" clId="{59FD0868-84F1-432F-883D-B36E85A19EB2}" dt="2026-06-16T04:23:43.059" v="292" actId="1076"/>
          <ac:spMkLst>
            <pc:docMk/>
            <pc:sldMk cId="2475211" sldId="298"/>
            <ac:spMk id="6" creationId="{8E66E4D5-86C8-E107-17D4-D2B5DEB39F50}"/>
          </ac:spMkLst>
        </pc:spChg>
        <pc:spChg chg="del">
          <ac:chgData name="Ashok Gopalakrishnan" userId="d8b748a0ad7c7b3a" providerId="LiveId" clId="{59FD0868-84F1-432F-883D-B36E85A19EB2}" dt="2026-06-16T04:14:32.201" v="231" actId="478"/>
          <ac:spMkLst>
            <pc:docMk/>
            <pc:sldMk cId="2475211" sldId="298"/>
            <ac:spMk id="7" creationId="{0D6DBCDB-1270-AAD4-724A-12149D75F6BC}"/>
          </ac:spMkLst>
        </pc:spChg>
        <pc:spChg chg="add mod">
          <ac:chgData name="Ashok Gopalakrishnan" userId="d8b748a0ad7c7b3a" providerId="LiveId" clId="{59FD0868-84F1-432F-883D-B36E85A19EB2}" dt="2026-06-16T04:23:56.799" v="294" actId="1076"/>
          <ac:spMkLst>
            <pc:docMk/>
            <pc:sldMk cId="2475211" sldId="298"/>
            <ac:spMk id="9" creationId="{B8534717-0403-89FB-6C09-257B9402F270}"/>
          </ac:spMkLst>
        </pc:spChg>
        <pc:spChg chg="add del mod">
          <ac:chgData name="Ashok Gopalakrishnan" userId="d8b748a0ad7c7b3a" providerId="LiveId" clId="{59FD0868-84F1-432F-883D-B36E85A19EB2}" dt="2026-06-16T04:23:49.187" v="293" actId="478"/>
          <ac:spMkLst>
            <pc:docMk/>
            <pc:sldMk cId="2475211" sldId="298"/>
            <ac:spMk id="11" creationId="{25153821-68AE-E2C9-59D0-0122FD01F8A4}"/>
          </ac:spMkLst>
        </pc:spChg>
      </pc:sldChg>
      <pc:sldChg chg="addSp delSp modSp add mod">
        <pc:chgData name="Ashok Gopalakrishnan" userId="d8b748a0ad7c7b3a" providerId="LiveId" clId="{59FD0868-84F1-432F-883D-B36E85A19EB2}" dt="2026-06-16T04:26:02.049" v="320" actId="207"/>
        <pc:sldMkLst>
          <pc:docMk/>
          <pc:sldMk cId="1840906052" sldId="299"/>
        </pc:sldMkLst>
        <pc:spChg chg="del">
          <ac:chgData name="Ashok Gopalakrishnan" userId="d8b748a0ad7c7b3a" providerId="LiveId" clId="{59FD0868-84F1-432F-883D-B36E85A19EB2}" dt="2026-06-16T04:24:18.073" v="298" actId="478"/>
          <ac:spMkLst>
            <pc:docMk/>
            <pc:sldMk cId="1840906052" sldId="299"/>
            <ac:spMk id="3" creationId="{7924D847-86FB-825C-17A4-1D89DC004656}"/>
          </ac:spMkLst>
        </pc:spChg>
        <pc:spChg chg="add mod">
          <ac:chgData name="Ashok Gopalakrishnan" userId="d8b748a0ad7c7b3a" providerId="LiveId" clId="{59FD0868-84F1-432F-883D-B36E85A19EB2}" dt="2026-06-16T04:26:02.049" v="320" actId="207"/>
          <ac:spMkLst>
            <pc:docMk/>
            <pc:sldMk cId="1840906052" sldId="299"/>
            <ac:spMk id="4" creationId="{0210BA00-5EB8-FFC8-963E-53FDF33CF8B7}"/>
          </ac:spMkLst>
        </pc:spChg>
        <pc:spChg chg="del">
          <ac:chgData name="Ashok Gopalakrishnan" userId="d8b748a0ad7c7b3a" providerId="LiveId" clId="{59FD0868-84F1-432F-883D-B36E85A19EB2}" dt="2026-06-16T04:24:11.983" v="296" actId="478"/>
          <ac:spMkLst>
            <pc:docMk/>
            <pc:sldMk cId="1840906052" sldId="299"/>
            <ac:spMk id="6" creationId="{FEB2BCA8-28EC-7D44-6547-CAEC7BC6A42D}"/>
          </ac:spMkLst>
        </pc:spChg>
        <pc:spChg chg="del">
          <ac:chgData name="Ashok Gopalakrishnan" userId="d8b748a0ad7c7b3a" providerId="LiveId" clId="{59FD0868-84F1-432F-883D-B36E85A19EB2}" dt="2026-06-16T04:24:15.478" v="297" actId="478"/>
          <ac:spMkLst>
            <pc:docMk/>
            <pc:sldMk cId="1840906052" sldId="299"/>
            <ac:spMk id="9" creationId="{14F9C97B-A4CC-0E99-A79A-83847EE9CCA1}"/>
          </ac:spMkLst>
        </pc:spChg>
      </pc:sldChg>
      <pc:sldChg chg="addSp delSp modSp add mod">
        <pc:chgData name="Ashok Gopalakrishnan" userId="d8b748a0ad7c7b3a" providerId="LiveId" clId="{59FD0868-84F1-432F-883D-B36E85A19EB2}" dt="2026-06-16T04:36:43.602" v="343" actId="207"/>
        <pc:sldMkLst>
          <pc:docMk/>
          <pc:sldMk cId="3245748197" sldId="300"/>
        </pc:sldMkLst>
        <pc:spChg chg="add mod">
          <ac:chgData name="Ashok Gopalakrishnan" userId="d8b748a0ad7c7b3a" providerId="LiveId" clId="{59FD0868-84F1-432F-883D-B36E85A19EB2}" dt="2026-06-16T04:36:43.602" v="343" actId="207"/>
          <ac:spMkLst>
            <pc:docMk/>
            <pc:sldMk cId="3245748197" sldId="300"/>
            <ac:spMk id="3" creationId="{CE2BBC3C-7D49-261D-1E4C-4AF7936A77A7}"/>
          </ac:spMkLst>
        </pc:spChg>
        <pc:spChg chg="del">
          <ac:chgData name="Ashok Gopalakrishnan" userId="d8b748a0ad7c7b3a" providerId="LiveId" clId="{59FD0868-84F1-432F-883D-B36E85A19EB2}" dt="2026-06-16T04:26:13.885" v="322" actId="478"/>
          <ac:spMkLst>
            <pc:docMk/>
            <pc:sldMk cId="3245748197" sldId="300"/>
            <ac:spMk id="4" creationId="{AA6EEF34-5691-CF7E-BC01-EDF6D2A96E72}"/>
          </ac:spMkLst>
        </pc:spChg>
      </pc:sldChg>
      <pc:sldChg chg="addSp delSp modSp add mod">
        <pc:chgData name="Ashok Gopalakrishnan" userId="d8b748a0ad7c7b3a" providerId="LiveId" clId="{59FD0868-84F1-432F-883D-B36E85A19EB2}" dt="2026-06-16T04:40:16.038" v="360" actId="207"/>
        <pc:sldMkLst>
          <pc:docMk/>
          <pc:sldMk cId="2884577354" sldId="301"/>
        </pc:sldMkLst>
        <pc:spChg chg="del">
          <ac:chgData name="Ashok Gopalakrishnan" userId="d8b748a0ad7c7b3a" providerId="LiveId" clId="{59FD0868-84F1-432F-883D-B36E85A19EB2}" dt="2026-06-16T04:35:00.207" v="332" actId="478"/>
          <ac:spMkLst>
            <pc:docMk/>
            <pc:sldMk cId="2884577354" sldId="301"/>
            <ac:spMk id="3" creationId="{C3ABD0A6-E7D2-C092-3989-DC44845E671F}"/>
          </ac:spMkLst>
        </pc:spChg>
        <pc:spChg chg="add mod">
          <ac:chgData name="Ashok Gopalakrishnan" userId="d8b748a0ad7c7b3a" providerId="LiveId" clId="{59FD0868-84F1-432F-883D-B36E85A19EB2}" dt="2026-06-16T04:36:24.179" v="340" actId="207"/>
          <ac:spMkLst>
            <pc:docMk/>
            <pc:sldMk cId="2884577354" sldId="301"/>
            <ac:spMk id="4" creationId="{97424A4F-E04C-4783-FFDC-E921EDE6755F}"/>
          </ac:spMkLst>
        </pc:spChg>
        <pc:spChg chg="add mod">
          <ac:chgData name="Ashok Gopalakrishnan" userId="d8b748a0ad7c7b3a" providerId="LiveId" clId="{59FD0868-84F1-432F-883D-B36E85A19EB2}" dt="2026-06-16T04:40:16.038" v="360" actId="207"/>
          <ac:spMkLst>
            <pc:docMk/>
            <pc:sldMk cId="2884577354" sldId="301"/>
            <ac:spMk id="6" creationId="{891E2474-3CC7-4DFC-2809-61F057B64AE2}"/>
          </ac:spMkLst>
        </pc:spChg>
      </pc:sldChg>
      <pc:sldChg chg="addSp delSp modSp add mod">
        <pc:chgData name="Ashok Gopalakrishnan" userId="d8b748a0ad7c7b3a" providerId="LiveId" clId="{59FD0868-84F1-432F-883D-B36E85A19EB2}" dt="2026-06-16T04:44:08.225" v="435" actId="1076"/>
        <pc:sldMkLst>
          <pc:docMk/>
          <pc:sldMk cId="1789200182" sldId="302"/>
        </pc:sldMkLst>
        <pc:spChg chg="add mod">
          <ac:chgData name="Ashok Gopalakrishnan" userId="d8b748a0ad7c7b3a" providerId="LiveId" clId="{59FD0868-84F1-432F-883D-B36E85A19EB2}" dt="2026-06-16T04:41:42.940" v="372" actId="20577"/>
          <ac:spMkLst>
            <pc:docMk/>
            <pc:sldMk cId="1789200182" sldId="302"/>
            <ac:spMk id="3" creationId="{E64C2DA4-10A6-8A29-25A0-537CB52A8906}"/>
          </ac:spMkLst>
        </pc:spChg>
        <pc:spChg chg="del">
          <ac:chgData name="Ashok Gopalakrishnan" userId="d8b748a0ad7c7b3a" providerId="LiveId" clId="{59FD0868-84F1-432F-883D-B36E85A19EB2}" dt="2026-06-16T04:40:33.122" v="363" actId="478"/>
          <ac:spMkLst>
            <pc:docMk/>
            <pc:sldMk cId="1789200182" sldId="302"/>
            <ac:spMk id="4" creationId="{2D16B59D-60A8-5066-0C08-46BFBF259789}"/>
          </ac:spMkLst>
        </pc:spChg>
        <pc:spChg chg="add mod">
          <ac:chgData name="Ashok Gopalakrishnan" userId="d8b748a0ad7c7b3a" providerId="LiveId" clId="{59FD0868-84F1-432F-883D-B36E85A19EB2}" dt="2026-06-16T04:44:08.225" v="435" actId="1076"/>
          <ac:spMkLst>
            <pc:docMk/>
            <pc:sldMk cId="1789200182" sldId="302"/>
            <ac:spMk id="5" creationId="{53F5B180-68F0-867E-2F8F-BC14C41725C2}"/>
          </ac:spMkLst>
        </pc:spChg>
        <pc:spChg chg="del">
          <ac:chgData name="Ashok Gopalakrishnan" userId="d8b748a0ad7c7b3a" providerId="LiveId" clId="{59FD0868-84F1-432F-883D-B36E85A19EB2}" dt="2026-06-16T04:40:30.495" v="362" actId="478"/>
          <ac:spMkLst>
            <pc:docMk/>
            <pc:sldMk cId="1789200182" sldId="302"/>
            <ac:spMk id="6" creationId="{7E90923F-59DF-540C-4BA9-6F7F33B7D9F1}"/>
          </ac:spMkLst>
        </pc:spChg>
      </pc:sldChg>
      <pc:sldChg chg="addSp delSp modSp add mod">
        <pc:chgData name="Ashok Gopalakrishnan" userId="d8b748a0ad7c7b3a" providerId="LiveId" clId="{59FD0868-84F1-432F-883D-B36E85A19EB2}" dt="2026-06-16T04:48:43.141" v="457" actId="255"/>
        <pc:sldMkLst>
          <pc:docMk/>
          <pc:sldMk cId="2100078516" sldId="303"/>
        </pc:sldMkLst>
        <pc:spChg chg="del">
          <ac:chgData name="Ashok Gopalakrishnan" userId="d8b748a0ad7c7b3a" providerId="LiveId" clId="{59FD0868-84F1-432F-883D-B36E85A19EB2}" dt="2026-06-16T04:44:43.633" v="437" actId="478"/>
          <ac:spMkLst>
            <pc:docMk/>
            <pc:sldMk cId="2100078516" sldId="303"/>
            <ac:spMk id="3" creationId="{0258C4A1-4811-A60D-BD18-BCB1FEFB37A9}"/>
          </ac:spMkLst>
        </pc:spChg>
        <pc:spChg chg="add mod">
          <ac:chgData name="Ashok Gopalakrishnan" userId="d8b748a0ad7c7b3a" providerId="LiveId" clId="{59FD0868-84F1-432F-883D-B36E85A19EB2}" dt="2026-06-16T04:48:28.676" v="455" actId="1076"/>
          <ac:spMkLst>
            <pc:docMk/>
            <pc:sldMk cId="2100078516" sldId="303"/>
            <ac:spMk id="4" creationId="{F822EA5C-A1C7-AB96-2952-ACD8F3BD214E}"/>
          </ac:spMkLst>
        </pc:spChg>
        <pc:spChg chg="del">
          <ac:chgData name="Ashok Gopalakrishnan" userId="d8b748a0ad7c7b3a" providerId="LiveId" clId="{59FD0868-84F1-432F-883D-B36E85A19EB2}" dt="2026-06-16T04:44:46.433" v="438" actId="478"/>
          <ac:spMkLst>
            <pc:docMk/>
            <pc:sldMk cId="2100078516" sldId="303"/>
            <ac:spMk id="5" creationId="{679DE40B-10B3-D28B-D366-3514336E66F5}"/>
          </ac:spMkLst>
        </pc:spChg>
        <pc:spChg chg="add mod">
          <ac:chgData name="Ashok Gopalakrishnan" userId="d8b748a0ad7c7b3a" providerId="LiveId" clId="{59FD0868-84F1-432F-883D-B36E85A19EB2}" dt="2026-06-16T04:48:43.141" v="457" actId="255"/>
          <ac:spMkLst>
            <pc:docMk/>
            <pc:sldMk cId="2100078516" sldId="303"/>
            <ac:spMk id="7" creationId="{A6498489-3F22-09F9-8146-B56F45DBD089}"/>
          </ac:spMkLst>
        </pc:spChg>
      </pc:sldChg>
      <pc:sldChg chg="addSp delSp modSp add mod">
        <pc:chgData name="Ashok Gopalakrishnan" userId="d8b748a0ad7c7b3a" providerId="LiveId" clId="{59FD0868-84F1-432F-883D-B36E85A19EB2}" dt="2026-06-16T04:51:56.739" v="473" actId="207"/>
        <pc:sldMkLst>
          <pc:docMk/>
          <pc:sldMk cId="3387249581" sldId="304"/>
        </pc:sldMkLst>
        <pc:spChg chg="add mod">
          <ac:chgData name="Ashok Gopalakrishnan" userId="d8b748a0ad7c7b3a" providerId="LiveId" clId="{59FD0868-84F1-432F-883D-B36E85A19EB2}" dt="2026-06-16T04:51:56.739" v="473" actId="207"/>
          <ac:spMkLst>
            <pc:docMk/>
            <pc:sldMk cId="3387249581" sldId="304"/>
            <ac:spMk id="3" creationId="{78D6FD92-76DE-3118-F324-5BC0C32BE334}"/>
          </ac:spMkLst>
        </pc:spChg>
        <pc:spChg chg="del">
          <ac:chgData name="Ashok Gopalakrishnan" userId="d8b748a0ad7c7b3a" providerId="LiveId" clId="{59FD0868-84F1-432F-883D-B36E85A19EB2}" dt="2026-06-16T04:49:46.352" v="460" actId="478"/>
          <ac:spMkLst>
            <pc:docMk/>
            <pc:sldMk cId="3387249581" sldId="304"/>
            <ac:spMk id="4" creationId="{AABF43DF-0898-7388-F02D-1A91341624D8}"/>
          </ac:spMkLst>
        </pc:spChg>
        <pc:spChg chg="del">
          <ac:chgData name="Ashok Gopalakrishnan" userId="d8b748a0ad7c7b3a" providerId="LiveId" clId="{59FD0868-84F1-432F-883D-B36E85A19EB2}" dt="2026-06-16T04:49:42.513" v="459" actId="478"/>
          <ac:spMkLst>
            <pc:docMk/>
            <pc:sldMk cId="3387249581" sldId="304"/>
            <ac:spMk id="7" creationId="{8D0CB655-E190-1E73-4271-4B3A639C3427}"/>
          </ac:spMkLst>
        </pc:spChg>
      </pc:sldChg>
      <pc:sldChg chg="addSp delSp modSp add mod">
        <pc:chgData name="Ashok Gopalakrishnan" userId="d8b748a0ad7c7b3a" providerId="LiveId" clId="{59FD0868-84F1-432F-883D-B36E85A19EB2}" dt="2026-06-16T04:53:53.372" v="487" actId="1076"/>
        <pc:sldMkLst>
          <pc:docMk/>
          <pc:sldMk cId="4089572372" sldId="305"/>
        </pc:sldMkLst>
        <pc:spChg chg="del">
          <ac:chgData name="Ashok Gopalakrishnan" userId="d8b748a0ad7c7b3a" providerId="LiveId" clId="{59FD0868-84F1-432F-883D-B36E85A19EB2}" dt="2026-06-16T04:52:16.269" v="475" actId="478"/>
          <ac:spMkLst>
            <pc:docMk/>
            <pc:sldMk cId="4089572372" sldId="305"/>
            <ac:spMk id="3" creationId="{05FC4E73-BE91-46D5-4699-BC9DD74B86C5}"/>
          </ac:spMkLst>
        </pc:spChg>
        <pc:spChg chg="add mod">
          <ac:chgData name="Ashok Gopalakrishnan" userId="d8b748a0ad7c7b3a" providerId="LiveId" clId="{59FD0868-84F1-432F-883D-B36E85A19EB2}" dt="2026-06-16T04:53:53.372" v="487" actId="1076"/>
          <ac:spMkLst>
            <pc:docMk/>
            <pc:sldMk cId="4089572372" sldId="305"/>
            <ac:spMk id="4" creationId="{138D262E-A065-4A34-C050-E297B4EDF1CF}"/>
          </ac:spMkLst>
        </pc:spChg>
      </pc:sldChg>
      <pc:sldChg chg="addSp delSp modSp add mod">
        <pc:chgData name="Ashok Gopalakrishnan" userId="d8b748a0ad7c7b3a" providerId="LiveId" clId="{59FD0868-84F1-432F-883D-B36E85A19EB2}" dt="2026-06-16T04:56:12.653" v="497" actId="20577"/>
        <pc:sldMkLst>
          <pc:docMk/>
          <pc:sldMk cId="760896978" sldId="306"/>
        </pc:sldMkLst>
        <pc:spChg chg="add mod">
          <ac:chgData name="Ashok Gopalakrishnan" userId="d8b748a0ad7c7b3a" providerId="LiveId" clId="{59FD0868-84F1-432F-883D-B36E85A19EB2}" dt="2026-06-16T04:56:12.653" v="497" actId="20577"/>
          <ac:spMkLst>
            <pc:docMk/>
            <pc:sldMk cId="760896978" sldId="306"/>
            <ac:spMk id="3" creationId="{393C684C-3045-6870-8A7C-2523DEF7C22E}"/>
          </ac:spMkLst>
        </pc:spChg>
        <pc:spChg chg="del">
          <ac:chgData name="Ashok Gopalakrishnan" userId="d8b748a0ad7c7b3a" providerId="LiveId" clId="{59FD0868-84F1-432F-883D-B36E85A19EB2}" dt="2026-06-16T04:54:09.099" v="489" actId="478"/>
          <ac:spMkLst>
            <pc:docMk/>
            <pc:sldMk cId="760896978" sldId="306"/>
            <ac:spMk id="4" creationId="{4DBDCF87-A918-A0E4-5BE0-BC09CBD30D16}"/>
          </ac:spMkLst>
        </pc:spChg>
      </pc:sldChg>
      <pc:sldChg chg="addSp delSp modSp add mod">
        <pc:chgData name="Ashok Gopalakrishnan" userId="d8b748a0ad7c7b3a" providerId="LiveId" clId="{59FD0868-84F1-432F-883D-B36E85A19EB2}" dt="2026-06-16T04:58:42.979" v="515" actId="207"/>
        <pc:sldMkLst>
          <pc:docMk/>
          <pc:sldMk cId="3678746351" sldId="307"/>
        </pc:sldMkLst>
        <pc:spChg chg="del">
          <ac:chgData name="Ashok Gopalakrishnan" userId="d8b748a0ad7c7b3a" providerId="LiveId" clId="{59FD0868-84F1-432F-883D-B36E85A19EB2}" dt="2026-06-16T04:56:33.145" v="499" actId="478"/>
          <ac:spMkLst>
            <pc:docMk/>
            <pc:sldMk cId="3678746351" sldId="307"/>
            <ac:spMk id="3" creationId="{39F121FF-8B4B-53AB-F7EE-77CA14E6F519}"/>
          </ac:spMkLst>
        </pc:spChg>
        <pc:spChg chg="add mod">
          <ac:chgData name="Ashok Gopalakrishnan" userId="d8b748a0ad7c7b3a" providerId="LiveId" clId="{59FD0868-84F1-432F-883D-B36E85A19EB2}" dt="2026-06-16T04:58:42.979" v="515" actId="207"/>
          <ac:spMkLst>
            <pc:docMk/>
            <pc:sldMk cId="3678746351" sldId="307"/>
            <ac:spMk id="4" creationId="{27BB6BF5-6FE9-C7D0-0CB3-4A50F4E63514}"/>
          </ac:spMkLst>
        </pc:spChg>
      </pc:sldChg>
      <pc:sldChg chg="addSp delSp modSp add mod">
        <pc:chgData name="Ashok Gopalakrishnan" userId="d8b748a0ad7c7b3a" providerId="LiveId" clId="{59FD0868-84F1-432F-883D-B36E85A19EB2}" dt="2026-06-16T05:00:05.023" v="526" actId="1076"/>
        <pc:sldMkLst>
          <pc:docMk/>
          <pc:sldMk cId="1039658875" sldId="308"/>
        </pc:sldMkLst>
        <pc:spChg chg="add mod">
          <ac:chgData name="Ashok Gopalakrishnan" userId="d8b748a0ad7c7b3a" providerId="LiveId" clId="{59FD0868-84F1-432F-883D-B36E85A19EB2}" dt="2026-06-16T05:00:05.023" v="526" actId="1076"/>
          <ac:spMkLst>
            <pc:docMk/>
            <pc:sldMk cId="1039658875" sldId="308"/>
            <ac:spMk id="3" creationId="{92ABE9ED-560E-4612-A344-267E9A3AFAE8}"/>
          </ac:spMkLst>
        </pc:spChg>
        <pc:spChg chg="del">
          <ac:chgData name="Ashok Gopalakrishnan" userId="d8b748a0ad7c7b3a" providerId="LiveId" clId="{59FD0868-84F1-432F-883D-B36E85A19EB2}" dt="2026-06-16T04:59:30.463" v="517" actId="478"/>
          <ac:spMkLst>
            <pc:docMk/>
            <pc:sldMk cId="1039658875" sldId="308"/>
            <ac:spMk id="4" creationId="{C4FC1CE7-8C7E-4562-46F2-2C4B2299CB32}"/>
          </ac:spMkLst>
        </pc:spChg>
      </pc:sldChg>
      <pc:sldChg chg="addSp delSp modSp add mod">
        <pc:chgData name="Ashok Gopalakrishnan" userId="d8b748a0ad7c7b3a" providerId="LiveId" clId="{59FD0868-84F1-432F-883D-B36E85A19EB2}" dt="2026-06-16T05:08:38.430" v="591" actId="2711"/>
        <pc:sldMkLst>
          <pc:docMk/>
          <pc:sldMk cId="3439838408" sldId="309"/>
        </pc:sldMkLst>
        <pc:spChg chg="del">
          <ac:chgData name="Ashok Gopalakrishnan" userId="d8b748a0ad7c7b3a" providerId="LiveId" clId="{59FD0868-84F1-432F-883D-B36E85A19EB2}" dt="2026-06-16T05:00:16.889" v="528" actId="478"/>
          <ac:spMkLst>
            <pc:docMk/>
            <pc:sldMk cId="3439838408" sldId="309"/>
            <ac:spMk id="3" creationId="{EFEDE9EE-9EFC-0706-D54A-F19785489F01}"/>
          </ac:spMkLst>
        </pc:spChg>
        <pc:spChg chg="add mod">
          <ac:chgData name="Ashok Gopalakrishnan" userId="d8b748a0ad7c7b3a" providerId="LiveId" clId="{59FD0868-84F1-432F-883D-B36E85A19EB2}" dt="2026-06-16T05:08:38.430" v="591" actId="2711"/>
          <ac:spMkLst>
            <pc:docMk/>
            <pc:sldMk cId="3439838408" sldId="309"/>
            <ac:spMk id="4" creationId="{BD11EA7C-E36A-8625-9AFB-AADA997C0065}"/>
          </ac:spMkLst>
        </pc:spChg>
        <pc:spChg chg="mod">
          <ac:chgData name="Ashok Gopalakrishnan" userId="d8b748a0ad7c7b3a" providerId="LiveId" clId="{59FD0868-84F1-432F-883D-B36E85A19EB2}" dt="2026-06-16T05:06:42.698" v="576" actId="1076"/>
          <ac:spMkLst>
            <pc:docMk/>
            <pc:sldMk cId="3439838408" sldId="309"/>
            <ac:spMk id="8" creationId="{494F7894-8455-34C2-2093-8BCF7A6B5DA0}"/>
          </ac:spMkLst>
        </pc:spChg>
      </pc:sldChg>
      <pc:sldChg chg="addSp delSp modSp add mod">
        <pc:chgData name="Ashok Gopalakrishnan" userId="d8b748a0ad7c7b3a" providerId="LiveId" clId="{59FD0868-84F1-432F-883D-B36E85A19EB2}" dt="2026-06-16T06:28:29.310" v="608" actId="14100"/>
        <pc:sldMkLst>
          <pc:docMk/>
          <pc:sldMk cId="4288736034" sldId="310"/>
        </pc:sldMkLst>
        <pc:spChg chg="add mod">
          <ac:chgData name="Ashok Gopalakrishnan" userId="d8b748a0ad7c7b3a" providerId="LiveId" clId="{59FD0868-84F1-432F-883D-B36E85A19EB2}" dt="2026-06-16T06:27:10.405" v="601" actId="122"/>
          <ac:spMkLst>
            <pc:docMk/>
            <pc:sldMk cId="4288736034" sldId="310"/>
            <ac:spMk id="3" creationId="{29ADB8E3-1CA3-B6CC-A58F-800CF2689F58}"/>
          </ac:spMkLst>
        </pc:spChg>
        <pc:spChg chg="del">
          <ac:chgData name="Ashok Gopalakrishnan" userId="d8b748a0ad7c7b3a" providerId="LiveId" clId="{59FD0868-84F1-432F-883D-B36E85A19EB2}" dt="2026-06-16T06:25:49.798" v="593" actId="478"/>
          <ac:spMkLst>
            <pc:docMk/>
            <pc:sldMk cId="4288736034" sldId="310"/>
            <ac:spMk id="4" creationId="{D25C37C3-7F3D-CF90-EC5F-62D7280D5FF5}"/>
          </ac:spMkLst>
        </pc:spChg>
        <pc:picChg chg="add mod">
          <ac:chgData name="Ashok Gopalakrishnan" userId="d8b748a0ad7c7b3a" providerId="LiveId" clId="{59FD0868-84F1-432F-883D-B36E85A19EB2}" dt="2026-06-16T06:28:29.310" v="608" actId="14100"/>
          <ac:picMkLst>
            <pc:docMk/>
            <pc:sldMk cId="4288736034" sldId="310"/>
            <ac:picMk id="6" creationId="{9004C24B-1E85-80CC-9FDD-727B91710FAB}"/>
          </ac:picMkLst>
        </pc:picChg>
      </pc:sldChg>
      <pc:sldChg chg="addSp delSp modSp add mod">
        <pc:chgData name="Ashok Gopalakrishnan" userId="d8b748a0ad7c7b3a" providerId="LiveId" clId="{59FD0868-84F1-432F-883D-B36E85A19EB2}" dt="2026-06-16T06:52:45.480" v="715" actId="12"/>
        <pc:sldMkLst>
          <pc:docMk/>
          <pc:sldMk cId="1438058763" sldId="311"/>
        </pc:sldMkLst>
        <pc:spChg chg="del mod">
          <ac:chgData name="Ashok Gopalakrishnan" userId="d8b748a0ad7c7b3a" providerId="LiveId" clId="{59FD0868-84F1-432F-883D-B36E85A19EB2}" dt="2026-06-16T06:28:48.993" v="612" actId="478"/>
          <ac:spMkLst>
            <pc:docMk/>
            <pc:sldMk cId="1438058763" sldId="311"/>
            <ac:spMk id="3" creationId="{95D0037B-B6C8-582D-35C0-74E17F9B103C}"/>
          </ac:spMkLst>
        </pc:spChg>
        <pc:spChg chg="add mod">
          <ac:chgData name="Ashok Gopalakrishnan" userId="d8b748a0ad7c7b3a" providerId="LiveId" clId="{59FD0868-84F1-432F-883D-B36E85A19EB2}" dt="2026-06-16T06:50:29.896" v="692" actId="207"/>
          <ac:spMkLst>
            <pc:docMk/>
            <pc:sldMk cId="1438058763" sldId="311"/>
            <ac:spMk id="4" creationId="{F40544A7-A6A1-0426-1C21-5D4F33F94D96}"/>
          </ac:spMkLst>
        </pc:spChg>
        <pc:spChg chg="add del mod">
          <ac:chgData name="Ashok Gopalakrishnan" userId="d8b748a0ad7c7b3a" providerId="LiveId" clId="{59FD0868-84F1-432F-883D-B36E85A19EB2}" dt="2026-06-16T06:47:13.298" v="648" actId="478"/>
          <ac:spMkLst>
            <pc:docMk/>
            <pc:sldMk cId="1438058763" sldId="311"/>
            <ac:spMk id="7" creationId="{C34763BA-A944-4B5A-2DBA-0026B20B00A1}"/>
          </ac:spMkLst>
        </pc:spChg>
        <pc:spChg chg="add mod">
          <ac:chgData name="Ashok Gopalakrishnan" userId="d8b748a0ad7c7b3a" providerId="LiveId" clId="{59FD0868-84F1-432F-883D-B36E85A19EB2}" dt="2026-06-16T06:52:45.480" v="715" actId="12"/>
          <ac:spMkLst>
            <pc:docMk/>
            <pc:sldMk cId="1438058763" sldId="311"/>
            <ac:spMk id="10" creationId="{23B31957-62E6-4F98-A6E9-FE60EE3B1501}"/>
          </ac:spMkLst>
        </pc:spChg>
        <pc:picChg chg="del">
          <ac:chgData name="Ashok Gopalakrishnan" userId="d8b748a0ad7c7b3a" providerId="LiveId" clId="{59FD0868-84F1-432F-883D-B36E85A19EB2}" dt="2026-06-16T06:28:46.175" v="610" actId="478"/>
          <ac:picMkLst>
            <pc:docMk/>
            <pc:sldMk cId="1438058763" sldId="311"/>
            <ac:picMk id="6" creationId="{E5F69796-FA51-9EB8-3961-9312912977EB}"/>
          </ac:picMkLst>
        </pc:picChg>
      </pc:sldChg>
      <pc:sldChg chg="addSp delSp modSp add mod">
        <pc:chgData name="Ashok Gopalakrishnan" userId="d8b748a0ad7c7b3a" providerId="LiveId" clId="{59FD0868-84F1-432F-883D-B36E85A19EB2}" dt="2026-06-16T06:55:04.665" v="720" actId="14100"/>
        <pc:sldMkLst>
          <pc:docMk/>
          <pc:sldMk cId="1147114211" sldId="312"/>
        </pc:sldMkLst>
        <pc:spChg chg="del">
          <ac:chgData name="Ashok Gopalakrishnan" userId="d8b748a0ad7c7b3a" providerId="LiveId" clId="{59FD0868-84F1-432F-883D-B36E85A19EB2}" dt="2026-06-16T06:50:59.811" v="695" actId="478"/>
          <ac:spMkLst>
            <pc:docMk/>
            <pc:sldMk cId="1147114211" sldId="312"/>
            <ac:spMk id="4" creationId="{280A10B9-E550-F765-6067-A7805F87983F}"/>
          </ac:spMkLst>
        </pc:spChg>
        <pc:spChg chg="del">
          <ac:chgData name="Ashok Gopalakrishnan" userId="d8b748a0ad7c7b3a" providerId="LiveId" clId="{59FD0868-84F1-432F-883D-B36E85A19EB2}" dt="2026-06-16T06:50:54.112" v="694" actId="478"/>
          <ac:spMkLst>
            <pc:docMk/>
            <pc:sldMk cId="1147114211" sldId="312"/>
            <ac:spMk id="10" creationId="{187CC564-9EC1-0CDD-B259-6A88294A1B6D}"/>
          </ac:spMkLst>
        </pc:spChg>
        <pc:picChg chg="add mod">
          <ac:chgData name="Ashok Gopalakrishnan" userId="d8b748a0ad7c7b3a" providerId="LiveId" clId="{59FD0868-84F1-432F-883D-B36E85A19EB2}" dt="2026-06-16T06:55:04.665" v="720" actId="14100"/>
          <ac:picMkLst>
            <pc:docMk/>
            <pc:sldMk cId="1147114211" sldId="312"/>
            <ac:picMk id="3" creationId="{F2C6FAF2-E2F4-6DAB-493A-85C7BA2B55F9}"/>
          </ac:picMkLst>
        </pc:picChg>
      </pc:sldChg>
      <pc:sldChg chg="addSp delSp modSp add mod">
        <pc:chgData name="Ashok Gopalakrishnan" userId="d8b748a0ad7c7b3a" providerId="LiveId" clId="{59FD0868-84F1-432F-883D-B36E85A19EB2}" dt="2026-06-16T06:57:58.984" v="740" actId="1076"/>
        <pc:sldMkLst>
          <pc:docMk/>
          <pc:sldMk cId="2171738213" sldId="313"/>
        </pc:sldMkLst>
        <pc:spChg chg="add mod">
          <ac:chgData name="Ashok Gopalakrishnan" userId="d8b748a0ad7c7b3a" providerId="LiveId" clId="{59FD0868-84F1-432F-883D-B36E85A19EB2}" dt="2026-06-16T06:57:58.984" v="740" actId="1076"/>
          <ac:spMkLst>
            <pc:docMk/>
            <pc:sldMk cId="2171738213" sldId="313"/>
            <ac:spMk id="4" creationId="{8C278094-8217-FFC5-80D1-63C192C7F3B6}"/>
          </ac:spMkLst>
        </pc:spChg>
        <pc:picChg chg="del">
          <ac:chgData name="Ashok Gopalakrishnan" userId="d8b748a0ad7c7b3a" providerId="LiveId" clId="{59FD0868-84F1-432F-883D-B36E85A19EB2}" dt="2026-06-16T06:55:17.634" v="722" actId="478"/>
          <ac:picMkLst>
            <pc:docMk/>
            <pc:sldMk cId="2171738213" sldId="313"/>
            <ac:picMk id="3" creationId="{D5ADC316-DE82-AA0E-ED61-4F7DF6E19E7E}"/>
          </ac:picMkLst>
        </pc:picChg>
      </pc:sldChg>
      <pc:sldChg chg="addSp delSp modSp add mod">
        <pc:chgData name="Ashok Gopalakrishnan" userId="d8b748a0ad7c7b3a" providerId="LiveId" clId="{59FD0868-84F1-432F-883D-B36E85A19EB2}" dt="2026-06-16T07:02:08.628" v="784" actId="12"/>
        <pc:sldMkLst>
          <pc:docMk/>
          <pc:sldMk cId="3983352983" sldId="314"/>
        </pc:sldMkLst>
        <pc:spChg chg="add mod">
          <ac:chgData name="Ashok Gopalakrishnan" userId="d8b748a0ad7c7b3a" providerId="LiveId" clId="{59FD0868-84F1-432F-883D-B36E85A19EB2}" dt="2026-06-16T06:58:58.383" v="749" actId="207"/>
          <ac:spMkLst>
            <pc:docMk/>
            <pc:sldMk cId="3983352983" sldId="314"/>
            <ac:spMk id="3" creationId="{B58F28BC-1B08-40E1-0F80-FE49194A902E}"/>
          </ac:spMkLst>
        </pc:spChg>
        <pc:spChg chg="del">
          <ac:chgData name="Ashok Gopalakrishnan" userId="d8b748a0ad7c7b3a" providerId="LiveId" clId="{59FD0868-84F1-432F-883D-B36E85A19EB2}" dt="2026-06-16T06:58:11.600" v="742" actId="478"/>
          <ac:spMkLst>
            <pc:docMk/>
            <pc:sldMk cId="3983352983" sldId="314"/>
            <ac:spMk id="4" creationId="{F63CA006-5C74-4C90-9547-7AF1E7625669}"/>
          </ac:spMkLst>
        </pc:spChg>
        <pc:spChg chg="add mod">
          <ac:chgData name="Ashok Gopalakrishnan" userId="d8b748a0ad7c7b3a" providerId="LiveId" clId="{59FD0868-84F1-432F-883D-B36E85A19EB2}" dt="2026-06-16T07:02:08.628" v="784" actId="12"/>
          <ac:spMkLst>
            <pc:docMk/>
            <pc:sldMk cId="3983352983" sldId="314"/>
            <ac:spMk id="6" creationId="{C23DAF21-4CDD-EFA5-19F4-2499DDD402E2}"/>
          </ac:spMkLst>
        </pc:spChg>
      </pc:sldChg>
      <pc:sldChg chg="addSp delSp modSp add mod">
        <pc:chgData name="Ashok Gopalakrishnan" userId="d8b748a0ad7c7b3a" providerId="LiveId" clId="{59FD0868-84F1-432F-883D-B36E85A19EB2}" dt="2026-06-16T07:05:52.099" v="809" actId="12"/>
        <pc:sldMkLst>
          <pc:docMk/>
          <pc:sldMk cId="4106581294" sldId="315"/>
        </pc:sldMkLst>
        <pc:spChg chg="add mod">
          <ac:chgData name="Ashok Gopalakrishnan" userId="d8b748a0ad7c7b3a" providerId="LiveId" clId="{59FD0868-84F1-432F-883D-B36E85A19EB2}" dt="2026-06-16T07:05:52.099" v="809" actId="12"/>
          <ac:spMkLst>
            <pc:docMk/>
            <pc:sldMk cId="4106581294" sldId="315"/>
            <ac:spMk id="4" creationId="{DB85CA43-4E22-837E-0C96-43B266EA7C44}"/>
          </ac:spMkLst>
        </pc:spChg>
        <pc:spChg chg="del">
          <ac:chgData name="Ashok Gopalakrishnan" userId="d8b748a0ad7c7b3a" providerId="LiveId" clId="{59FD0868-84F1-432F-883D-B36E85A19EB2}" dt="2026-06-16T07:02:35.575" v="786" actId="478"/>
          <ac:spMkLst>
            <pc:docMk/>
            <pc:sldMk cId="4106581294" sldId="315"/>
            <ac:spMk id="6" creationId="{FA4379EE-EB8F-247A-5569-D27E1993E370}"/>
          </ac:spMkLst>
        </pc:spChg>
      </pc:sldChg>
      <pc:sldChg chg="addSp delSp modSp add mod">
        <pc:chgData name="Ashok Gopalakrishnan" userId="d8b748a0ad7c7b3a" providerId="LiveId" clId="{59FD0868-84F1-432F-883D-B36E85A19EB2}" dt="2026-06-16T07:07:53.779" v="833" actId="12"/>
        <pc:sldMkLst>
          <pc:docMk/>
          <pc:sldMk cId="1604304063" sldId="316"/>
        </pc:sldMkLst>
        <pc:spChg chg="del mod">
          <ac:chgData name="Ashok Gopalakrishnan" userId="d8b748a0ad7c7b3a" providerId="LiveId" clId="{59FD0868-84F1-432F-883D-B36E85A19EB2}" dt="2026-06-16T07:07:21.055" v="824" actId="478"/>
          <ac:spMkLst>
            <pc:docMk/>
            <pc:sldMk cId="1604304063" sldId="316"/>
            <ac:spMk id="3" creationId="{A5F4610A-C94F-6079-0F17-80E7CE0353B7}"/>
          </ac:spMkLst>
        </pc:spChg>
        <pc:spChg chg="del">
          <ac:chgData name="Ashok Gopalakrishnan" userId="d8b748a0ad7c7b3a" providerId="LiveId" clId="{59FD0868-84F1-432F-883D-B36E85A19EB2}" dt="2026-06-16T07:04:41.668" v="801" actId="478"/>
          <ac:spMkLst>
            <pc:docMk/>
            <pc:sldMk cId="1604304063" sldId="316"/>
            <ac:spMk id="4" creationId="{B6D5839B-DA69-3395-955F-453CDB59CDDA}"/>
          </ac:spMkLst>
        </pc:spChg>
        <pc:spChg chg="add mod">
          <ac:chgData name="Ashok Gopalakrishnan" userId="d8b748a0ad7c7b3a" providerId="LiveId" clId="{59FD0868-84F1-432F-883D-B36E85A19EB2}" dt="2026-06-16T07:07:53.779" v="833" actId="12"/>
          <ac:spMkLst>
            <pc:docMk/>
            <pc:sldMk cId="1604304063" sldId="316"/>
            <ac:spMk id="5" creationId="{4AF33E47-F293-050F-CC3B-1F4A84467220}"/>
          </ac:spMkLst>
        </pc:spChg>
      </pc:sldChg>
      <pc:sldChg chg="addSp delSp modSp add mod">
        <pc:chgData name="Ashok Gopalakrishnan" userId="d8b748a0ad7c7b3a" providerId="LiveId" clId="{59FD0868-84F1-432F-883D-B36E85A19EB2}" dt="2026-06-16T07:10:19.506" v="840" actId="14100"/>
        <pc:sldMkLst>
          <pc:docMk/>
          <pc:sldMk cId="3453966577" sldId="317"/>
        </pc:sldMkLst>
        <pc:spChg chg="del">
          <ac:chgData name="Ashok Gopalakrishnan" userId="d8b748a0ad7c7b3a" providerId="LiveId" clId="{59FD0868-84F1-432F-883D-B36E85A19EB2}" dt="2026-06-16T07:08:09.377" v="835" actId="478"/>
          <ac:spMkLst>
            <pc:docMk/>
            <pc:sldMk cId="3453966577" sldId="317"/>
            <ac:spMk id="5" creationId="{6C1FEEBD-7900-DBE1-13A6-3FE8B55C7C45}"/>
          </ac:spMkLst>
        </pc:spChg>
        <pc:picChg chg="add mod">
          <ac:chgData name="Ashok Gopalakrishnan" userId="d8b748a0ad7c7b3a" providerId="LiveId" clId="{59FD0868-84F1-432F-883D-B36E85A19EB2}" dt="2026-06-16T07:10:19.506" v="840" actId="14100"/>
          <ac:picMkLst>
            <pc:docMk/>
            <pc:sldMk cId="3453966577" sldId="317"/>
            <ac:picMk id="3" creationId="{C4BB6419-B850-F1E5-87BE-EFE0D39893C5}"/>
          </ac:picMkLst>
        </pc:picChg>
      </pc:sldChg>
      <pc:sldChg chg="addSp delSp modSp add mod">
        <pc:chgData name="Ashok Gopalakrishnan" userId="d8b748a0ad7c7b3a" providerId="LiveId" clId="{59FD0868-84F1-432F-883D-B36E85A19EB2}" dt="2026-06-16T07:14:51.573" v="872" actId="122"/>
        <pc:sldMkLst>
          <pc:docMk/>
          <pc:sldMk cId="308949265" sldId="318"/>
        </pc:sldMkLst>
        <pc:spChg chg="add mod">
          <ac:chgData name="Ashok Gopalakrishnan" userId="d8b748a0ad7c7b3a" providerId="LiveId" clId="{59FD0868-84F1-432F-883D-B36E85A19EB2}" dt="2026-06-16T07:13:55.031" v="864" actId="207"/>
          <ac:spMkLst>
            <pc:docMk/>
            <pc:sldMk cId="308949265" sldId="318"/>
            <ac:spMk id="4" creationId="{68811733-C2C7-09F0-2092-4C43A8A2A3E5}"/>
          </ac:spMkLst>
        </pc:spChg>
        <pc:spChg chg="add mod">
          <ac:chgData name="Ashok Gopalakrishnan" userId="d8b748a0ad7c7b3a" providerId="LiveId" clId="{59FD0868-84F1-432F-883D-B36E85A19EB2}" dt="2026-06-16T07:14:51.573" v="872" actId="122"/>
          <ac:spMkLst>
            <pc:docMk/>
            <pc:sldMk cId="308949265" sldId="318"/>
            <ac:spMk id="6" creationId="{296F7428-0195-D5AD-0F16-F493F630D979}"/>
          </ac:spMkLst>
        </pc:spChg>
        <pc:picChg chg="del">
          <ac:chgData name="Ashok Gopalakrishnan" userId="d8b748a0ad7c7b3a" providerId="LiveId" clId="{59FD0868-84F1-432F-883D-B36E85A19EB2}" dt="2026-06-16T07:11:22.926" v="842" actId="478"/>
          <ac:picMkLst>
            <pc:docMk/>
            <pc:sldMk cId="308949265" sldId="318"/>
            <ac:picMk id="3" creationId="{72E364CA-3829-A9C7-D85B-ADEFFD5CBE42}"/>
          </ac:picMkLst>
        </pc:picChg>
      </pc:sldChg>
      <pc:sldChg chg="addSp delSp modSp add mod">
        <pc:chgData name="Ashok Gopalakrishnan" userId="d8b748a0ad7c7b3a" providerId="LiveId" clId="{59FD0868-84F1-432F-883D-B36E85A19EB2}" dt="2026-06-16T07:23:50.523" v="921" actId="12"/>
        <pc:sldMkLst>
          <pc:docMk/>
          <pc:sldMk cId="2029287647" sldId="319"/>
        </pc:sldMkLst>
        <pc:spChg chg="add mod">
          <ac:chgData name="Ashok Gopalakrishnan" userId="d8b748a0ad7c7b3a" providerId="LiveId" clId="{59FD0868-84F1-432F-883D-B36E85A19EB2}" dt="2026-06-16T07:23:50.523" v="921" actId="12"/>
          <ac:spMkLst>
            <pc:docMk/>
            <pc:sldMk cId="2029287647" sldId="319"/>
            <ac:spMk id="3" creationId="{D09DB688-DB34-170B-8EBA-9258391CFA45}"/>
          </ac:spMkLst>
        </pc:spChg>
        <pc:spChg chg="del">
          <ac:chgData name="Ashok Gopalakrishnan" userId="d8b748a0ad7c7b3a" providerId="LiveId" clId="{59FD0868-84F1-432F-883D-B36E85A19EB2}" dt="2026-06-16T07:21:05.171" v="874" actId="478"/>
          <ac:spMkLst>
            <pc:docMk/>
            <pc:sldMk cId="2029287647" sldId="319"/>
            <ac:spMk id="4" creationId="{183555F6-F491-BFE3-3BBD-31E0EA0F635E}"/>
          </ac:spMkLst>
        </pc:spChg>
        <pc:spChg chg="del">
          <ac:chgData name="Ashok Gopalakrishnan" userId="d8b748a0ad7c7b3a" providerId="LiveId" clId="{59FD0868-84F1-432F-883D-B36E85A19EB2}" dt="2026-06-16T07:21:07.583" v="875" actId="478"/>
          <ac:spMkLst>
            <pc:docMk/>
            <pc:sldMk cId="2029287647" sldId="319"/>
            <ac:spMk id="6" creationId="{A326E3C2-A5BF-4D1D-8721-A49EF3991583}"/>
          </ac:spMkLst>
        </pc:spChg>
      </pc:sldChg>
      <pc:sldChg chg="addSp delSp modSp add mod">
        <pc:chgData name="Ashok Gopalakrishnan" userId="d8b748a0ad7c7b3a" providerId="LiveId" clId="{59FD0868-84F1-432F-883D-B36E85A19EB2}" dt="2026-06-16T07:38:12.052" v="959" actId="1076"/>
        <pc:sldMkLst>
          <pc:docMk/>
          <pc:sldMk cId="2472887841" sldId="320"/>
        </pc:sldMkLst>
        <pc:spChg chg="del">
          <ac:chgData name="Ashok Gopalakrishnan" userId="d8b748a0ad7c7b3a" providerId="LiveId" clId="{59FD0868-84F1-432F-883D-B36E85A19EB2}" dt="2026-06-16T07:30:18.355" v="923" actId="478"/>
          <ac:spMkLst>
            <pc:docMk/>
            <pc:sldMk cId="2472887841" sldId="320"/>
            <ac:spMk id="3" creationId="{C70E8112-AFD6-3705-4AF6-50BD91157043}"/>
          </ac:spMkLst>
        </pc:spChg>
        <pc:spChg chg="add mod">
          <ac:chgData name="Ashok Gopalakrishnan" userId="d8b748a0ad7c7b3a" providerId="LiveId" clId="{59FD0868-84F1-432F-883D-B36E85A19EB2}" dt="2026-06-16T07:37:02.582" v="947" actId="1076"/>
          <ac:spMkLst>
            <pc:docMk/>
            <pc:sldMk cId="2472887841" sldId="320"/>
            <ac:spMk id="6" creationId="{CB0B8225-64B2-98AB-9C01-FA2CC517A749}"/>
          </ac:spMkLst>
        </pc:spChg>
        <pc:spChg chg="add mod">
          <ac:chgData name="Ashok Gopalakrishnan" userId="d8b748a0ad7c7b3a" providerId="LiveId" clId="{59FD0868-84F1-432F-883D-B36E85A19EB2}" dt="2026-06-16T07:38:12.052" v="959" actId="1076"/>
          <ac:spMkLst>
            <pc:docMk/>
            <pc:sldMk cId="2472887841" sldId="320"/>
            <ac:spMk id="9" creationId="{4275E134-3C69-61FF-84C6-8FD91B8E0FB9}"/>
          </ac:spMkLst>
        </pc:spChg>
        <pc:picChg chg="add mod">
          <ac:chgData name="Ashok Gopalakrishnan" userId="d8b748a0ad7c7b3a" providerId="LiveId" clId="{59FD0868-84F1-432F-883D-B36E85A19EB2}" dt="2026-06-16T07:37:12.206" v="948" actId="1076"/>
          <ac:picMkLst>
            <pc:docMk/>
            <pc:sldMk cId="2472887841" sldId="320"/>
            <ac:picMk id="4" creationId="{BEADAA40-046C-3CBB-B3D7-9636D424F97C}"/>
          </ac:picMkLst>
        </pc:picChg>
      </pc:sldChg>
      <pc:sldChg chg="addSp delSp modSp add mod">
        <pc:chgData name="Ashok Gopalakrishnan" userId="d8b748a0ad7c7b3a" providerId="LiveId" clId="{59FD0868-84F1-432F-883D-B36E85A19EB2}" dt="2026-06-16T07:41:36.658" v="976" actId="1076"/>
        <pc:sldMkLst>
          <pc:docMk/>
          <pc:sldMk cId="470893922" sldId="321"/>
        </pc:sldMkLst>
        <pc:spChg chg="add mod">
          <ac:chgData name="Ashok Gopalakrishnan" userId="d8b748a0ad7c7b3a" providerId="LiveId" clId="{59FD0868-84F1-432F-883D-B36E85A19EB2}" dt="2026-06-16T07:40:24.694" v="968" actId="123"/>
          <ac:spMkLst>
            <pc:docMk/>
            <pc:sldMk cId="470893922" sldId="321"/>
            <ac:spMk id="3" creationId="{6CFF44C4-F991-BC64-C91D-A29D100A6F84}"/>
          </ac:spMkLst>
        </pc:spChg>
        <pc:spChg chg="del">
          <ac:chgData name="Ashok Gopalakrishnan" userId="d8b748a0ad7c7b3a" providerId="LiveId" clId="{59FD0868-84F1-432F-883D-B36E85A19EB2}" dt="2026-06-16T07:38:33.030" v="962" actId="478"/>
          <ac:spMkLst>
            <pc:docMk/>
            <pc:sldMk cId="470893922" sldId="321"/>
            <ac:spMk id="6" creationId="{95AE8D7C-602E-69D4-78A6-8AAA3CCD45B6}"/>
          </ac:spMkLst>
        </pc:spChg>
        <pc:spChg chg="add mod">
          <ac:chgData name="Ashok Gopalakrishnan" userId="d8b748a0ad7c7b3a" providerId="LiveId" clId="{59FD0868-84F1-432F-883D-B36E85A19EB2}" dt="2026-06-16T07:41:21.551" v="975" actId="207"/>
          <ac:spMkLst>
            <pc:docMk/>
            <pc:sldMk cId="470893922" sldId="321"/>
            <ac:spMk id="7" creationId="{7487F663-C476-14DB-8B16-2BB146130190}"/>
          </ac:spMkLst>
        </pc:spChg>
        <pc:spChg chg="mod">
          <ac:chgData name="Ashok Gopalakrishnan" userId="d8b748a0ad7c7b3a" providerId="LiveId" clId="{59FD0868-84F1-432F-883D-B36E85A19EB2}" dt="2026-06-16T07:41:36.658" v="976" actId="1076"/>
          <ac:spMkLst>
            <pc:docMk/>
            <pc:sldMk cId="470893922" sldId="321"/>
            <ac:spMk id="9" creationId="{570D13BA-E46A-6892-BF88-47C59BDC4286}"/>
          </ac:spMkLst>
        </pc:spChg>
        <pc:picChg chg="del">
          <ac:chgData name="Ashok Gopalakrishnan" userId="d8b748a0ad7c7b3a" providerId="LiveId" clId="{59FD0868-84F1-432F-883D-B36E85A19EB2}" dt="2026-06-16T07:38:30.715" v="961" actId="478"/>
          <ac:picMkLst>
            <pc:docMk/>
            <pc:sldMk cId="470893922" sldId="321"/>
            <ac:picMk id="4" creationId="{76863B5E-E0AF-9BDE-B24C-58307D3B08C4}"/>
          </ac:picMkLst>
        </pc:picChg>
      </pc:sldChg>
      <pc:sldChg chg="addSp delSp modSp add mod ord">
        <pc:chgData name="Ashok Gopalakrishnan" userId="d8b748a0ad7c7b3a" providerId="LiveId" clId="{59FD0868-84F1-432F-883D-B36E85A19EB2}" dt="2026-06-16T07:45:57.210" v="1014" actId="207"/>
        <pc:sldMkLst>
          <pc:docMk/>
          <pc:sldMk cId="3105769056" sldId="322"/>
        </pc:sldMkLst>
        <pc:spChg chg="del">
          <ac:chgData name="Ashok Gopalakrishnan" userId="d8b748a0ad7c7b3a" providerId="LiveId" clId="{59FD0868-84F1-432F-883D-B36E85A19EB2}" dt="2026-06-16T07:43:41.923" v="979" actId="478"/>
          <ac:spMkLst>
            <pc:docMk/>
            <pc:sldMk cId="3105769056" sldId="322"/>
            <ac:spMk id="3" creationId="{8321C45E-ED38-6A24-1E21-9CC75F9FA24B}"/>
          </ac:spMkLst>
        </pc:spChg>
        <pc:spChg chg="add mod">
          <ac:chgData name="Ashok Gopalakrishnan" userId="d8b748a0ad7c7b3a" providerId="LiveId" clId="{59FD0868-84F1-432F-883D-B36E85A19EB2}" dt="2026-06-16T07:45:57.210" v="1014" actId="207"/>
          <ac:spMkLst>
            <pc:docMk/>
            <pc:sldMk cId="3105769056" sldId="322"/>
            <ac:spMk id="4" creationId="{0492E35E-5854-627A-4FC5-7ACAEA7B0AE8}"/>
          </ac:spMkLst>
        </pc:spChg>
        <pc:spChg chg="add mod">
          <ac:chgData name="Ashok Gopalakrishnan" userId="d8b748a0ad7c7b3a" providerId="LiveId" clId="{59FD0868-84F1-432F-883D-B36E85A19EB2}" dt="2026-06-16T07:45:41.790" v="1011" actId="207"/>
          <ac:spMkLst>
            <pc:docMk/>
            <pc:sldMk cId="3105769056" sldId="322"/>
            <ac:spMk id="5" creationId="{565C1349-C1F8-1121-6DD1-DEFAABEFB876}"/>
          </ac:spMkLst>
        </pc:spChg>
        <pc:spChg chg="del">
          <ac:chgData name="Ashok Gopalakrishnan" userId="d8b748a0ad7c7b3a" providerId="LiveId" clId="{59FD0868-84F1-432F-883D-B36E85A19EB2}" dt="2026-06-16T07:43:39.360" v="978" actId="478"/>
          <ac:spMkLst>
            <pc:docMk/>
            <pc:sldMk cId="3105769056" sldId="322"/>
            <ac:spMk id="7" creationId="{C1FDCE27-0058-4C8B-EA51-AB3783F9D65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88AB71-5177-4F99-A8D6-B341F02772E3}"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7D250-B7F3-4B46-BB95-7030CE6BB5B6}" type="slidenum">
              <a:rPr lang="en-US" smtClean="0"/>
              <a:t>‹#›</a:t>
            </a:fld>
            <a:endParaRPr lang="en-US"/>
          </a:p>
        </p:txBody>
      </p:sp>
    </p:spTree>
    <p:extLst>
      <p:ext uri="{BB962C8B-B14F-4D97-AF65-F5344CB8AC3E}">
        <p14:creationId xmlns:p14="http://schemas.microsoft.com/office/powerpoint/2010/main" val="3031500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07D250-B7F3-4B46-BB95-7030CE6BB5B6}" type="slidenum">
              <a:rPr lang="en-US" smtClean="0"/>
              <a:t>7</a:t>
            </a:fld>
            <a:endParaRPr lang="en-US"/>
          </a:p>
        </p:txBody>
      </p:sp>
    </p:spTree>
    <p:extLst>
      <p:ext uri="{BB962C8B-B14F-4D97-AF65-F5344CB8AC3E}">
        <p14:creationId xmlns:p14="http://schemas.microsoft.com/office/powerpoint/2010/main" val="3954150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E61C2-4160-A6EC-546C-E478AD53B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AC740C-A6CE-3733-C2A9-9CB9468898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FA5CC-24A9-9254-6BEA-80D6FE5205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205B7B-862D-B152-DA4E-5889AED44A72}"/>
              </a:ext>
            </a:extLst>
          </p:cNvPr>
          <p:cNvSpPr>
            <a:spLocks noGrp="1"/>
          </p:cNvSpPr>
          <p:nvPr>
            <p:ph type="sldNum" sz="quarter" idx="5"/>
          </p:nvPr>
        </p:nvSpPr>
        <p:spPr/>
        <p:txBody>
          <a:bodyPr/>
          <a:lstStyle/>
          <a:p>
            <a:fld id="{9907D250-B7F3-4B46-BB95-7030CE6BB5B6}" type="slidenum">
              <a:rPr lang="en-US" smtClean="0"/>
              <a:t>8</a:t>
            </a:fld>
            <a:endParaRPr lang="en-US"/>
          </a:p>
        </p:txBody>
      </p:sp>
    </p:spTree>
    <p:extLst>
      <p:ext uri="{BB962C8B-B14F-4D97-AF65-F5344CB8AC3E}">
        <p14:creationId xmlns:p14="http://schemas.microsoft.com/office/powerpoint/2010/main" val="3757372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51CA3-8C64-64A9-DEF6-3B0C19952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CEBC42-73E8-E8FD-6BA8-3D33180E40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95DECD-8524-358A-AEF6-4668CC4951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738CC7-D981-D35D-9237-9649FB87282C}"/>
              </a:ext>
            </a:extLst>
          </p:cNvPr>
          <p:cNvSpPr>
            <a:spLocks noGrp="1"/>
          </p:cNvSpPr>
          <p:nvPr>
            <p:ph type="sldNum" sz="quarter" idx="5"/>
          </p:nvPr>
        </p:nvSpPr>
        <p:spPr/>
        <p:txBody>
          <a:bodyPr/>
          <a:lstStyle/>
          <a:p>
            <a:fld id="{9907D250-B7F3-4B46-BB95-7030CE6BB5B6}" type="slidenum">
              <a:rPr lang="en-US" smtClean="0"/>
              <a:t>9</a:t>
            </a:fld>
            <a:endParaRPr lang="en-US"/>
          </a:p>
        </p:txBody>
      </p:sp>
    </p:spTree>
    <p:extLst>
      <p:ext uri="{BB962C8B-B14F-4D97-AF65-F5344CB8AC3E}">
        <p14:creationId xmlns:p14="http://schemas.microsoft.com/office/powerpoint/2010/main" val="1641329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87036-326D-31BB-0BB2-02CD1348A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CAB1C7-FDA4-F67F-249A-FFEE4C5E1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7753D-F355-B7C8-F718-9CB5F82B2F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B0677F-6EE9-1CA8-D6B1-242C8976F05B}"/>
              </a:ext>
            </a:extLst>
          </p:cNvPr>
          <p:cNvSpPr>
            <a:spLocks noGrp="1"/>
          </p:cNvSpPr>
          <p:nvPr>
            <p:ph type="sldNum" sz="quarter" idx="5"/>
          </p:nvPr>
        </p:nvSpPr>
        <p:spPr/>
        <p:txBody>
          <a:bodyPr/>
          <a:lstStyle/>
          <a:p>
            <a:fld id="{9907D250-B7F3-4B46-BB95-7030CE6BB5B6}" type="slidenum">
              <a:rPr lang="en-US" smtClean="0"/>
              <a:t>10</a:t>
            </a:fld>
            <a:endParaRPr lang="en-US"/>
          </a:p>
        </p:txBody>
      </p:sp>
    </p:spTree>
    <p:extLst>
      <p:ext uri="{BB962C8B-B14F-4D97-AF65-F5344CB8AC3E}">
        <p14:creationId xmlns:p14="http://schemas.microsoft.com/office/powerpoint/2010/main" val="1993013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0091-A760-130B-E093-C54581FBB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8C528-8B2F-CBEE-B738-FCCB21CEED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8AC004-D5FF-5F34-6BD3-42F651763E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459693-0F34-C5A0-92BA-7D54F4770DC1}"/>
              </a:ext>
            </a:extLst>
          </p:cNvPr>
          <p:cNvSpPr>
            <a:spLocks noGrp="1"/>
          </p:cNvSpPr>
          <p:nvPr>
            <p:ph type="sldNum" sz="quarter" idx="5"/>
          </p:nvPr>
        </p:nvSpPr>
        <p:spPr/>
        <p:txBody>
          <a:bodyPr/>
          <a:lstStyle/>
          <a:p>
            <a:fld id="{9907D250-B7F3-4B46-BB95-7030CE6BB5B6}" type="slidenum">
              <a:rPr lang="en-US" smtClean="0"/>
              <a:t>11</a:t>
            </a:fld>
            <a:endParaRPr lang="en-US"/>
          </a:p>
        </p:txBody>
      </p:sp>
    </p:spTree>
    <p:extLst>
      <p:ext uri="{BB962C8B-B14F-4D97-AF65-F5344CB8AC3E}">
        <p14:creationId xmlns:p14="http://schemas.microsoft.com/office/powerpoint/2010/main" val="2875547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92B75-97EA-27DC-5B0C-23E2618A4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6F4F1-AD72-7B24-2306-32A92BB5D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5317F3-907A-6F92-5C82-03EDFDD3D1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FF9C01-8189-B80A-E7E4-31FC55B857A0}"/>
              </a:ext>
            </a:extLst>
          </p:cNvPr>
          <p:cNvSpPr>
            <a:spLocks noGrp="1"/>
          </p:cNvSpPr>
          <p:nvPr>
            <p:ph type="sldNum" sz="quarter" idx="5"/>
          </p:nvPr>
        </p:nvSpPr>
        <p:spPr/>
        <p:txBody>
          <a:bodyPr/>
          <a:lstStyle/>
          <a:p>
            <a:fld id="{9907D250-B7F3-4B46-BB95-7030CE6BB5B6}" type="slidenum">
              <a:rPr lang="en-US" smtClean="0"/>
              <a:t>12</a:t>
            </a:fld>
            <a:endParaRPr lang="en-US"/>
          </a:p>
        </p:txBody>
      </p:sp>
    </p:spTree>
    <p:extLst>
      <p:ext uri="{BB962C8B-B14F-4D97-AF65-F5344CB8AC3E}">
        <p14:creationId xmlns:p14="http://schemas.microsoft.com/office/powerpoint/2010/main" val="3879797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ACEC1-6660-EE50-F53C-A8F8DAC95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406CFC-F1EC-BB0F-DF6E-6F49821E55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A259CF-7B16-0C4F-07BE-8260AE1CEA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0A2050-9C26-70E2-8346-DA163820FA4E}"/>
              </a:ext>
            </a:extLst>
          </p:cNvPr>
          <p:cNvSpPr>
            <a:spLocks noGrp="1"/>
          </p:cNvSpPr>
          <p:nvPr>
            <p:ph type="sldNum" sz="quarter" idx="5"/>
          </p:nvPr>
        </p:nvSpPr>
        <p:spPr/>
        <p:txBody>
          <a:bodyPr/>
          <a:lstStyle/>
          <a:p>
            <a:fld id="{9907D250-B7F3-4B46-BB95-7030CE6BB5B6}" type="slidenum">
              <a:rPr lang="en-US" smtClean="0"/>
              <a:t>13</a:t>
            </a:fld>
            <a:endParaRPr lang="en-US"/>
          </a:p>
        </p:txBody>
      </p:sp>
    </p:spTree>
    <p:extLst>
      <p:ext uri="{BB962C8B-B14F-4D97-AF65-F5344CB8AC3E}">
        <p14:creationId xmlns:p14="http://schemas.microsoft.com/office/powerpoint/2010/main" val="3315372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1AA26-0F13-52AC-3FC5-B19CE75234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39A51-3987-2FE5-2BDC-DE2059A358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B62195-E1E3-2BD7-03B2-4EAB46987B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559C3E-537A-A259-985B-2E2F2AB0173A}"/>
              </a:ext>
            </a:extLst>
          </p:cNvPr>
          <p:cNvSpPr>
            <a:spLocks noGrp="1"/>
          </p:cNvSpPr>
          <p:nvPr>
            <p:ph type="sldNum" sz="quarter" idx="5"/>
          </p:nvPr>
        </p:nvSpPr>
        <p:spPr/>
        <p:txBody>
          <a:bodyPr/>
          <a:lstStyle/>
          <a:p>
            <a:fld id="{9907D250-B7F3-4B46-BB95-7030CE6BB5B6}" type="slidenum">
              <a:rPr lang="en-US" smtClean="0"/>
              <a:t>14</a:t>
            </a:fld>
            <a:endParaRPr lang="en-US"/>
          </a:p>
        </p:txBody>
      </p:sp>
    </p:spTree>
    <p:extLst>
      <p:ext uri="{BB962C8B-B14F-4D97-AF65-F5344CB8AC3E}">
        <p14:creationId xmlns:p14="http://schemas.microsoft.com/office/powerpoint/2010/main" val="1529945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D807F-AED0-5975-6D21-E4F9F3904D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35878-97C3-FE87-F14F-4FAD78357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E7A90-EB46-AE9A-055A-61AEAC339F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4CF09F-40D8-FAF9-77DB-7773D971606E}"/>
              </a:ext>
            </a:extLst>
          </p:cNvPr>
          <p:cNvSpPr>
            <a:spLocks noGrp="1"/>
          </p:cNvSpPr>
          <p:nvPr>
            <p:ph type="sldNum" sz="quarter" idx="5"/>
          </p:nvPr>
        </p:nvSpPr>
        <p:spPr/>
        <p:txBody>
          <a:bodyPr/>
          <a:lstStyle/>
          <a:p>
            <a:fld id="{9907D250-B7F3-4B46-BB95-7030CE6BB5B6}" type="slidenum">
              <a:rPr lang="en-US" smtClean="0"/>
              <a:t>15</a:t>
            </a:fld>
            <a:endParaRPr lang="en-US"/>
          </a:p>
        </p:txBody>
      </p:sp>
    </p:spTree>
    <p:extLst>
      <p:ext uri="{BB962C8B-B14F-4D97-AF65-F5344CB8AC3E}">
        <p14:creationId xmlns:p14="http://schemas.microsoft.com/office/powerpoint/2010/main" val="46509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11383-22AB-2FDA-68FA-E0D0123E8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6FBCB-53B6-DD35-15A7-736B2062C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73F7A-9863-3D81-CAB2-48DE079377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ABE96B-C16C-2D23-9551-10098A7EC170}"/>
              </a:ext>
            </a:extLst>
          </p:cNvPr>
          <p:cNvSpPr>
            <a:spLocks noGrp="1"/>
          </p:cNvSpPr>
          <p:nvPr>
            <p:ph type="sldNum" sz="quarter" idx="5"/>
          </p:nvPr>
        </p:nvSpPr>
        <p:spPr/>
        <p:txBody>
          <a:bodyPr/>
          <a:lstStyle/>
          <a:p>
            <a:fld id="{9907D250-B7F3-4B46-BB95-7030CE6BB5B6}" type="slidenum">
              <a:rPr lang="en-US" smtClean="0"/>
              <a:t>16</a:t>
            </a:fld>
            <a:endParaRPr lang="en-US"/>
          </a:p>
        </p:txBody>
      </p:sp>
    </p:spTree>
    <p:extLst>
      <p:ext uri="{BB962C8B-B14F-4D97-AF65-F5344CB8AC3E}">
        <p14:creationId xmlns:p14="http://schemas.microsoft.com/office/powerpoint/2010/main" val="344981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279EA-E115-A1C1-4E0C-F5CEFC480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E798F-776D-ABDD-9895-552EDCB8E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365B2-92AC-27C2-1B31-ED025A82C2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5C1567-4CDB-B827-5FDF-774BB18E82A5}"/>
              </a:ext>
            </a:extLst>
          </p:cNvPr>
          <p:cNvSpPr>
            <a:spLocks noGrp="1"/>
          </p:cNvSpPr>
          <p:nvPr>
            <p:ph type="sldNum" sz="quarter" idx="5"/>
          </p:nvPr>
        </p:nvSpPr>
        <p:spPr/>
        <p:txBody>
          <a:bodyPr/>
          <a:lstStyle/>
          <a:p>
            <a:fld id="{9907D250-B7F3-4B46-BB95-7030CE6BB5B6}" type="slidenum">
              <a:rPr lang="en-US" smtClean="0"/>
              <a:t>17</a:t>
            </a:fld>
            <a:endParaRPr lang="en-US"/>
          </a:p>
        </p:txBody>
      </p:sp>
    </p:spTree>
    <p:extLst>
      <p:ext uri="{BB962C8B-B14F-4D97-AF65-F5344CB8AC3E}">
        <p14:creationId xmlns:p14="http://schemas.microsoft.com/office/powerpoint/2010/main" val="2993857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BBD7D-6E16-9B65-863D-764FDA7A9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991C2-A991-074A-2062-8D41C7112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0D378-9FCD-F339-EEBD-B9A1FAEB2B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3AEDC4-3819-8F3D-A1B1-22D1EDAA0188}"/>
              </a:ext>
            </a:extLst>
          </p:cNvPr>
          <p:cNvSpPr>
            <a:spLocks noGrp="1"/>
          </p:cNvSpPr>
          <p:nvPr>
            <p:ph type="sldNum" sz="quarter" idx="5"/>
          </p:nvPr>
        </p:nvSpPr>
        <p:spPr/>
        <p:txBody>
          <a:bodyPr/>
          <a:lstStyle/>
          <a:p>
            <a:fld id="{9907D250-B7F3-4B46-BB95-7030CE6BB5B6}" type="slidenum">
              <a:rPr lang="en-US" smtClean="0"/>
              <a:t>18</a:t>
            </a:fld>
            <a:endParaRPr lang="en-US"/>
          </a:p>
        </p:txBody>
      </p:sp>
    </p:spTree>
    <p:extLst>
      <p:ext uri="{BB962C8B-B14F-4D97-AF65-F5344CB8AC3E}">
        <p14:creationId xmlns:p14="http://schemas.microsoft.com/office/powerpoint/2010/main" val="13031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A99BA-38C8-35D2-A9A3-285B7D5CC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72255-FF8A-00AB-D6B1-E573B3063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1976E-D1E1-1F68-F059-9F3010F2B8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878333-883B-B684-6EA8-038C23758AF3}"/>
              </a:ext>
            </a:extLst>
          </p:cNvPr>
          <p:cNvSpPr>
            <a:spLocks noGrp="1"/>
          </p:cNvSpPr>
          <p:nvPr>
            <p:ph type="sldNum" sz="quarter" idx="5"/>
          </p:nvPr>
        </p:nvSpPr>
        <p:spPr/>
        <p:txBody>
          <a:bodyPr/>
          <a:lstStyle/>
          <a:p>
            <a:fld id="{9907D250-B7F3-4B46-BB95-7030CE6BB5B6}" type="slidenum">
              <a:rPr lang="en-US" smtClean="0"/>
              <a:t>19</a:t>
            </a:fld>
            <a:endParaRPr lang="en-US"/>
          </a:p>
        </p:txBody>
      </p:sp>
    </p:spTree>
    <p:extLst>
      <p:ext uri="{BB962C8B-B14F-4D97-AF65-F5344CB8AC3E}">
        <p14:creationId xmlns:p14="http://schemas.microsoft.com/office/powerpoint/2010/main" val="2778814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E5AE4-8FCD-5275-BDD7-9BD768836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7D339-B861-3F54-1491-9276AC9A6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DDF2C3-9608-170A-1FDB-099EC7770D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E8D663-3A15-E2F8-459C-501F1A25815B}"/>
              </a:ext>
            </a:extLst>
          </p:cNvPr>
          <p:cNvSpPr>
            <a:spLocks noGrp="1"/>
          </p:cNvSpPr>
          <p:nvPr>
            <p:ph type="sldNum" sz="quarter" idx="5"/>
          </p:nvPr>
        </p:nvSpPr>
        <p:spPr/>
        <p:txBody>
          <a:bodyPr/>
          <a:lstStyle/>
          <a:p>
            <a:fld id="{9907D250-B7F3-4B46-BB95-7030CE6BB5B6}" type="slidenum">
              <a:rPr lang="en-US" smtClean="0"/>
              <a:t>20</a:t>
            </a:fld>
            <a:endParaRPr lang="en-US"/>
          </a:p>
        </p:txBody>
      </p:sp>
    </p:spTree>
    <p:extLst>
      <p:ext uri="{BB962C8B-B14F-4D97-AF65-F5344CB8AC3E}">
        <p14:creationId xmlns:p14="http://schemas.microsoft.com/office/powerpoint/2010/main" val="17976520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D4D86-1D4E-2447-BE3E-038C9F591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986D56-3A61-0632-1718-6FF44BD16B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0FE76-4C8D-1A27-0CBD-3BF9CCA631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290065-F6CF-5F67-1484-EFB08FCF505F}"/>
              </a:ext>
            </a:extLst>
          </p:cNvPr>
          <p:cNvSpPr>
            <a:spLocks noGrp="1"/>
          </p:cNvSpPr>
          <p:nvPr>
            <p:ph type="sldNum" sz="quarter" idx="5"/>
          </p:nvPr>
        </p:nvSpPr>
        <p:spPr/>
        <p:txBody>
          <a:bodyPr/>
          <a:lstStyle/>
          <a:p>
            <a:fld id="{9907D250-B7F3-4B46-BB95-7030CE6BB5B6}" type="slidenum">
              <a:rPr lang="en-US" smtClean="0"/>
              <a:t>21</a:t>
            </a:fld>
            <a:endParaRPr lang="en-US"/>
          </a:p>
        </p:txBody>
      </p:sp>
    </p:spTree>
    <p:extLst>
      <p:ext uri="{BB962C8B-B14F-4D97-AF65-F5344CB8AC3E}">
        <p14:creationId xmlns:p14="http://schemas.microsoft.com/office/powerpoint/2010/main" val="1833800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F4001-C0BA-5A85-3FBA-8E2078179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93BF0-FE12-EFFA-06A2-D275CD4AEA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F88197-9721-4684-7B3F-9C9356BDD0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73BD01-7B19-16F0-5237-14B3E890EEF3}"/>
              </a:ext>
            </a:extLst>
          </p:cNvPr>
          <p:cNvSpPr>
            <a:spLocks noGrp="1"/>
          </p:cNvSpPr>
          <p:nvPr>
            <p:ph type="sldNum" sz="quarter" idx="5"/>
          </p:nvPr>
        </p:nvSpPr>
        <p:spPr/>
        <p:txBody>
          <a:bodyPr/>
          <a:lstStyle/>
          <a:p>
            <a:fld id="{9907D250-B7F3-4B46-BB95-7030CE6BB5B6}" type="slidenum">
              <a:rPr lang="en-US" smtClean="0"/>
              <a:t>22</a:t>
            </a:fld>
            <a:endParaRPr lang="en-US"/>
          </a:p>
        </p:txBody>
      </p:sp>
    </p:spTree>
    <p:extLst>
      <p:ext uri="{BB962C8B-B14F-4D97-AF65-F5344CB8AC3E}">
        <p14:creationId xmlns:p14="http://schemas.microsoft.com/office/powerpoint/2010/main" val="3640770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C263E-6F3D-83A5-3B03-C06A07E82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E8D18-4976-B386-377B-E66FEE877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E3C2A-C5DC-F151-5011-E64F207A24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3CFECC-18FC-C1F0-5B9D-7484DD4479DF}"/>
              </a:ext>
            </a:extLst>
          </p:cNvPr>
          <p:cNvSpPr>
            <a:spLocks noGrp="1"/>
          </p:cNvSpPr>
          <p:nvPr>
            <p:ph type="sldNum" sz="quarter" idx="5"/>
          </p:nvPr>
        </p:nvSpPr>
        <p:spPr/>
        <p:txBody>
          <a:bodyPr/>
          <a:lstStyle/>
          <a:p>
            <a:fld id="{9907D250-B7F3-4B46-BB95-7030CE6BB5B6}" type="slidenum">
              <a:rPr lang="en-US" smtClean="0"/>
              <a:t>23</a:t>
            </a:fld>
            <a:endParaRPr lang="en-US"/>
          </a:p>
        </p:txBody>
      </p:sp>
    </p:spTree>
    <p:extLst>
      <p:ext uri="{BB962C8B-B14F-4D97-AF65-F5344CB8AC3E}">
        <p14:creationId xmlns:p14="http://schemas.microsoft.com/office/powerpoint/2010/main" val="24550887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5B0F-4B39-1846-C79D-46F306AD2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15D0E-AB4C-C2AD-86FF-20B69F78D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22AB9-C30A-62F1-76F9-2711CC19DE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4E6827-0CF4-2F4D-AB8B-25894C60AD35}"/>
              </a:ext>
            </a:extLst>
          </p:cNvPr>
          <p:cNvSpPr>
            <a:spLocks noGrp="1"/>
          </p:cNvSpPr>
          <p:nvPr>
            <p:ph type="sldNum" sz="quarter" idx="5"/>
          </p:nvPr>
        </p:nvSpPr>
        <p:spPr/>
        <p:txBody>
          <a:bodyPr/>
          <a:lstStyle/>
          <a:p>
            <a:fld id="{9907D250-B7F3-4B46-BB95-7030CE6BB5B6}" type="slidenum">
              <a:rPr lang="en-US" smtClean="0"/>
              <a:t>24</a:t>
            </a:fld>
            <a:endParaRPr lang="en-US"/>
          </a:p>
        </p:txBody>
      </p:sp>
    </p:spTree>
    <p:extLst>
      <p:ext uri="{BB962C8B-B14F-4D97-AF65-F5344CB8AC3E}">
        <p14:creationId xmlns:p14="http://schemas.microsoft.com/office/powerpoint/2010/main" val="239421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ABEAD-3A27-5266-1FF6-41DD2B196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D41E6-6A87-F532-0141-375DF0024A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0BECE-4170-321B-F4EE-6D2FD96B85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8A6494-BCF8-A2E1-A2E2-3F8119249BDC}"/>
              </a:ext>
            </a:extLst>
          </p:cNvPr>
          <p:cNvSpPr>
            <a:spLocks noGrp="1"/>
          </p:cNvSpPr>
          <p:nvPr>
            <p:ph type="sldNum" sz="quarter" idx="5"/>
          </p:nvPr>
        </p:nvSpPr>
        <p:spPr/>
        <p:txBody>
          <a:bodyPr/>
          <a:lstStyle/>
          <a:p>
            <a:fld id="{9907D250-B7F3-4B46-BB95-7030CE6BB5B6}" type="slidenum">
              <a:rPr lang="en-US" smtClean="0"/>
              <a:t>25</a:t>
            </a:fld>
            <a:endParaRPr lang="en-US"/>
          </a:p>
        </p:txBody>
      </p:sp>
    </p:spTree>
    <p:extLst>
      <p:ext uri="{BB962C8B-B14F-4D97-AF65-F5344CB8AC3E}">
        <p14:creationId xmlns:p14="http://schemas.microsoft.com/office/powerpoint/2010/main" val="2293195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D3409-C155-F704-B682-0CB410543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4353E-2B4F-E9A2-2059-0EC88553A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BC6FD-05A9-82C3-8464-43FB6FB21B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072C95-FBD3-0364-F33A-99CD8A674515}"/>
              </a:ext>
            </a:extLst>
          </p:cNvPr>
          <p:cNvSpPr>
            <a:spLocks noGrp="1"/>
          </p:cNvSpPr>
          <p:nvPr>
            <p:ph type="sldNum" sz="quarter" idx="5"/>
          </p:nvPr>
        </p:nvSpPr>
        <p:spPr/>
        <p:txBody>
          <a:bodyPr/>
          <a:lstStyle/>
          <a:p>
            <a:fld id="{9907D250-B7F3-4B46-BB95-7030CE6BB5B6}" type="slidenum">
              <a:rPr lang="en-US" smtClean="0"/>
              <a:t>26</a:t>
            </a:fld>
            <a:endParaRPr lang="en-US"/>
          </a:p>
        </p:txBody>
      </p:sp>
    </p:spTree>
    <p:extLst>
      <p:ext uri="{BB962C8B-B14F-4D97-AF65-F5344CB8AC3E}">
        <p14:creationId xmlns:p14="http://schemas.microsoft.com/office/powerpoint/2010/main" val="8628399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3E3C5-8E4A-F49B-D153-2B520775A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21DF2-1232-5D2B-DCA6-438038FCA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D6362-F121-9DDB-2187-E1A468893B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7C24CA-7D44-E12C-E027-F42C8581F843}"/>
              </a:ext>
            </a:extLst>
          </p:cNvPr>
          <p:cNvSpPr>
            <a:spLocks noGrp="1"/>
          </p:cNvSpPr>
          <p:nvPr>
            <p:ph type="sldNum" sz="quarter" idx="5"/>
          </p:nvPr>
        </p:nvSpPr>
        <p:spPr/>
        <p:txBody>
          <a:bodyPr/>
          <a:lstStyle/>
          <a:p>
            <a:fld id="{9907D250-B7F3-4B46-BB95-7030CE6BB5B6}" type="slidenum">
              <a:rPr lang="en-US" smtClean="0"/>
              <a:t>27</a:t>
            </a:fld>
            <a:endParaRPr lang="en-US"/>
          </a:p>
        </p:txBody>
      </p:sp>
    </p:spTree>
    <p:extLst>
      <p:ext uri="{BB962C8B-B14F-4D97-AF65-F5344CB8AC3E}">
        <p14:creationId xmlns:p14="http://schemas.microsoft.com/office/powerpoint/2010/main" val="20747238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6EC62-9697-281C-4351-BFB3F9E06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32F86-72F9-9C94-371E-FCDEFE2D20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79FB7A-B44E-301C-0B95-646D172137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F10986-C902-A1BB-A78F-2D9B8601C119}"/>
              </a:ext>
            </a:extLst>
          </p:cNvPr>
          <p:cNvSpPr>
            <a:spLocks noGrp="1"/>
          </p:cNvSpPr>
          <p:nvPr>
            <p:ph type="sldNum" sz="quarter" idx="5"/>
          </p:nvPr>
        </p:nvSpPr>
        <p:spPr/>
        <p:txBody>
          <a:bodyPr/>
          <a:lstStyle/>
          <a:p>
            <a:fld id="{9907D250-B7F3-4B46-BB95-7030CE6BB5B6}" type="slidenum">
              <a:rPr lang="en-US" smtClean="0"/>
              <a:t>28</a:t>
            </a:fld>
            <a:endParaRPr lang="en-US"/>
          </a:p>
        </p:txBody>
      </p:sp>
    </p:spTree>
    <p:extLst>
      <p:ext uri="{BB962C8B-B14F-4D97-AF65-F5344CB8AC3E}">
        <p14:creationId xmlns:p14="http://schemas.microsoft.com/office/powerpoint/2010/main" val="20810588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502E1-2712-6E74-058D-ADB0D85D0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598FA-1402-B93A-25D7-1DEA0A403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B97CD-6778-B9EA-C837-7F509211F9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A4B72A-8DD7-B8C5-3E94-092D9DCF3F7E}"/>
              </a:ext>
            </a:extLst>
          </p:cNvPr>
          <p:cNvSpPr>
            <a:spLocks noGrp="1"/>
          </p:cNvSpPr>
          <p:nvPr>
            <p:ph type="sldNum" sz="quarter" idx="5"/>
          </p:nvPr>
        </p:nvSpPr>
        <p:spPr/>
        <p:txBody>
          <a:bodyPr/>
          <a:lstStyle/>
          <a:p>
            <a:fld id="{9907D250-B7F3-4B46-BB95-7030CE6BB5B6}" type="slidenum">
              <a:rPr lang="en-US" smtClean="0"/>
              <a:t>29</a:t>
            </a:fld>
            <a:endParaRPr lang="en-US"/>
          </a:p>
        </p:txBody>
      </p:sp>
    </p:spTree>
    <p:extLst>
      <p:ext uri="{BB962C8B-B14F-4D97-AF65-F5344CB8AC3E}">
        <p14:creationId xmlns:p14="http://schemas.microsoft.com/office/powerpoint/2010/main" val="24531292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9D807-E67C-CB97-2E5A-E88ACD4D7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05A61-1CCC-D7F0-8123-7358D0455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D58C9B-9CDD-A2F9-E9FE-247C7ADED4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B85035-4252-7556-9E25-6F2607426F5C}"/>
              </a:ext>
            </a:extLst>
          </p:cNvPr>
          <p:cNvSpPr>
            <a:spLocks noGrp="1"/>
          </p:cNvSpPr>
          <p:nvPr>
            <p:ph type="sldNum" sz="quarter" idx="5"/>
          </p:nvPr>
        </p:nvSpPr>
        <p:spPr/>
        <p:txBody>
          <a:bodyPr/>
          <a:lstStyle/>
          <a:p>
            <a:fld id="{9907D250-B7F3-4B46-BB95-7030CE6BB5B6}" type="slidenum">
              <a:rPr lang="en-US" smtClean="0"/>
              <a:t>30</a:t>
            </a:fld>
            <a:endParaRPr lang="en-US"/>
          </a:p>
        </p:txBody>
      </p:sp>
    </p:spTree>
    <p:extLst>
      <p:ext uri="{BB962C8B-B14F-4D97-AF65-F5344CB8AC3E}">
        <p14:creationId xmlns:p14="http://schemas.microsoft.com/office/powerpoint/2010/main" val="2396392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77500-0842-C2F3-881C-FC0449FD7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7C0BD-A545-646A-727C-9A18F09138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69B0B-690C-5E4C-710F-014BDC42CD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365C19-0D05-9529-5DB5-C2647FF42E53}"/>
              </a:ext>
            </a:extLst>
          </p:cNvPr>
          <p:cNvSpPr>
            <a:spLocks noGrp="1"/>
          </p:cNvSpPr>
          <p:nvPr>
            <p:ph type="sldNum" sz="quarter" idx="5"/>
          </p:nvPr>
        </p:nvSpPr>
        <p:spPr/>
        <p:txBody>
          <a:bodyPr/>
          <a:lstStyle/>
          <a:p>
            <a:fld id="{9907D250-B7F3-4B46-BB95-7030CE6BB5B6}" type="slidenum">
              <a:rPr lang="en-US" smtClean="0"/>
              <a:t>31</a:t>
            </a:fld>
            <a:endParaRPr lang="en-US"/>
          </a:p>
        </p:txBody>
      </p:sp>
    </p:spTree>
    <p:extLst>
      <p:ext uri="{BB962C8B-B14F-4D97-AF65-F5344CB8AC3E}">
        <p14:creationId xmlns:p14="http://schemas.microsoft.com/office/powerpoint/2010/main" val="3413682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E67EF-8669-6CA0-CDC0-B0C7383F49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7FE56-C809-0BF1-B244-6757D1FEA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25CCDF-89FF-6496-20B3-41259A7837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D0F972-3DB0-5EBF-969C-2F4D7565C7BE}"/>
              </a:ext>
            </a:extLst>
          </p:cNvPr>
          <p:cNvSpPr>
            <a:spLocks noGrp="1"/>
          </p:cNvSpPr>
          <p:nvPr>
            <p:ph type="sldNum" sz="quarter" idx="5"/>
          </p:nvPr>
        </p:nvSpPr>
        <p:spPr/>
        <p:txBody>
          <a:bodyPr/>
          <a:lstStyle/>
          <a:p>
            <a:fld id="{9907D250-B7F3-4B46-BB95-7030CE6BB5B6}" type="slidenum">
              <a:rPr lang="en-US" smtClean="0"/>
              <a:t>32</a:t>
            </a:fld>
            <a:endParaRPr lang="en-US"/>
          </a:p>
        </p:txBody>
      </p:sp>
    </p:spTree>
    <p:extLst>
      <p:ext uri="{BB962C8B-B14F-4D97-AF65-F5344CB8AC3E}">
        <p14:creationId xmlns:p14="http://schemas.microsoft.com/office/powerpoint/2010/main" val="14779681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09C5A-7D40-715E-4750-57FFA48B1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2A4FE-CE46-588B-26CC-0BDE1D2A6C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7EA90-09A1-A6A3-41D6-CC90612D8C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B89B99-631B-6F3C-B30E-8D4F014F568B}"/>
              </a:ext>
            </a:extLst>
          </p:cNvPr>
          <p:cNvSpPr>
            <a:spLocks noGrp="1"/>
          </p:cNvSpPr>
          <p:nvPr>
            <p:ph type="sldNum" sz="quarter" idx="5"/>
          </p:nvPr>
        </p:nvSpPr>
        <p:spPr/>
        <p:txBody>
          <a:bodyPr/>
          <a:lstStyle/>
          <a:p>
            <a:fld id="{9907D250-B7F3-4B46-BB95-7030CE6BB5B6}" type="slidenum">
              <a:rPr lang="en-US" smtClean="0"/>
              <a:t>33</a:t>
            </a:fld>
            <a:endParaRPr lang="en-US"/>
          </a:p>
        </p:txBody>
      </p:sp>
    </p:spTree>
    <p:extLst>
      <p:ext uri="{BB962C8B-B14F-4D97-AF65-F5344CB8AC3E}">
        <p14:creationId xmlns:p14="http://schemas.microsoft.com/office/powerpoint/2010/main" val="39870709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B579D-D6C0-A294-DFC4-AD37F88A7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57DF0-DF76-A7F0-EE48-B2C4A34613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68098D-1D42-3456-CB8C-379038CB8B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93EF58-C987-C50F-7967-FE93118F254D}"/>
              </a:ext>
            </a:extLst>
          </p:cNvPr>
          <p:cNvSpPr>
            <a:spLocks noGrp="1"/>
          </p:cNvSpPr>
          <p:nvPr>
            <p:ph type="sldNum" sz="quarter" idx="5"/>
          </p:nvPr>
        </p:nvSpPr>
        <p:spPr/>
        <p:txBody>
          <a:bodyPr/>
          <a:lstStyle/>
          <a:p>
            <a:fld id="{9907D250-B7F3-4B46-BB95-7030CE6BB5B6}" type="slidenum">
              <a:rPr lang="en-US" smtClean="0"/>
              <a:t>34</a:t>
            </a:fld>
            <a:endParaRPr lang="en-US"/>
          </a:p>
        </p:txBody>
      </p:sp>
    </p:spTree>
    <p:extLst>
      <p:ext uri="{BB962C8B-B14F-4D97-AF65-F5344CB8AC3E}">
        <p14:creationId xmlns:p14="http://schemas.microsoft.com/office/powerpoint/2010/main" val="1786009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17CA4-FA2A-0A9F-383B-208E4BA3FE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B6E95A-F17B-92F0-99FA-9A2D417D39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02AF2F-126E-1621-A19E-D5AA718C3665}"/>
              </a:ext>
            </a:extLst>
          </p:cNvPr>
          <p:cNvSpPr>
            <a:spLocks noGrp="1"/>
          </p:cNvSpPr>
          <p:nvPr>
            <p:ph type="dt" sz="half" idx="10"/>
          </p:nvPr>
        </p:nvSpPr>
        <p:spPr/>
        <p:txBody>
          <a:bodyPr/>
          <a:lstStyle/>
          <a:p>
            <a:fld id="{F6D93E76-8A40-431B-949F-187982CCF6A4}" type="datetimeFigureOut">
              <a:rPr lang="en-US" smtClean="0"/>
              <a:t>6/16/2026</a:t>
            </a:fld>
            <a:endParaRPr lang="en-US"/>
          </a:p>
        </p:txBody>
      </p:sp>
      <p:sp>
        <p:nvSpPr>
          <p:cNvPr id="5" name="Footer Placeholder 4">
            <a:extLst>
              <a:ext uri="{FF2B5EF4-FFF2-40B4-BE49-F238E27FC236}">
                <a16:creationId xmlns:a16="http://schemas.microsoft.com/office/drawing/2014/main" id="{F8F4DC32-3DCB-9FFB-A6F2-5C9A2C5CC6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6AF741-D8DC-C47F-1356-116861F19A36}"/>
              </a:ext>
            </a:extLst>
          </p:cNvPr>
          <p:cNvSpPr>
            <a:spLocks noGrp="1"/>
          </p:cNvSpPr>
          <p:nvPr>
            <p:ph type="sldNum" sz="quarter" idx="12"/>
          </p:nvPr>
        </p:nvSpPr>
        <p:spPr/>
        <p:txBody>
          <a:bodyPr/>
          <a:lstStyle/>
          <a:p>
            <a:fld id="{F616A551-9DC8-4C9C-AEA9-1E34BC0126DD}" type="slidenum">
              <a:rPr lang="en-US" smtClean="0"/>
              <a:t>‹#›</a:t>
            </a:fld>
            <a:endParaRPr lang="en-US"/>
          </a:p>
        </p:txBody>
      </p:sp>
    </p:spTree>
    <p:extLst>
      <p:ext uri="{BB962C8B-B14F-4D97-AF65-F5344CB8AC3E}">
        <p14:creationId xmlns:p14="http://schemas.microsoft.com/office/powerpoint/2010/main" val="1047979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37A82-7EE1-AFD5-9896-5CB39EDB3D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DFF973-05DD-6BE6-E9E7-FB79C46AF2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8CBA66-AAF5-CA07-7FC8-36E15EC97B72}"/>
              </a:ext>
            </a:extLst>
          </p:cNvPr>
          <p:cNvSpPr>
            <a:spLocks noGrp="1"/>
          </p:cNvSpPr>
          <p:nvPr>
            <p:ph type="dt" sz="half" idx="10"/>
          </p:nvPr>
        </p:nvSpPr>
        <p:spPr/>
        <p:txBody>
          <a:bodyPr/>
          <a:lstStyle/>
          <a:p>
            <a:fld id="{F6D93E76-8A40-431B-949F-187982CCF6A4}" type="datetimeFigureOut">
              <a:rPr lang="en-US" smtClean="0"/>
              <a:t>6/16/2026</a:t>
            </a:fld>
            <a:endParaRPr lang="en-US"/>
          </a:p>
        </p:txBody>
      </p:sp>
      <p:sp>
        <p:nvSpPr>
          <p:cNvPr id="5" name="Footer Placeholder 4">
            <a:extLst>
              <a:ext uri="{FF2B5EF4-FFF2-40B4-BE49-F238E27FC236}">
                <a16:creationId xmlns:a16="http://schemas.microsoft.com/office/drawing/2014/main" id="{DC799104-2CD5-50F9-2F4A-8530AC35E8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FA3007-3A09-C424-162C-D577AFAAB530}"/>
              </a:ext>
            </a:extLst>
          </p:cNvPr>
          <p:cNvSpPr>
            <a:spLocks noGrp="1"/>
          </p:cNvSpPr>
          <p:nvPr>
            <p:ph type="sldNum" sz="quarter" idx="12"/>
          </p:nvPr>
        </p:nvSpPr>
        <p:spPr/>
        <p:txBody>
          <a:bodyPr/>
          <a:lstStyle/>
          <a:p>
            <a:fld id="{F616A551-9DC8-4C9C-AEA9-1E34BC0126DD}" type="slidenum">
              <a:rPr lang="en-US" smtClean="0"/>
              <a:t>‹#›</a:t>
            </a:fld>
            <a:endParaRPr lang="en-US"/>
          </a:p>
        </p:txBody>
      </p:sp>
    </p:spTree>
    <p:extLst>
      <p:ext uri="{BB962C8B-B14F-4D97-AF65-F5344CB8AC3E}">
        <p14:creationId xmlns:p14="http://schemas.microsoft.com/office/powerpoint/2010/main" val="1542007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5F043-4DBE-5715-7324-79F436635B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8459A4-A398-C346-2725-92C7C5BD32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BD129B-E874-AA9C-F553-6CEF8EA8343B}"/>
              </a:ext>
            </a:extLst>
          </p:cNvPr>
          <p:cNvSpPr>
            <a:spLocks noGrp="1"/>
          </p:cNvSpPr>
          <p:nvPr>
            <p:ph type="dt" sz="half" idx="10"/>
          </p:nvPr>
        </p:nvSpPr>
        <p:spPr/>
        <p:txBody>
          <a:bodyPr/>
          <a:lstStyle/>
          <a:p>
            <a:fld id="{F6D93E76-8A40-431B-949F-187982CCF6A4}" type="datetimeFigureOut">
              <a:rPr lang="en-US" smtClean="0"/>
              <a:t>6/16/2026</a:t>
            </a:fld>
            <a:endParaRPr lang="en-US"/>
          </a:p>
        </p:txBody>
      </p:sp>
      <p:sp>
        <p:nvSpPr>
          <p:cNvPr id="5" name="Footer Placeholder 4">
            <a:extLst>
              <a:ext uri="{FF2B5EF4-FFF2-40B4-BE49-F238E27FC236}">
                <a16:creationId xmlns:a16="http://schemas.microsoft.com/office/drawing/2014/main" id="{614AB415-F3F8-2B21-AE6D-E6B22B558C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6B542A-7210-F3E8-92F8-FA2A5CBB7184}"/>
              </a:ext>
            </a:extLst>
          </p:cNvPr>
          <p:cNvSpPr>
            <a:spLocks noGrp="1"/>
          </p:cNvSpPr>
          <p:nvPr>
            <p:ph type="sldNum" sz="quarter" idx="12"/>
          </p:nvPr>
        </p:nvSpPr>
        <p:spPr/>
        <p:txBody>
          <a:bodyPr/>
          <a:lstStyle/>
          <a:p>
            <a:fld id="{F616A551-9DC8-4C9C-AEA9-1E34BC0126DD}" type="slidenum">
              <a:rPr lang="en-US" smtClean="0"/>
              <a:t>‹#›</a:t>
            </a:fld>
            <a:endParaRPr lang="en-US"/>
          </a:p>
        </p:txBody>
      </p:sp>
    </p:spTree>
    <p:extLst>
      <p:ext uri="{BB962C8B-B14F-4D97-AF65-F5344CB8AC3E}">
        <p14:creationId xmlns:p14="http://schemas.microsoft.com/office/powerpoint/2010/main" val="264557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A4532-165B-9EFB-2459-FBE6F3504D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697AAC-CA64-F968-B21B-1F20B8883A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7EF73AB-7534-0B59-9DD7-973B303A8A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95E519-4CB5-D1DD-AAC2-3A2FC6E94E2C}"/>
              </a:ext>
            </a:extLst>
          </p:cNvPr>
          <p:cNvSpPr>
            <a:spLocks noGrp="1"/>
          </p:cNvSpPr>
          <p:nvPr>
            <p:ph type="dt" sz="half" idx="10"/>
          </p:nvPr>
        </p:nvSpPr>
        <p:spPr/>
        <p:txBody>
          <a:bodyPr/>
          <a:lstStyle/>
          <a:p>
            <a:fld id="{F6D93E76-8A40-431B-949F-187982CCF6A4}" type="datetimeFigureOut">
              <a:rPr lang="en-US" smtClean="0"/>
              <a:t>6/16/2026</a:t>
            </a:fld>
            <a:endParaRPr lang="en-US"/>
          </a:p>
        </p:txBody>
      </p:sp>
      <p:sp>
        <p:nvSpPr>
          <p:cNvPr id="6" name="Footer Placeholder 5">
            <a:extLst>
              <a:ext uri="{FF2B5EF4-FFF2-40B4-BE49-F238E27FC236}">
                <a16:creationId xmlns:a16="http://schemas.microsoft.com/office/drawing/2014/main" id="{34C4265D-4A80-F576-C882-A60964E3E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6B641C-C453-5A68-F851-490FAA67D0D3}"/>
              </a:ext>
            </a:extLst>
          </p:cNvPr>
          <p:cNvSpPr>
            <a:spLocks noGrp="1"/>
          </p:cNvSpPr>
          <p:nvPr>
            <p:ph type="sldNum" sz="quarter" idx="12"/>
          </p:nvPr>
        </p:nvSpPr>
        <p:spPr/>
        <p:txBody>
          <a:bodyPr/>
          <a:lstStyle/>
          <a:p>
            <a:fld id="{F616A551-9DC8-4C9C-AEA9-1E34BC0126DD}" type="slidenum">
              <a:rPr lang="en-US" smtClean="0"/>
              <a:t>‹#›</a:t>
            </a:fld>
            <a:endParaRPr lang="en-US"/>
          </a:p>
        </p:txBody>
      </p:sp>
    </p:spTree>
    <p:extLst>
      <p:ext uri="{BB962C8B-B14F-4D97-AF65-F5344CB8AC3E}">
        <p14:creationId xmlns:p14="http://schemas.microsoft.com/office/powerpoint/2010/main" val="3830824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3F59-A0AB-A1BA-7312-60D6344F19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F35DD6-9BD2-6D13-FB07-1C5C62E6D5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F980BD-ABD0-2D63-BDC2-67710DDCC2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3ECAAC-FE5D-AA62-BEEF-30DF7F83D3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A01C19-0B82-A126-A137-3579C23FEE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B111AB-F4EC-CB09-9D61-A297626D3BC2}"/>
              </a:ext>
            </a:extLst>
          </p:cNvPr>
          <p:cNvSpPr>
            <a:spLocks noGrp="1"/>
          </p:cNvSpPr>
          <p:nvPr>
            <p:ph type="dt" sz="half" idx="10"/>
          </p:nvPr>
        </p:nvSpPr>
        <p:spPr/>
        <p:txBody>
          <a:bodyPr/>
          <a:lstStyle/>
          <a:p>
            <a:fld id="{F6D93E76-8A40-431B-949F-187982CCF6A4}" type="datetimeFigureOut">
              <a:rPr lang="en-US" smtClean="0"/>
              <a:t>6/16/2026</a:t>
            </a:fld>
            <a:endParaRPr lang="en-US"/>
          </a:p>
        </p:txBody>
      </p:sp>
      <p:sp>
        <p:nvSpPr>
          <p:cNvPr id="8" name="Footer Placeholder 7">
            <a:extLst>
              <a:ext uri="{FF2B5EF4-FFF2-40B4-BE49-F238E27FC236}">
                <a16:creationId xmlns:a16="http://schemas.microsoft.com/office/drawing/2014/main" id="{5A10FB5A-5CEC-DAE7-3865-653342664D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4E9E75-CE3F-41C4-387D-256A0D4DEB63}"/>
              </a:ext>
            </a:extLst>
          </p:cNvPr>
          <p:cNvSpPr>
            <a:spLocks noGrp="1"/>
          </p:cNvSpPr>
          <p:nvPr>
            <p:ph type="sldNum" sz="quarter" idx="12"/>
          </p:nvPr>
        </p:nvSpPr>
        <p:spPr/>
        <p:txBody>
          <a:bodyPr/>
          <a:lstStyle/>
          <a:p>
            <a:fld id="{F616A551-9DC8-4C9C-AEA9-1E34BC0126DD}" type="slidenum">
              <a:rPr lang="en-US" smtClean="0"/>
              <a:t>‹#›</a:t>
            </a:fld>
            <a:endParaRPr lang="en-US"/>
          </a:p>
        </p:txBody>
      </p:sp>
    </p:spTree>
    <p:extLst>
      <p:ext uri="{BB962C8B-B14F-4D97-AF65-F5344CB8AC3E}">
        <p14:creationId xmlns:p14="http://schemas.microsoft.com/office/powerpoint/2010/main" val="4014043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33CF4-825E-5384-205D-BE1BEE298E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E1F58D-7B10-D600-54B0-3F5EF71003B0}"/>
              </a:ext>
            </a:extLst>
          </p:cNvPr>
          <p:cNvSpPr>
            <a:spLocks noGrp="1"/>
          </p:cNvSpPr>
          <p:nvPr>
            <p:ph type="dt" sz="half" idx="10"/>
          </p:nvPr>
        </p:nvSpPr>
        <p:spPr/>
        <p:txBody>
          <a:bodyPr/>
          <a:lstStyle/>
          <a:p>
            <a:fld id="{F6D93E76-8A40-431B-949F-187982CCF6A4}" type="datetimeFigureOut">
              <a:rPr lang="en-US" smtClean="0"/>
              <a:t>6/16/2026</a:t>
            </a:fld>
            <a:endParaRPr lang="en-US"/>
          </a:p>
        </p:txBody>
      </p:sp>
      <p:sp>
        <p:nvSpPr>
          <p:cNvPr id="4" name="Footer Placeholder 3">
            <a:extLst>
              <a:ext uri="{FF2B5EF4-FFF2-40B4-BE49-F238E27FC236}">
                <a16:creationId xmlns:a16="http://schemas.microsoft.com/office/drawing/2014/main" id="{BBF2E725-DA74-D56D-2731-17C5F29D11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2ED5ED-B520-B569-8967-569C6998BDB6}"/>
              </a:ext>
            </a:extLst>
          </p:cNvPr>
          <p:cNvSpPr>
            <a:spLocks noGrp="1"/>
          </p:cNvSpPr>
          <p:nvPr>
            <p:ph type="sldNum" sz="quarter" idx="12"/>
          </p:nvPr>
        </p:nvSpPr>
        <p:spPr/>
        <p:txBody>
          <a:bodyPr/>
          <a:lstStyle/>
          <a:p>
            <a:fld id="{F616A551-9DC8-4C9C-AEA9-1E34BC0126DD}" type="slidenum">
              <a:rPr lang="en-US" smtClean="0"/>
              <a:t>‹#›</a:t>
            </a:fld>
            <a:endParaRPr lang="en-US"/>
          </a:p>
        </p:txBody>
      </p:sp>
    </p:spTree>
    <p:extLst>
      <p:ext uri="{BB962C8B-B14F-4D97-AF65-F5344CB8AC3E}">
        <p14:creationId xmlns:p14="http://schemas.microsoft.com/office/powerpoint/2010/main" val="1800450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061F2F-495E-E05D-5FAD-B053E24FE720}"/>
              </a:ext>
            </a:extLst>
          </p:cNvPr>
          <p:cNvSpPr>
            <a:spLocks noGrp="1"/>
          </p:cNvSpPr>
          <p:nvPr>
            <p:ph type="dt" sz="half" idx="10"/>
          </p:nvPr>
        </p:nvSpPr>
        <p:spPr/>
        <p:txBody>
          <a:bodyPr/>
          <a:lstStyle/>
          <a:p>
            <a:fld id="{F6D93E76-8A40-431B-949F-187982CCF6A4}" type="datetimeFigureOut">
              <a:rPr lang="en-US" smtClean="0"/>
              <a:t>6/16/2026</a:t>
            </a:fld>
            <a:endParaRPr lang="en-US"/>
          </a:p>
        </p:txBody>
      </p:sp>
      <p:sp>
        <p:nvSpPr>
          <p:cNvPr id="3" name="Footer Placeholder 2">
            <a:extLst>
              <a:ext uri="{FF2B5EF4-FFF2-40B4-BE49-F238E27FC236}">
                <a16:creationId xmlns:a16="http://schemas.microsoft.com/office/drawing/2014/main" id="{F449D525-0124-5FEA-D4B0-C3F3D55387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D697B2-7467-3D81-6212-B5F527AAD0B9}"/>
              </a:ext>
            </a:extLst>
          </p:cNvPr>
          <p:cNvSpPr>
            <a:spLocks noGrp="1"/>
          </p:cNvSpPr>
          <p:nvPr>
            <p:ph type="sldNum" sz="quarter" idx="12"/>
          </p:nvPr>
        </p:nvSpPr>
        <p:spPr/>
        <p:txBody>
          <a:bodyPr/>
          <a:lstStyle/>
          <a:p>
            <a:fld id="{F616A551-9DC8-4C9C-AEA9-1E34BC0126DD}" type="slidenum">
              <a:rPr lang="en-US" smtClean="0"/>
              <a:t>‹#›</a:t>
            </a:fld>
            <a:endParaRPr lang="en-US"/>
          </a:p>
        </p:txBody>
      </p:sp>
    </p:spTree>
    <p:extLst>
      <p:ext uri="{BB962C8B-B14F-4D97-AF65-F5344CB8AC3E}">
        <p14:creationId xmlns:p14="http://schemas.microsoft.com/office/powerpoint/2010/main" val="38471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48A57-7A98-83B3-6ECB-D30B5C5235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E8D183-E97C-DFE9-2AD1-9740F7DD1B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E03588-FEBD-EEBB-76A7-057A62F9A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752356-E4EC-B914-59C4-614333DC05BB}"/>
              </a:ext>
            </a:extLst>
          </p:cNvPr>
          <p:cNvSpPr>
            <a:spLocks noGrp="1"/>
          </p:cNvSpPr>
          <p:nvPr>
            <p:ph type="dt" sz="half" idx="10"/>
          </p:nvPr>
        </p:nvSpPr>
        <p:spPr/>
        <p:txBody>
          <a:bodyPr/>
          <a:lstStyle/>
          <a:p>
            <a:fld id="{F6D93E76-8A40-431B-949F-187982CCF6A4}" type="datetimeFigureOut">
              <a:rPr lang="en-US" smtClean="0"/>
              <a:t>6/16/2026</a:t>
            </a:fld>
            <a:endParaRPr lang="en-US"/>
          </a:p>
        </p:txBody>
      </p:sp>
      <p:sp>
        <p:nvSpPr>
          <p:cNvPr id="6" name="Footer Placeholder 5">
            <a:extLst>
              <a:ext uri="{FF2B5EF4-FFF2-40B4-BE49-F238E27FC236}">
                <a16:creationId xmlns:a16="http://schemas.microsoft.com/office/drawing/2014/main" id="{5619B7C0-EB9D-5B48-972D-ECA37C2EB9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B0BC12-D1B8-5F6C-3FFE-BB367D7ACF3B}"/>
              </a:ext>
            </a:extLst>
          </p:cNvPr>
          <p:cNvSpPr>
            <a:spLocks noGrp="1"/>
          </p:cNvSpPr>
          <p:nvPr>
            <p:ph type="sldNum" sz="quarter" idx="12"/>
          </p:nvPr>
        </p:nvSpPr>
        <p:spPr/>
        <p:txBody>
          <a:bodyPr/>
          <a:lstStyle/>
          <a:p>
            <a:fld id="{F616A551-9DC8-4C9C-AEA9-1E34BC0126DD}" type="slidenum">
              <a:rPr lang="en-US" smtClean="0"/>
              <a:t>‹#›</a:t>
            </a:fld>
            <a:endParaRPr lang="en-US"/>
          </a:p>
        </p:txBody>
      </p:sp>
    </p:spTree>
    <p:extLst>
      <p:ext uri="{BB962C8B-B14F-4D97-AF65-F5344CB8AC3E}">
        <p14:creationId xmlns:p14="http://schemas.microsoft.com/office/powerpoint/2010/main" val="2037478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892B-A9EE-1D6D-B6E4-B1B7AE8DC4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80E589-E864-F456-BE5E-C3209750E9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ED11D1-F221-D7C8-A521-536002BD2F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345141-F326-A0B7-A189-3C1A71EACAA9}"/>
              </a:ext>
            </a:extLst>
          </p:cNvPr>
          <p:cNvSpPr>
            <a:spLocks noGrp="1"/>
          </p:cNvSpPr>
          <p:nvPr>
            <p:ph type="dt" sz="half" idx="10"/>
          </p:nvPr>
        </p:nvSpPr>
        <p:spPr/>
        <p:txBody>
          <a:bodyPr/>
          <a:lstStyle/>
          <a:p>
            <a:fld id="{F6D93E76-8A40-431B-949F-187982CCF6A4}" type="datetimeFigureOut">
              <a:rPr lang="en-US" smtClean="0"/>
              <a:t>6/16/2026</a:t>
            </a:fld>
            <a:endParaRPr lang="en-US"/>
          </a:p>
        </p:txBody>
      </p:sp>
      <p:sp>
        <p:nvSpPr>
          <p:cNvPr id="6" name="Footer Placeholder 5">
            <a:extLst>
              <a:ext uri="{FF2B5EF4-FFF2-40B4-BE49-F238E27FC236}">
                <a16:creationId xmlns:a16="http://schemas.microsoft.com/office/drawing/2014/main" id="{3235603B-0E1A-C7BE-2B30-46E3300535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8E6763-EE42-2868-43B9-5A2FBFE4BD12}"/>
              </a:ext>
            </a:extLst>
          </p:cNvPr>
          <p:cNvSpPr>
            <a:spLocks noGrp="1"/>
          </p:cNvSpPr>
          <p:nvPr>
            <p:ph type="sldNum" sz="quarter" idx="12"/>
          </p:nvPr>
        </p:nvSpPr>
        <p:spPr/>
        <p:txBody>
          <a:bodyPr/>
          <a:lstStyle/>
          <a:p>
            <a:fld id="{F616A551-9DC8-4C9C-AEA9-1E34BC0126DD}" type="slidenum">
              <a:rPr lang="en-US" smtClean="0"/>
              <a:t>‹#›</a:t>
            </a:fld>
            <a:endParaRPr lang="en-US"/>
          </a:p>
        </p:txBody>
      </p:sp>
    </p:spTree>
    <p:extLst>
      <p:ext uri="{BB962C8B-B14F-4D97-AF65-F5344CB8AC3E}">
        <p14:creationId xmlns:p14="http://schemas.microsoft.com/office/powerpoint/2010/main" val="1166803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BA397-17BB-1A79-1349-86AF9D62F3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37F88C-B7A6-5BDF-0126-526ED6F5C6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84BAA3-90D0-4E6E-CDFE-8E28DBD74EDA}"/>
              </a:ext>
            </a:extLst>
          </p:cNvPr>
          <p:cNvSpPr>
            <a:spLocks noGrp="1"/>
          </p:cNvSpPr>
          <p:nvPr>
            <p:ph type="dt" sz="half" idx="10"/>
          </p:nvPr>
        </p:nvSpPr>
        <p:spPr/>
        <p:txBody>
          <a:bodyPr/>
          <a:lstStyle/>
          <a:p>
            <a:fld id="{F6D93E76-8A40-431B-949F-187982CCF6A4}" type="datetimeFigureOut">
              <a:rPr lang="en-US" smtClean="0"/>
              <a:t>6/16/2026</a:t>
            </a:fld>
            <a:endParaRPr lang="en-US"/>
          </a:p>
        </p:txBody>
      </p:sp>
      <p:sp>
        <p:nvSpPr>
          <p:cNvPr id="5" name="Footer Placeholder 4">
            <a:extLst>
              <a:ext uri="{FF2B5EF4-FFF2-40B4-BE49-F238E27FC236}">
                <a16:creationId xmlns:a16="http://schemas.microsoft.com/office/drawing/2014/main" id="{B40C0C58-5095-B3F0-C479-FD0DE79CC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EDBE5E-D0AE-46C9-D852-E0E00C95CF16}"/>
              </a:ext>
            </a:extLst>
          </p:cNvPr>
          <p:cNvSpPr>
            <a:spLocks noGrp="1"/>
          </p:cNvSpPr>
          <p:nvPr>
            <p:ph type="sldNum" sz="quarter" idx="12"/>
          </p:nvPr>
        </p:nvSpPr>
        <p:spPr/>
        <p:txBody>
          <a:bodyPr/>
          <a:lstStyle/>
          <a:p>
            <a:fld id="{F616A551-9DC8-4C9C-AEA9-1E34BC0126DD}" type="slidenum">
              <a:rPr lang="en-US" smtClean="0"/>
              <a:t>‹#›</a:t>
            </a:fld>
            <a:endParaRPr lang="en-US"/>
          </a:p>
        </p:txBody>
      </p:sp>
    </p:spTree>
    <p:extLst>
      <p:ext uri="{BB962C8B-B14F-4D97-AF65-F5344CB8AC3E}">
        <p14:creationId xmlns:p14="http://schemas.microsoft.com/office/powerpoint/2010/main" val="1930936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265DCF-7064-832F-597C-96BD29542E9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D77D3C-43E3-00D2-B98C-A548024D4B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0B2F91-CB05-8901-1383-C7440F364227}"/>
              </a:ext>
            </a:extLst>
          </p:cNvPr>
          <p:cNvSpPr>
            <a:spLocks noGrp="1"/>
          </p:cNvSpPr>
          <p:nvPr>
            <p:ph type="dt" sz="half" idx="10"/>
          </p:nvPr>
        </p:nvSpPr>
        <p:spPr/>
        <p:txBody>
          <a:bodyPr/>
          <a:lstStyle/>
          <a:p>
            <a:fld id="{F6D93E76-8A40-431B-949F-187982CCF6A4}" type="datetimeFigureOut">
              <a:rPr lang="en-US" smtClean="0"/>
              <a:t>6/16/2026</a:t>
            </a:fld>
            <a:endParaRPr lang="en-US"/>
          </a:p>
        </p:txBody>
      </p:sp>
      <p:sp>
        <p:nvSpPr>
          <p:cNvPr id="5" name="Footer Placeholder 4">
            <a:extLst>
              <a:ext uri="{FF2B5EF4-FFF2-40B4-BE49-F238E27FC236}">
                <a16:creationId xmlns:a16="http://schemas.microsoft.com/office/drawing/2014/main" id="{EE9637A0-E99E-2C5B-DB3B-CE21201868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1FBB06-8294-809F-3633-35B6329001A8}"/>
              </a:ext>
            </a:extLst>
          </p:cNvPr>
          <p:cNvSpPr>
            <a:spLocks noGrp="1"/>
          </p:cNvSpPr>
          <p:nvPr>
            <p:ph type="sldNum" sz="quarter" idx="12"/>
          </p:nvPr>
        </p:nvSpPr>
        <p:spPr/>
        <p:txBody>
          <a:bodyPr/>
          <a:lstStyle/>
          <a:p>
            <a:fld id="{F616A551-9DC8-4C9C-AEA9-1E34BC0126DD}" type="slidenum">
              <a:rPr lang="en-US" smtClean="0"/>
              <a:t>‹#›</a:t>
            </a:fld>
            <a:endParaRPr lang="en-US"/>
          </a:p>
        </p:txBody>
      </p:sp>
    </p:spTree>
    <p:extLst>
      <p:ext uri="{BB962C8B-B14F-4D97-AF65-F5344CB8AC3E}">
        <p14:creationId xmlns:p14="http://schemas.microsoft.com/office/powerpoint/2010/main" val="384014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7A3FAB-24DD-90FD-DE1A-3D93C96E21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EABFE9-1EF3-FC73-D337-83DC472763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3F2A70-1322-58C2-5E21-A217E0C930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D93E76-8A40-431B-949F-187982CCF6A4}" type="datetimeFigureOut">
              <a:rPr lang="en-US" smtClean="0"/>
              <a:t>6/16/2026</a:t>
            </a:fld>
            <a:endParaRPr lang="en-US"/>
          </a:p>
        </p:txBody>
      </p:sp>
      <p:sp>
        <p:nvSpPr>
          <p:cNvPr id="5" name="Footer Placeholder 4">
            <a:extLst>
              <a:ext uri="{FF2B5EF4-FFF2-40B4-BE49-F238E27FC236}">
                <a16:creationId xmlns:a16="http://schemas.microsoft.com/office/drawing/2014/main" id="{988880D7-F114-6AA8-C3B7-12D6A60ADC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5B076FF-42B5-3DEE-5914-8CC54A064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16A551-9DC8-4C9C-AEA9-1E34BC0126DD}" type="slidenum">
              <a:rPr lang="en-US" smtClean="0"/>
              <a:t>‹#›</a:t>
            </a:fld>
            <a:endParaRPr lang="en-US"/>
          </a:p>
        </p:txBody>
      </p:sp>
    </p:spTree>
    <p:extLst>
      <p:ext uri="{BB962C8B-B14F-4D97-AF65-F5344CB8AC3E}">
        <p14:creationId xmlns:p14="http://schemas.microsoft.com/office/powerpoint/2010/main" val="3131722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python/pygame-tutorial/" TargetMode="External"/><Relationship Id="rId2" Type="http://schemas.openxmlformats.org/officeDocument/2006/relationships/hyperlink" Target="https://www.geeksforgeeks.org/python/python-gui-tkinter/" TargetMode="External"/><Relationship Id="rId1" Type="http://schemas.openxmlformats.org/officeDocument/2006/relationships/slideLayout" Target="../slideLayouts/slideLayout1.xml"/><Relationship Id="rId5" Type="http://schemas.openxmlformats.org/officeDocument/2006/relationships/hyperlink" Target="https://www.geeksforgeeks.org/python/robot-framework-in-python/" TargetMode="External"/><Relationship Id="rId4" Type="http://schemas.openxmlformats.org/officeDocument/2006/relationships/hyperlink" Target="https://www.geeksforgeeks.org/software-testing/selenium-basics-components-features-uses-and-limitations/"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python.org/download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docs.python.org/3/library/"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numpy.org/"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matplotlib.org/" TargetMode="External"/><Relationship Id="rId4" Type="http://schemas.openxmlformats.org/officeDocument/2006/relationships/hyperlink" Target="https://pandas.pydata.org/"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pybrain.org/"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pytorch.org/"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AFD7E51-9995-4148-2D49-1808C2E4F934}"/>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12" name="TextBox 11">
            <a:extLst>
              <a:ext uri="{FF2B5EF4-FFF2-40B4-BE49-F238E27FC236}">
                <a16:creationId xmlns:a16="http://schemas.microsoft.com/office/drawing/2014/main" id="{EB1A35D4-B46F-1573-1FB1-49549A66167A}"/>
              </a:ext>
            </a:extLst>
          </p:cNvPr>
          <p:cNvSpPr txBox="1"/>
          <p:nvPr/>
        </p:nvSpPr>
        <p:spPr>
          <a:xfrm>
            <a:off x="2992088" y="6012580"/>
            <a:ext cx="6670416" cy="400110"/>
          </a:xfrm>
          <a:prstGeom prst="rect">
            <a:avLst/>
          </a:prstGeom>
          <a:noFill/>
        </p:spPr>
        <p:txBody>
          <a:bodyPr wrap="none" rtlCol="0">
            <a:spAutoFit/>
          </a:bodyPr>
          <a:lstStyle/>
          <a:p>
            <a:r>
              <a:rPr lang="en-US" sz="2000" dirty="0">
                <a:latin typeface="Arial Black" panose="020B0A04020102020204" pitchFamily="34" charset="0"/>
              </a:rPr>
              <a:t>Dr Ashok Gopalakrishnan, Scientist Emeritus, </a:t>
            </a:r>
          </a:p>
        </p:txBody>
      </p:sp>
      <p:pic>
        <p:nvPicPr>
          <p:cNvPr id="3" name="Picture 2">
            <a:extLst>
              <a:ext uri="{FF2B5EF4-FFF2-40B4-BE49-F238E27FC236}">
                <a16:creationId xmlns:a16="http://schemas.microsoft.com/office/drawing/2014/main" id="{7846A54F-1382-336D-9DEC-8E60A24A29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7070" y="1109317"/>
            <a:ext cx="8969078" cy="4639366"/>
          </a:xfrm>
          <a:prstGeom prst="rect">
            <a:avLst/>
          </a:prstGeom>
        </p:spPr>
      </p:pic>
    </p:spTree>
    <p:extLst>
      <p:ext uri="{BB962C8B-B14F-4D97-AF65-F5344CB8AC3E}">
        <p14:creationId xmlns:p14="http://schemas.microsoft.com/office/powerpoint/2010/main" val="4042346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879E3-DAF6-DA39-E18F-47FC953705E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0D14927-D36C-4DEC-CC88-09BA460EB42F}"/>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pic>
        <p:nvPicPr>
          <p:cNvPr id="6" name="Picture 5">
            <a:extLst>
              <a:ext uri="{FF2B5EF4-FFF2-40B4-BE49-F238E27FC236}">
                <a16:creationId xmlns:a16="http://schemas.microsoft.com/office/drawing/2014/main" id="{2AA7222B-FBD8-4E50-AEB2-E41EB8F979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009" y="925186"/>
            <a:ext cx="10545417" cy="5487504"/>
          </a:xfrm>
          <a:prstGeom prst="rect">
            <a:avLst/>
          </a:prstGeom>
        </p:spPr>
      </p:pic>
    </p:spTree>
    <p:extLst>
      <p:ext uri="{BB962C8B-B14F-4D97-AF65-F5344CB8AC3E}">
        <p14:creationId xmlns:p14="http://schemas.microsoft.com/office/powerpoint/2010/main" val="3427709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D1C24-4EE9-99D6-A97F-65CADA6059A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D960017-5BB2-C6B6-FF19-D79A3D44BAE7}"/>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5" name="TextBox 4">
            <a:extLst>
              <a:ext uri="{FF2B5EF4-FFF2-40B4-BE49-F238E27FC236}">
                <a16:creationId xmlns:a16="http://schemas.microsoft.com/office/drawing/2014/main" id="{854E023C-4F8F-A590-C616-CF78BD61821B}"/>
              </a:ext>
            </a:extLst>
          </p:cNvPr>
          <p:cNvSpPr txBox="1"/>
          <p:nvPr/>
        </p:nvSpPr>
        <p:spPr>
          <a:xfrm>
            <a:off x="407504" y="1238575"/>
            <a:ext cx="11062253" cy="584775"/>
          </a:xfrm>
          <a:prstGeom prst="rect">
            <a:avLst/>
          </a:prstGeom>
          <a:noFill/>
        </p:spPr>
        <p:txBody>
          <a:bodyPr wrap="square">
            <a:spAutoFit/>
          </a:bodyPr>
          <a:lstStyle/>
          <a:p>
            <a:pPr algn="just"/>
            <a:r>
              <a:rPr lang="en-US" sz="1600" dirty="0">
                <a:latin typeface="Arial Black" panose="020B0A04020102020204" pitchFamily="34" charset="0"/>
              </a:rPr>
              <a:t>“Welcome to Day 2 of our workshop. Today, we step into the world of </a:t>
            </a:r>
            <a:r>
              <a:rPr lang="en-US" sz="1600" b="1" dirty="0">
                <a:latin typeface="Arial Black" panose="020B0A04020102020204" pitchFamily="34" charset="0"/>
              </a:rPr>
              <a:t>Python for Data Science</a:t>
            </a:r>
            <a:r>
              <a:rPr lang="en-US" sz="1600" dirty="0">
                <a:latin typeface="Arial Black" panose="020B0A04020102020204" pitchFamily="34" charset="0"/>
              </a:rPr>
              <a:t> — the language that has become the backbone of modern analytics, machine learning, and AI.</a:t>
            </a:r>
          </a:p>
        </p:txBody>
      </p:sp>
      <p:sp>
        <p:nvSpPr>
          <p:cNvPr id="7" name="TextBox 6">
            <a:extLst>
              <a:ext uri="{FF2B5EF4-FFF2-40B4-BE49-F238E27FC236}">
                <a16:creationId xmlns:a16="http://schemas.microsoft.com/office/drawing/2014/main" id="{FD9D9F26-623E-5128-9E0F-D03934A899F3}"/>
              </a:ext>
            </a:extLst>
          </p:cNvPr>
          <p:cNvSpPr txBox="1"/>
          <p:nvPr/>
        </p:nvSpPr>
        <p:spPr>
          <a:xfrm>
            <a:off x="509794" y="2116962"/>
            <a:ext cx="3938381" cy="3816429"/>
          </a:xfrm>
          <a:prstGeom prst="rect">
            <a:avLst/>
          </a:prstGeom>
          <a:noFill/>
        </p:spPr>
        <p:txBody>
          <a:bodyPr wrap="square">
            <a:spAutoFit/>
          </a:bodyPr>
          <a:lstStyle/>
          <a:p>
            <a:pPr algn="ctr">
              <a:buNone/>
            </a:pPr>
            <a:r>
              <a:rPr lang="en-US" dirty="0">
                <a:solidFill>
                  <a:srgbClr val="FF0000"/>
                </a:solidFill>
                <a:effectLst/>
                <a:latin typeface="Arial Black" panose="020B0A04020102020204" pitchFamily="34" charset="0"/>
              </a:rPr>
              <a:t>Why Python? </a:t>
            </a:r>
          </a:p>
          <a:p>
            <a:pPr algn="just">
              <a:buNone/>
            </a:pPr>
            <a:endParaRPr lang="en-US" sz="1600" dirty="0">
              <a:latin typeface="Arial Black" panose="020B0A04020102020204" pitchFamily="34" charset="0"/>
            </a:endParaRPr>
          </a:p>
          <a:p>
            <a:pPr algn="just">
              <a:buNone/>
            </a:pPr>
            <a:r>
              <a:rPr lang="en-US" sz="1600" dirty="0">
                <a:solidFill>
                  <a:srgbClr val="7030A0"/>
                </a:solidFill>
                <a:effectLst/>
                <a:latin typeface="Arial Black" panose="020B0A04020102020204" pitchFamily="34" charset="0"/>
              </a:rPr>
              <a:t>Because it is:</a:t>
            </a:r>
          </a:p>
          <a:p>
            <a:pPr algn="just">
              <a:buNone/>
            </a:pPr>
            <a:endParaRPr lang="en-US" sz="1600" dirty="0">
              <a:latin typeface="Arial Black" panose="020B0A04020102020204" pitchFamily="34" charset="0"/>
            </a:endParaRPr>
          </a:p>
          <a:p>
            <a:pPr algn="just">
              <a:buFont typeface="Arial" panose="020B0604020202020204" pitchFamily="34" charset="0"/>
              <a:buChar char="•"/>
            </a:pPr>
            <a:r>
              <a:rPr lang="en-US" sz="1600" b="1" dirty="0">
                <a:effectLst/>
                <a:latin typeface="Arial Black" panose="020B0A04020102020204" pitchFamily="34" charset="0"/>
              </a:rPr>
              <a:t> </a:t>
            </a:r>
            <a:r>
              <a:rPr lang="en-US" sz="1600" b="1" dirty="0">
                <a:solidFill>
                  <a:srgbClr val="FF0000"/>
                </a:solidFill>
                <a:effectLst/>
                <a:latin typeface="Arial Black" panose="020B0A04020102020204" pitchFamily="34" charset="0"/>
              </a:rPr>
              <a:t>Simple and readable</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 easy for beginners, powerful for experts.</a:t>
            </a:r>
            <a:endParaRPr lang="en-US" sz="1600" dirty="0">
              <a:latin typeface="Arial Black" panose="020B0A04020102020204" pitchFamily="34" charset="0"/>
            </a:endParaRPr>
          </a:p>
          <a:p>
            <a:pPr algn="just">
              <a:buFont typeface="Arial" panose="020B0604020202020204" pitchFamily="34" charset="0"/>
              <a:buChar char="•"/>
            </a:pPr>
            <a:r>
              <a:rPr lang="en-US" sz="1600" b="1" dirty="0">
                <a:effectLst/>
                <a:latin typeface="Arial Black" panose="020B0A04020102020204" pitchFamily="34" charset="0"/>
              </a:rPr>
              <a:t> </a:t>
            </a:r>
            <a:r>
              <a:rPr lang="en-US" sz="1600" b="1" dirty="0">
                <a:solidFill>
                  <a:srgbClr val="FF0000"/>
                </a:solidFill>
                <a:effectLst/>
                <a:latin typeface="Arial Black" panose="020B0A04020102020204" pitchFamily="34" charset="0"/>
              </a:rPr>
              <a:t>Rich in libraries</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 from NumPy and Pandas for data handling, to Matplotlib and Seaborn for visualization, and Scikit‑Learn for machine learning.</a:t>
            </a:r>
            <a:endParaRPr lang="en-US" sz="1600" dirty="0">
              <a:latin typeface="Arial Black" panose="020B0A04020102020204" pitchFamily="34" charset="0"/>
            </a:endParaRPr>
          </a:p>
          <a:p>
            <a:pPr algn="just">
              <a:buFont typeface="Arial" panose="020B0604020202020204" pitchFamily="34" charset="0"/>
              <a:buChar char="•"/>
            </a:pPr>
            <a:r>
              <a:rPr lang="en-US" sz="1600" b="1" dirty="0">
                <a:effectLst/>
                <a:latin typeface="Arial Black" panose="020B0A04020102020204" pitchFamily="34" charset="0"/>
              </a:rPr>
              <a:t> </a:t>
            </a:r>
            <a:r>
              <a:rPr lang="en-US" sz="1600" b="1" dirty="0">
                <a:solidFill>
                  <a:srgbClr val="FF0000"/>
                </a:solidFill>
                <a:effectLst/>
                <a:latin typeface="Arial Black" panose="020B0A04020102020204" pitchFamily="34" charset="0"/>
              </a:rPr>
              <a:t>Community‑driven</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 supported by millions of developers, researchers, and data scientists worldwide</a:t>
            </a:r>
            <a:r>
              <a:rPr lang="en-US" dirty="0">
                <a:effectLst/>
                <a:latin typeface="Arial Black" panose="020B0A04020102020204" pitchFamily="34" charset="0"/>
              </a:rPr>
              <a:t>.</a:t>
            </a:r>
            <a:endParaRPr lang="en-US" dirty="0">
              <a:latin typeface="Arial Black" panose="020B0A04020102020204" pitchFamily="34" charset="0"/>
            </a:endParaRPr>
          </a:p>
        </p:txBody>
      </p:sp>
      <p:sp>
        <p:nvSpPr>
          <p:cNvPr id="10" name="TextBox 9">
            <a:extLst>
              <a:ext uri="{FF2B5EF4-FFF2-40B4-BE49-F238E27FC236}">
                <a16:creationId xmlns:a16="http://schemas.microsoft.com/office/drawing/2014/main" id="{BCA22C73-EA54-7046-458D-43CF4AE0F8C0}"/>
              </a:ext>
            </a:extLst>
          </p:cNvPr>
          <p:cNvSpPr txBox="1"/>
          <p:nvPr/>
        </p:nvSpPr>
        <p:spPr>
          <a:xfrm>
            <a:off x="5048249" y="4493796"/>
            <a:ext cx="6520070" cy="923330"/>
          </a:xfrm>
          <a:prstGeom prst="rect">
            <a:avLst/>
          </a:prstGeom>
          <a:noFill/>
        </p:spPr>
        <p:txBody>
          <a:bodyPr wrap="square">
            <a:spAutoFit/>
          </a:bodyPr>
          <a:lstStyle/>
          <a:p>
            <a:pPr algn="just"/>
            <a:r>
              <a:rPr lang="en-US" dirty="0">
                <a:solidFill>
                  <a:srgbClr val="FF0000"/>
                </a:solidFill>
                <a:latin typeface="Arial Black" panose="020B0A04020102020204" pitchFamily="34" charset="0"/>
              </a:rPr>
              <a:t>“NASA ISRO </a:t>
            </a:r>
            <a:r>
              <a:rPr lang="en-US" dirty="0" err="1">
                <a:solidFill>
                  <a:srgbClr val="FF0000"/>
                </a:solidFill>
                <a:latin typeface="Arial Black" panose="020B0A04020102020204" pitchFamily="34" charset="0"/>
              </a:rPr>
              <a:t>etc</a:t>
            </a:r>
            <a:r>
              <a:rPr lang="en-US" dirty="0">
                <a:solidFill>
                  <a:srgbClr val="FF0000"/>
                </a:solidFill>
                <a:latin typeface="Arial Black" panose="020B0A04020102020204" pitchFamily="34" charset="0"/>
              </a:rPr>
              <a:t> uses Python for mission data analysis, and finance firms rely on it for risk modeling — it’s everywhere.”</a:t>
            </a:r>
          </a:p>
        </p:txBody>
      </p:sp>
      <p:sp>
        <p:nvSpPr>
          <p:cNvPr id="11" name="Arrow: Right 10">
            <a:extLst>
              <a:ext uri="{FF2B5EF4-FFF2-40B4-BE49-F238E27FC236}">
                <a16:creationId xmlns:a16="http://schemas.microsoft.com/office/drawing/2014/main" id="{917F9283-A22C-AAC6-F622-90C5B4BBB3B7}"/>
              </a:ext>
            </a:extLst>
          </p:cNvPr>
          <p:cNvSpPr/>
          <p:nvPr/>
        </p:nvSpPr>
        <p:spPr>
          <a:xfrm>
            <a:off x="4688785" y="3349487"/>
            <a:ext cx="747919" cy="400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C26B4B8-1B70-C983-4750-F39A7596DA71}"/>
              </a:ext>
            </a:extLst>
          </p:cNvPr>
          <p:cNvSpPr txBox="1"/>
          <p:nvPr/>
        </p:nvSpPr>
        <p:spPr>
          <a:xfrm>
            <a:off x="5642941" y="2209294"/>
            <a:ext cx="5330687" cy="1815882"/>
          </a:xfrm>
          <a:prstGeom prst="rect">
            <a:avLst/>
          </a:prstGeom>
          <a:noFill/>
        </p:spPr>
        <p:txBody>
          <a:bodyPr wrap="square">
            <a:spAutoFit/>
          </a:bodyPr>
          <a:lstStyle/>
          <a:p>
            <a:pPr algn="just">
              <a:buNone/>
            </a:pPr>
            <a:r>
              <a:rPr lang="en-US" sz="1600" b="1" dirty="0">
                <a:solidFill>
                  <a:srgbClr val="FF0000"/>
                </a:solidFill>
                <a:effectLst/>
                <a:latin typeface="Arial Black" panose="020B0A04020102020204" pitchFamily="34" charset="0"/>
              </a:rPr>
              <a:t>Easy to Learn &amp; Use:</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Laptop with Python code and lightbulb.</a:t>
            </a:r>
            <a:endParaRPr lang="en-US" sz="1600" dirty="0">
              <a:latin typeface="Arial Black" panose="020B0A04020102020204" pitchFamily="34" charset="0"/>
            </a:endParaRPr>
          </a:p>
          <a:p>
            <a:pPr algn="just">
              <a:buNone/>
            </a:pPr>
            <a:r>
              <a:rPr lang="en-US" sz="1600" b="1" dirty="0">
                <a:solidFill>
                  <a:srgbClr val="FF0000"/>
                </a:solidFill>
                <a:effectLst/>
                <a:latin typeface="Arial Black" panose="020B0A04020102020204" pitchFamily="34" charset="0"/>
              </a:rPr>
              <a:t>Cross‑Platform Compatible:</a:t>
            </a:r>
            <a:r>
              <a:rPr lang="en-US" sz="1600" dirty="0">
                <a:effectLst/>
                <a:latin typeface="Arial Black" panose="020B0A04020102020204" pitchFamily="34" charset="0"/>
              </a:rPr>
              <a:t> Cloud, database, and SQL icons.</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Powerful Applications:</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Data Analysis, Machine Learning, Automation, AI &amp; Big Data.</a:t>
            </a:r>
            <a:endParaRPr lang="en-US" sz="1600" dirty="0">
              <a:latin typeface="Arial Black" panose="020B0A04020102020204" pitchFamily="34" charset="0"/>
            </a:endParaRPr>
          </a:p>
        </p:txBody>
      </p:sp>
      <p:sp>
        <p:nvSpPr>
          <p:cNvPr id="16" name="TextBox 15">
            <a:extLst>
              <a:ext uri="{FF2B5EF4-FFF2-40B4-BE49-F238E27FC236}">
                <a16:creationId xmlns:a16="http://schemas.microsoft.com/office/drawing/2014/main" id="{271D3ED2-0187-3F6A-41ED-73DCE9BD6852}"/>
              </a:ext>
            </a:extLst>
          </p:cNvPr>
          <p:cNvSpPr txBox="1"/>
          <p:nvPr/>
        </p:nvSpPr>
        <p:spPr>
          <a:xfrm>
            <a:off x="4542183" y="5933391"/>
            <a:ext cx="6927574" cy="923330"/>
          </a:xfrm>
          <a:prstGeom prst="rect">
            <a:avLst/>
          </a:prstGeom>
          <a:noFill/>
        </p:spPr>
        <p:txBody>
          <a:bodyPr wrap="square">
            <a:spAutoFit/>
          </a:bodyPr>
          <a:lstStyle/>
          <a:p>
            <a:pPr algn="just"/>
            <a:r>
              <a:rPr lang="en-US" dirty="0">
                <a:latin typeface="Arial Black" panose="020B0A04020102020204" pitchFamily="34" charset="0"/>
              </a:rPr>
              <a:t>Python’s versatility — it’s not just a programming language, but a complete ecosystem for data‑driven innovation.</a:t>
            </a:r>
          </a:p>
        </p:txBody>
      </p:sp>
    </p:spTree>
    <p:extLst>
      <p:ext uri="{BB962C8B-B14F-4D97-AF65-F5344CB8AC3E}">
        <p14:creationId xmlns:p14="http://schemas.microsoft.com/office/powerpoint/2010/main" val="249481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C64A8-4B20-8C30-C9D1-4F95D19E168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B927FCC-0A6B-E22F-77D6-28BB922C80B5}"/>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717E9703-C24B-86D2-0BC1-43B7694933C1}"/>
              </a:ext>
            </a:extLst>
          </p:cNvPr>
          <p:cNvSpPr txBox="1"/>
          <p:nvPr/>
        </p:nvSpPr>
        <p:spPr>
          <a:xfrm>
            <a:off x="805068" y="1149132"/>
            <a:ext cx="10465904" cy="1200329"/>
          </a:xfrm>
          <a:prstGeom prst="rect">
            <a:avLst/>
          </a:prstGeom>
          <a:noFill/>
        </p:spPr>
        <p:txBody>
          <a:bodyPr wrap="square">
            <a:spAutoFit/>
          </a:bodyPr>
          <a:lstStyle/>
          <a:p>
            <a:pPr marL="285750" indent="-285750">
              <a:buFont typeface="Arial" panose="020B0604020202020204" pitchFamily="34" charset="0"/>
              <a:buChar char="•"/>
            </a:pPr>
            <a:r>
              <a:rPr lang="en-US" dirty="0">
                <a:effectLst/>
                <a:latin typeface="Arial Black" panose="020B0A04020102020204" pitchFamily="34" charset="0"/>
              </a:rPr>
              <a:t>Python’s syntax is close to natural language — fewer symbols, more readability.</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Ideal for students transitioning from non‑programming backgrounds.</a:t>
            </a:r>
            <a:endParaRPr lang="en-US" dirty="0">
              <a:latin typeface="Arial Black" panose="020B0A04020102020204" pitchFamily="34" charset="0"/>
            </a:endParaRPr>
          </a:p>
          <a:p>
            <a:pPr marL="285750" indent="-285750">
              <a:buFont typeface="Arial" panose="020B0604020202020204" pitchFamily="34" charset="0"/>
              <a:buChar char="•"/>
            </a:pPr>
            <a:r>
              <a:rPr lang="en-US" dirty="0">
                <a:solidFill>
                  <a:srgbClr val="FF0000"/>
                </a:solidFill>
                <a:effectLst/>
                <a:latin typeface="Arial Black" panose="020B0A04020102020204" pitchFamily="34" charset="0"/>
              </a:rPr>
              <a:t>Example: </a:t>
            </a:r>
            <a:r>
              <a:rPr lang="en-US" dirty="0">
                <a:effectLst/>
                <a:latin typeface="Arial Black" panose="020B0A04020102020204" pitchFamily="34" charset="0"/>
              </a:rPr>
              <a:t>for value in data: is intuitive compared to complex syntax in other languages</a:t>
            </a:r>
            <a:r>
              <a:rPr lang="en-US" dirty="0">
                <a:effectLst/>
              </a:rPr>
              <a:t>. </a:t>
            </a:r>
            <a:endParaRPr lang="en-US" dirty="0"/>
          </a:p>
        </p:txBody>
      </p:sp>
      <p:sp>
        <p:nvSpPr>
          <p:cNvPr id="6" name="TextBox 5">
            <a:extLst>
              <a:ext uri="{FF2B5EF4-FFF2-40B4-BE49-F238E27FC236}">
                <a16:creationId xmlns:a16="http://schemas.microsoft.com/office/drawing/2014/main" id="{693BAD78-61BE-5A27-055D-865B7BEDDE00}"/>
              </a:ext>
            </a:extLst>
          </p:cNvPr>
          <p:cNvSpPr txBox="1"/>
          <p:nvPr/>
        </p:nvSpPr>
        <p:spPr>
          <a:xfrm>
            <a:off x="894522" y="2464330"/>
            <a:ext cx="10068339" cy="1754326"/>
          </a:xfrm>
          <a:prstGeom prst="rect">
            <a:avLst/>
          </a:prstGeom>
          <a:noFill/>
        </p:spPr>
        <p:txBody>
          <a:bodyPr wrap="square">
            <a:spAutoFit/>
          </a:bodyPr>
          <a:lstStyle/>
          <a:p>
            <a:pPr algn="ctr">
              <a:buNone/>
            </a:pPr>
            <a:r>
              <a:rPr lang="en-US" b="1" dirty="0">
                <a:solidFill>
                  <a:srgbClr val="002060"/>
                </a:solidFill>
                <a:latin typeface="Arial Black" panose="020B0A04020102020204" pitchFamily="34" charset="0"/>
              </a:rPr>
              <a:t>Rich Libraries &amp; Tools</a:t>
            </a:r>
          </a:p>
          <a:p>
            <a:pPr>
              <a:buNone/>
            </a:pPr>
            <a:endParaRPr lang="en-US" b="1" dirty="0">
              <a:latin typeface="Arial Black" panose="020B0A04020102020204" pitchFamily="34" charset="0"/>
            </a:endParaRPr>
          </a:p>
          <a:p>
            <a:pPr marL="285750" indent="-285750">
              <a:buFont typeface="Arial" panose="020B0604020202020204" pitchFamily="34" charset="0"/>
              <a:buChar char="•"/>
            </a:pPr>
            <a:r>
              <a:rPr lang="en-US" b="1" dirty="0">
                <a:solidFill>
                  <a:srgbClr val="FF0000"/>
                </a:solidFill>
                <a:effectLst/>
                <a:latin typeface="Arial Black" panose="020B0A04020102020204" pitchFamily="34" charset="0"/>
              </a:rPr>
              <a:t>NumPy:</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Efficient numerical operations and array handling.</a:t>
            </a:r>
            <a:endParaRPr lang="en-US" dirty="0">
              <a:latin typeface="Arial Black" panose="020B0A04020102020204" pitchFamily="34" charset="0"/>
            </a:endParaRPr>
          </a:p>
          <a:p>
            <a:pPr marL="285750" indent="-285750">
              <a:buFont typeface="Arial" panose="020B0604020202020204" pitchFamily="34" charset="0"/>
              <a:buChar char="•"/>
            </a:pPr>
            <a:r>
              <a:rPr lang="en-US" b="1" dirty="0">
                <a:solidFill>
                  <a:srgbClr val="FF0000"/>
                </a:solidFill>
                <a:effectLst/>
                <a:latin typeface="Arial Black" panose="020B0A04020102020204" pitchFamily="34" charset="0"/>
              </a:rPr>
              <a:t>Pandas:</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Data manipulation and cleaning with Data Frames.</a:t>
            </a:r>
            <a:endParaRPr lang="en-US" dirty="0">
              <a:latin typeface="Arial Black" panose="020B0A04020102020204" pitchFamily="34" charset="0"/>
            </a:endParaRPr>
          </a:p>
          <a:p>
            <a:pPr marL="285750" indent="-285750">
              <a:buFont typeface="Arial" panose="020B0604020202020204" pitchFamily="34" charset="0"/>
              <a:buChar char="•"/>
            </a:pPr>
            <a:r>
              <a:rPr lang="en-US" b="1" dirty="0">
                <a:solidFill>
                  <a:srgbClr val="FF0000"/>
                </a:solidFill>
                <a:effectLst/>
                <a:latin typeface="Arial Black" panose="020B0A04020102020204" pitchFamily="34" charset="0"/>
              </a:rPr>
              <a:t>Matplotlib / Seaborn:</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Visualization and storytelling through graphs.</a:t>
            </a:r>
            <a:endParaRPr lang="en-US" dirty="0">
              <a:latin typeface="Arial Black" panose="020B0A04020102020204" pitchFamily="34" charset="0"/>
            </a:endParaRPr>
          </a:p>
          <a:p>
            <a:pPr marL="285750" indent="-285750">
              <a:buFont typeface="Arial" panose="020B0604020202020204" pitchFamily="34" charset="0"/>
              <a:buChar char="•"/>
            </a:pPr>
            <a:r>
              <a:rPr lang="en-US" b="1" dirty="0">
                <a:solidFill>
                  <a:srgbClr val="FF0000"/>
                </a:solidFill>
                <a:effectLst/>
                <a:latin typeface="Arial Black" panose="020B0A04020102020204" pitchFamily="34" charset="0"/>
              </a:rPr>
              <a:t>Scikit‑Learn / TensorFlow:</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Machine learning and deep learning frameworks. </a:t>
            </a:r>
            <a:endParaRPr lang="en-US" dirty="0">
              <a:latin typeface="Arial Black" panose="020B0A04020102020204" pitchFamily="34" charset="0"/>
            </a:endParaRPr>
          </a:p>
        </p:txBody>
      </p:sp>
      <p:sp>
        <p:nvSpPr>
          <p:cNvPr id="12" name="TextBox 11">
            <a:extLst>
              <a:ext uri="{FF2B5EF4-FFF2-40B4-BE49-F238E27FC236}">
                <a16:creationId xmlns:a16="http://schemas.microsoft.com/office/drawing/2014/main" id="{AE52A8EC-A588-C9FD-954B-28E7E76417F8}"/>
              </a:ext>
            </a:extLst>
          </p:cNvPr>
          <p:cNvSpPr txBox="1"/>
          <p:nvPr/>
        </p:nvSpPr>
        <p:spPr>
          <a:xfrm>
            <a:off x="894521" y="4508540"/>
            <a:ext cx="10068339" cy="1384995"/>
          </a:xfrm>
          <a:prstGeom prst="rect">
            <a:avLst/>
          </a:prstGeom>
          <a:noFill/>
        </p:spPr>
        <p:txBody>
          <a:bodyPr wrap="square">
            <a:spAutoFit/>
          </a:bodyPr>
          <a:lstStyle/>
          <a:p>
            <a:pPr algn="ctr">
              <a:buNone/>
            </a:pPr>
            <a:r>
              <a:rPr lang="en-US" b="1" dirty="0">
                <a:solidFill>
                  <a:srgbClr val="002060"/>
                </a:solidFill>
                <a:latin typeface="Arial Black" panose="020B0A04020102020204" pitchFamily="34" charset="0"/>
              </a:rPr>
              <a:t>Vast Community Support</a:t>
            </a:r>
          </a:p>
          <a:p>
            <a:pPr>
              <a:buNone/>
            </a:pPr>
            <a:endParaRPr lang="en-US" b="1"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Millions of developers contribute tutorials, forums, and open‑source packages.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Continuous updates ensure compatibility with new technologies.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solidFill>
                  <a:srgbClr val="FF0000"/>
                </a:solidFill>
                <a:effectLst/>
                <a:latin typeface="Arial Black" panose="020B0A04020102020204" pitchFamily="34" charset="0"/>
              </a:rPr>
              <a:t>Example: </a:t>
            </a:r>
            <a:r>
              <a:rPr lang="en-US" sz="1600" dirty="0">
                <a:effectLst/>
                <a:latin typeface="Arial Black" panose="020B0A04020102020204" pitchFamily="34" charset="0"/>
              </a:rPr>
              <a:t>Stack Overflow, GitHub, and Kaggle communities provide instant help.</a:t>
            </a:r>
            <a:endParaRPr lang="en-US" sz="1600" dirty="0">
              <a:latin typeface="Arial Black" panose="020B0A04020102020204" pitchFamily="34" charset="0"/>
            </a:endParaRPr>
          </a:p>
        </p:txBody>
      </p:sp>
    </p:spTree>
    <p:extLst>
      <p:ext uri="{BB962C8B-B14F-4D97-AF65-F5344CB8AC3E}">
        <p14:creationId xmlns:p14="http://schemas.microsoft.com/office/powerpoint/2010/main" val="163979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14F26-4E8F-465A-0226-7F25E2CDA0C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66A8014-441C-060D-293C-1F785B274319}"/>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409E581A-B231-2A15-E74A-DCB37046FB34}"/>
              </a:ext>
            </a:extLst>
          </p:cNvPr>
          <p:cNvSpPr txBox="1"/>
          <p:nvPr/>
        </p:nvSpPr>
        <p:spPr>
          <a:xfrm>
            <a:off x="1272208" y="1227126"/>
            <a:ext cx="9322905" cy="5078313"/>
          </a:xfrm>
          <a:prstGeom prst="rect">
            <a:avLst/>
          </a:prstGeom>
          <a:noFill/>
        </p:spPr>
        <p:txBody>
          <a:bodyPr wrap="square">
            <a:spAutoFit/>
          </a:bodyPr>
          <a:lstStyle/>
          <a:p>
            <a:pPr algn="ctr">
              <a:buNone/>
            </a:pPr>
            <a:r>
              <a:rPr lang="en-US" b="1" dirty="0">
                <a:solidFill>
                  <a:srgbClr val="7030A0"/>
                </a:solidFill>
                <a:latin typeface="Arial Black" panose="020B0A04020102020204" pitchFamily="34" charset="0"/>
              </a:rPr>
              <a:t>Cross‑Platform Compatibility</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Works seamlessly on Windows, macOS, Linux, and cloud environments.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Integrates with SQL, Excel, APIs, and web frameworks.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solidFill>
                  <a:srgbClr val="FF0000"/>
                </a:solidFill>
                <a:effectLst/>
                <a:latin typeface="Arial Black" panose="020B0A04020102020204" pitchFamily="34" charset="0"/>
              </a:rPr>
              <a:t>Example: </a:t>
            </a:r>
            <a:r>
              <a:rPr lang="en-US" dirty="0">
                <a:effectLst/>
                <a:latin typeface="Arial Black" panose="020B0A04020102020204" pitchFamily="34" charset="0"/>
              </a:rPr>
              <a:t>Data pipelines can move from local analysis to cloud deployment without rewriting code.</a:t>
            </a:r>
          </a:p>
          <a:p>
            <a:pPr algn="just">
              <a:buFont typeface="Arial" panose="020B0604020202020204" pitchFamily="34" charset="0"/>
              <a:buChar char="•"/>
            </a:pPr>
            <a:endParaRPr lang="en-US" dirty="0">
              <a:latin typeface="Arial Black" panose="020B0A04020102020204" pitchFamily="34" charset="0"/>
            </a:endParaRPr>
          </a:p>
          <a:p>
            <a:pPr algn="ctr">
              <a:buNone/>
            </a:pPr>
            <a:r>
              <a:rPr lang="en-US" b="1" dirty="0">
                <a:solidFill>
                  <a:srgbClr val="7030A0"/>
                </a:solidFill>
                <a:latin typeface="Arial Black" panose="020B0A04020102020204" pitchFamily="34" charset="0"/>
              </a:rPr>
              <a:t>Powerful Applications</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Data Analysis:</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Business intelligence, scientific research, social analytics.</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Machine Learning:</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Predictive modeling, recommendation systems.</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Automation:</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Workflow optimization, data scraping, report generation.</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AI &amp; Big Data:</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Natural language processing, image recognition, large‑scale analytics. </a:t>
            </a:r>
            <a:r>
              <a:rPr lang="en-US" b="1" dirty="0">
                <a:effectLst/>
                <a:latin typeface="Arial Black" panose="020B0A04020102020204" pitchFamily="34" charset="0"/>
              </a:rPr>
              <a:t>Teaching Tip:</a:t>
            </a:r>
            <a:r>
              <a:rPr lang="en-US" dirty="0">
                <a:effectLst/>
                <a:latin typeface="Arial Black" panose="020B0A04020102020204" pitchFamily="34" charset="0"/>
              </a:rPr>
              <a:t> Relate each application to real‑world examples — e.g., NASA’s use of Python for mission telemetry analysis.</a:t>
            </a:r>
            <a:endParaRPr lang="en-US" dirty="0">
              <a:latin typeface="Arial Black" panose="020B0A04020102020204" pitchFamily="34" charset="0"/>
            </a:endParaRPr>
          </a:p>
        </p:txBody>
      </p:sp>
    </p:spTree>
    <p:extLst>
      <p:ext uri="{BB962C8B-B14F-4D97-AF65-F5344CB8AC3E}">
        <p14:creationId xmlns:p14="http://schemas.microsoft.com/office/powerpoint/2010/main" val="2239547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DF6D-554C-2A30-3226-91DD9A92C9F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255B3EE-C7EC-F312-6934-8C8F2A70DB9C}"/>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84EAA012-93F2-3CDA-B71A-1EE682A16993}"/>
              </a:ext>
            </a:extLst>
          </p:cNvPr>
          <p:cNvSpPr txBox="1"/>
          <p:nvPr/>
        </p:nvSpPr>
        <p:spPr>
          <a:xfrm>
            <a:off x="1056860" y="1190825"/>
            <a:ext cx="10078279" cy="1477328"/>
          </a:xfrm>
          <a:prstGeom prst="rect">
            <a:avLst/>
          </a:prstGeom>
          <a:noFill/>
        </p:spPr>
        <p:txBody>
          <a:bodyPr wrap="square">
            <a:spAutoFit/>
          </a:bodyPr>
          <a:lstStyle/>
          <a:p>
            <a:pPr algn="just"/>
            <a:r>
              <a:rPr lang="en-US" b="0" i="0" dirty="0">
                <a:solidFill>
                  <a:srgbClr val="273239"/>
                </a:solidFill>
                <a:effectLst/>
                <a:latin typeface="Arial Black" panose="020B0A04020102020204" pitchFamily="34" charset="0"/>
              </a:rPr>
              <a:t>What most people don’t know about Python is that it can be used as a scripting language. In scripting, the code is written in script form and gets executed. So the code is read and interpreted by the machine and errors are checked during runtime. After the code is checked, it can be used many times. It is also possible to automate specific tasks in a problem by automation.</a:t>
            </a:r>
            <a:endParaRPr lang="en-US" dirty="0">
              <a:latin typeface="Arial Black" panose="020B0A04020102020204" pitchFamily="34" charset="0"/>
            </a:endParaRPr>
          </a:p>
        </p:txBody>
      </p:sp>
      <p:sp>
        <p:nvSpPr>
          <p:cNvPr id="6" name="TextBox 5">
            <a:extLst>
              <a:ext uri="{FF2B5EF4-FFF2-40B4-BE49-F238E27FC236}">
                <a16:creationId xmlns:a16="http://schemas.microsoft.com/office/drawing/2014/main" id="{BCCD27FF-211E-105D-5917-1663CAC6F6A9}"/>
              </a:ext>
            </a:extLst>
          </p:cNvPr>
          <p:cNvSpPr txBox="1"/>
          <p:nvPr/>
        </p:nvSpPr>
        <p:spPr>
          <a:xfrm>
            <a:off x="1056860" y="2828835"/>
            <a:ext cx="10078279" cy="1477328"/>
          </a:xfrm>
          <a:prstGeom prst="rect">
            <a:avLst/>
          </a:prstGeom>
          <a:noFill/>
        </p:spPr>
        <p:txBody>
          <a:bodyPr wrap="square">
            <a:spAutoFit/>
          </a:bodyPr>
          <a:lstStyle/>
          <a:p>
            <a:pPr algn="just"/>
            <a:r>
              <a:rPr lang="en-US" b="0" i="0" dirty="0">
                <a:solidFill>
                  <a:srgbClr val="273239"/>
                </a:solidFill>
                <a:effectLst/>
                <a:latin typeface="Arial Black" panose="020B0A04020102020204" pitchFamily="34" charset="0"/>
              </a:rPr>
              <a:t>Python can be employed in small, large, online or offline projects. It is used to develop GUI and desktop applications. It’s </a:t>
            </a:r>
            <a:r>
              <a:rPr lang="en-US" b="1" i="0" dirty="0">
                <a:solidFill>
                  <a:srgbClr val="273239"/>
                </a:solidFill>
                <a:effectLst/>
                <a:latin typeface="Arial Black" panose="020B0A04020102020204" pitchFamily="34" charset="0"/>
              </a:rPr>
              <a:t>‘</a:t>
            </a:r>
            <a:r>
              <a:rPr lang="en-US" b="1" i="0" u="sng" dirty="0" err="1">
                <a:solidFill>
                  <a:srgbClr val="357960"/>
                </a:solidFill>
                <a:effectLst/>
                <a:latin typeface="Arial Black" panose="020B0A04020102020204" pitchFamily="34" charset="0"/>
                <a:hlinkClick r:id="rId2"/>
              </a:rPr>
              <a:t>Tkinter</a:t>
            </a:r>
            <a:r>
              <a:rPr lang="en-US" b="1" i="0" dirty="0">
                <a:solidFill>
                  <a:srgbClr val="273239"/>
                </a:solidFill>
                <a:effectLst/>
                <a:latin typeface="Arial Black" panose="020B0A04020102020204" pitchFamily="34" charset="0"/>
              </a:rPr>
              <a:t>’</a:t>
            </a:r>
            <a:r>
              <a:rPr lang="en-US" b="0" i="0" dirty="0">
                <a:solidFill>
                  <a:srgbClr val="273239"/>
                </a:solidFill>
                <a:effectLst/>
                <a:latin typeface="Arial Black" panose="020B0A04020102020204" pitchFamily="34" charset="0"/>
              </a:rPr>
              <a:t> library enables simple and rapid application development. This programming language is also used in game development where the logic is written using a module </a:t>
            </a:r>
            <a:r>
              <a:rPr lang="en-US" b="0" i="1" dirty="0">
                <a:solidFill>
                  <a:srgbClr val="273239"/>
                </a:solidFill>
                <a:effectLst/>
                <a:latin typeface="Arial Black" panose="020B0A04020102020204" pitchFamily="34" charset="0"/>
              </a:rPr>
              <a:t>‘</a:t>
            </a:r>
            <a:r>
              <a:rPr lang="en-US" b="0" i="1" u="sng" dirty="0" err="1">
                <a:solidFill>
                  <a:srgbClr val="357960"/>
                </a:solidFill>
                <a:effectLst/>
                <a:latin typeface="Arial Black" panose="020B0A04020102020204" pitchFamily="34" charset="0"/>
                <a:hlinkClick r:id="rId3"/>
              </a:rPr>
              <a:t>pygame</a:t>
            </a:r>
            <a:r>
              <a:rPr lang="en-US" b="0" i="1" dirty="0">
                <a:solidFill>
                  <a:srgbClr val="273239"/>
                </a:solidFill>
                <a:effectLst/>
                <a:latin typeface="Arial Black" panose="020B0A04020102020204" pitchFamily="34" charset="0"/>
              </a:rPr>
              <a:t>’</a:t>
            </a:r>
            <a:r>
              <a:rPr lang="en-US" b="0" i="0" dirty="0">
                <a:solidFill>
                  <a:srgbClr val="273239"/>
                </a:solidFill>
                <a:effectLst/>
                <a:latin typeface="Arial Black" panose="020B0A04020102020204" pitchFamily="34" charset="0"/>
              </a:rPr>
              <a:t> which can also run on android devices.</a:t>
            </a:r>
            <a:endParaRPr lang="en-US" dirty="0">
              <a:latin typeface="Arial Black" panose="020B0A04020102020204" pitchFamily="34" charset="0"/>
            </a:endParaRPr>
          </a:p>
        </p:txBody>
      </p:sp>
      <p:sp>
        <p:nvSpPr>
          <p:cNvPr id="9" name="TextBox 8">
            <a:extLst>
              <a:ext uri="{FF2B5EF4-FFF2-40B4-BE49-F238E27FC236}">
                <a16:creationId xmlns:a16="http://schemas.microsoft.com/office/drawing/2014/main" id="{F587F70F-050F-882E-601E-710E7AB94A69}"/>
              </a:ext>
            </a:extLst>
          </p:cNvPr>
          <p:cNvSpPr txBox="1"/>
          <p:nvPr/>
        </p:nvSpPr>
        <p:spPr>
          <a:xfrm>
            <a:off x="1056860" y="4574520"/>
            <a:ext cx="10078279" cy="1754326"/>
          </a:xfrm>
          <a:prstGeom prst="rect">
            <a:avLst/>
          </a:prstGeom>
          <a:noFill/>
        </p:spPr>
        <p:txBody>
          <a:bodyPr wrap="square">
            <a:spAutoFit/>
          </a:bodyPr>
          <a:lstStyle/>
          <a:p>
            <a:pPr algn="just"/>
            <a:r>
              <a:rPr lang="en-US" b="0" i="0" dirty="0">
                <a:solidFill>
                  <a:srgbClr val="273239"/>
                </a:solidFill>
                <a:effectLst/>
                <a:latin typeface="Arial Black" panose="020B0A04020102020204" pitchFamily="34" charset="0"/>
              </a:rPr>
              <a:t>This language is an excellent tool for validating the products or ideas for established enterprises. Python has numerous built-in testing frameworks that deal with debugging and rapid workflows. Its tools and modules such as </a:t>
            </a:r>
            <a:r>
              <a:rPr lang="en-US" b="1" i="1" u="sng" dirty="0">
                <a:solidFill>
                  <a:srgbClr val="357960"/>
                </a:solidFill>
                <a:effectLst/>
                <a:latin typeface="Arial Black" panose="020B0A04020102020204" pitchFamily="34" charset="0"/>
                <a:hlinkClick r:id="rId4"/>
              </a:rPr>
              <a:t>Selenium</a:t>
            </a:r>
            <a:r>
              <a:rPr lang="en-US" b="0" i="0" dirty="0">
                <a:solidFill>
                  <a:srgbClr val="273239"/>
                </a:solidFill>
                <a:effectLst/>
                <a:latin typeface="Arial Black" panose="020B0A04020102020204" pitchFamily="34" charset="0"/>
              </a:rPr>
              <a:t> and </a:t>
            </a:r>
            <a:r>
              <a:rPr lang="en-US" b="1" i="1" dirty="0">
                <a:solidFill>
                  <a:srgbClr val="273239"/>
                </a:solidFill>
                <a:effectLst/>
                <a:latin typeface="Arial Black" panose="020B0A04020102020204" pitchFamily="34" charset="0"/>
              </a:rPr>
              <a:t>Splinter</a:t>
            </a:r>
            <a:r>
              <a:rPr lang="en-US" b="0" i="0" dirty="0">
                <a:solidFill>
                  <a:srgbClr val="273239"/>
                </a:solidFill>
                <a:effectLst/>
                <a:latin typeface="Arial Black" panose="020B0A04020102020204" pitchFamily="34" charset="0"/>
              </a:rPr>
              <a:t> work to make things easier. Python also supports cross-platform and cross-browser testing with frameworks like </a:t>
            </a:r>
            <a:r>
              <a:rPr lang="en-US" b="0" i="1" dirty="0" err="1">
                <a:solidFill>
                  <a:srgbClr val="273239"/>
                </a:solidFill>
                <a:effectLst/>
                <a:latin typeface="Arial Black" panose="020B0A04020102020204" pitchFamily="34" charset="0"/>
              </a:rPr>
              <a:t>PyTest</a:t>
            </a:r>
            <a:r>
              <a:rPr lang="en-US" b="0" i="0" dirty="0">
                <a:solidFill>
                  <a:srgbClr val="273239"/>
                </a:solidFill>
                <a:effectLst/>
                <a:latin typeface="Arial Black" panose="020B0A04020102020204" pitchFamily="34" charset="0"/>
              </a:rPr>
              <a:t> and </a:t>
            </a:r>
            <a:r>
              <a:rPr lang="en-US" b="0" i="1" u="sng" dirty="0">
                <a:solidFill>
                  <a:srgbClr val="357960"/>
                </a:solidFill>
                <a:effectLst/>
                <a:latin typeface="Arial Black" panose="020B0A04020102020204" pitchFamily="34" charset="0"/>
                <a:hlinkClick r:id="rId5"/>
              </a:rPr>
              <a:t>Robot</a:t>
            </a:r>
            <a:r>
              <a:rPr lang="en-US" b="0" i="0" u="sng" dirty="0">
                <a:solidFill>
                  <a:srgbClr val="357960"/>
                </a:solidFill>
                <a:effectLst/>
                <a:latin typeface="Arial Black" panose="020B0A04020102020204" pitchFamily="34" charset="0"/>
                <a:hlinkClick r:id="rId5"/>
              </a:rPr>
              <a:t> </a:t>
            </a:r>
            <a:r>
              <a:rPr lang="en-US" b="0" i="0" dirty="0">
                <a:solidFill>
                  <a:srgbClr val="273239"/>
                </a:solidFill>
                <a:effectLst/>
                <a:latin typeface="Arial Black" panose="020B0A04020102020204" pitchFamily="34" charset="0"/>
              </a:rPr>
              <a:t>framework.</a:t>
            </a:r>
            <a:endParaRPr lang="en-US" dirty="0">
              <a:latin typeface="Arial Black" panose="020B0A04020102020204" pitchFamily="34" charset="0"/>
            </a:endParaRPr>
          </a:p>
        </p:txBody>
      </p:sp>
    </p:spTree>
    <p:extLst>
      <p:ext uri="{BB962C8B-B14F-4D97-AF65-F5344CB8AC3E}">
        <p14:creationId xmlns:p14="http://schemas.microsoft.com/office/powerpoint/2010/main" val="2195559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7223E-DE11-D33E-4541-2F91ECC2798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68E4880-0487-3D3A-C3DB-0A28AC6B89BD}"/>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9C4A1467-537A-529E-E7DB-8C152EEB2DA2}"/>
              </a:ext>
            </a:extLst>
          </p:cNvPr>
          <p:cNvSpPr txBox="1"/>
          <p:nvPr/>
        </p:nvSpPr>
        <p:spPr>
          <a:xfrm>
            <a:off x="1053548" y="1263374"/>
            <a:ext cx="10396329" cy="4498667"/>
          </a:xfrm>
          <a:prstGeom prst="rect">
            <a:avLst/>
          </a:prstGeom>
          <a:noFill/>
        </p:spPr>
        <p:txBody>
          <a:bodyPr wrap="square">
            <a:spAutoFit/>
          </a:bodyPr>
          <a:lstStyle/>
          <a:p>
            <a:pPr algn="just" rtl="0" fontAlgn="base">
              <a:spcAft>
                <a:spcPts val="750"/>
              </a:spcAft>
              <a:buNone/>
            </a:pPr>
            <a:r>
              <a:rPr lang="en-US" b="0" i="0" dirty="0">
                <a:solidFill>
                  <a:srgbClr val="273239"/>
                </a:solidFill>
                <a:effectLst/>
                <a:latin typeface="Arial Black" panose="020B0A04020102020204" pitchFamily="34" charset="0"/>
              </a:rPr>
              <a:t>NumPy is a core Python library for numerical computing, built for handling large arrays and matrices efficiently. It is significantly faster than Python's built-in lists because it uses optimized C language style storage where actual values are stored at contiguous locations (not object reference).</a:t>
            </a:r>
          </a:p>
          <a:p>
            <a:pPr algn="just" rtl="0" fontAlgn="base">
              <a:spcAft>
                <a:spcPts val="750"/>
              </a:spcAft>
              <a:buNone/>
            </a:pPr>
            <a:endParaRPr lang="en-US" b="0" i="0" dirty="0">
              <a:solidFill>
                <a:srgbClr val="273239"/>
              </a:solidFill>
              <a:effectLst/>
              <a:latin typeface="Arial Black" panose="020B0A04020102020204" pitchFamily="34" charset="0"/>
            </a:endParaRPr>
          </a:p>
          <a:p>
            <a:pPr marL="285750" indent="-285750" algn="just" fontAlgn="base">
              <a:spcAft>
                <a:spcPts val="1800"/>
              </a:spcAft>
              <a:buFont typeface="Arial" panose="020B0604020202020204" pitchFamily="34" charset="0"/>
              <a:buChar char="•"/>
            </a:pPr>
            <a:r>
              <a:rPr lang="en-US" b="1" i="0" dirty="0" err="1">
                <a:solidFill>
                  <a:srgbClr val="FF0000"/>
                </a:solidFill>
                <a:effectLst/>
                <a:latin typeface="Arial Black" panose="020B0A04020102020204" pitchFamily="34" charset="0"/>
              </a:rPr>
              <a:t>ndarray</a:t>
            </a:r>
            <a:r>
              <a:rPr lang="en-US" b="1" i="0" dirty="0">
                <a:solidFill>
                  <a:srgbClr val="FF0000"/>
                </a:solidFill>
                <a:effectLst/>
                <a:latin typeface="Arial Black" panose="020B0A04020102020204" pitchFamily="34" charset="0"/>
              </a:rPr>
              <a:t> object</a:t>
            </a:r>
            <a:r>
              <a:rPr lang="en-US" b="0" i="0" dirty="0">
                <a:solidFill>
                  <a:srgbClr val="273239"/>
                </a:solidFill>
                <a:effectLst/>
                <a:latin typeface="Arial Black" panose="020B0A04020102020204" pitchFamily="34" charset="0"/>
              </a:rPr>
              <a:t>: N-dimensional array for fast numerical operations.</a:t>
            </a:r>
          </a:p>
          <a:p>
            <a:pPr marL="285750" indent="-285750" algn="just" fontAlgn="base">
              <a:spcAft>
                <a:spcPts val="1800"/>
              </a:spcAft>
              <a:buFont typeface="Arial" panose="020B0604020202020204" pitchFamily="34" charset="0"/>
              <a:buChar char="•"/>
            </a:pPr>
            <a:r>
              <a:rPr lang="en-US" b="1" i="0" dirty="0">
                <a:solidFill>
                  <a:srgbClr val="FF0000"/>
                </a:solidFill>
                <a:effectLst/>
                <a:latin typeface="Arial Black" panose="020B0A04020102020204" pitchFamily="34" charset="0"/>
              </a:rPr>
              <a:t>Vectorized operations</a:t>
            </a:r>
            <a:r>
              <a:rPr lang="en-US" b="0" i="0" dirty="0">
                <a:solidFill>
                  <a:srgbClr val="273239"/>
                </a:solidFill>
                <a:effectLst/>
                <a:latin typeface="Arial Black" panose="020B0A04020102020204" pitchFamily="34" charset="0"/>
              </a:rPr>
              <a:t>: Perform element-wise calculations without loops.</a:t>
            </a:r>
          </a:p>
          <a:p>
            <a:pPr marL="285750" indent="-285750" algn="just" fontAlgn="base">
              <a:spcAft>
                <a:spcPts val="1800"/>
              </a:spcAft>
              <a:buFont typeface="Arial" panose="020B0604020202020204" pitchFamily="34" charset="0"/>
              <a:buChar char="•"/>
            </a:pPr>
            <a:r>
              <a:rPr lang="en-US" b="1" i="0" dirty="0">
                <a:solidFill>
                  <a:srgbClr val="FF0000"/>
                </a:solidFill>
                <a:effectLst/>
                <a:latin typeface="Arial Black" panose="020B0A04020102020204" pitchFamily="34" charset="0"/>
              </a:rPr>
              <a:t>Broadcasting</a:t>
            </a:r>
            <a:r>
              <a:rPr lang="en-US" b="0" i="0" dirty="0">
                <a:solidFill>
                  <a:srgbClr val="273239"/>
                </a:solidFill>
                <a:effectLst/>
                <a:latin typeface="Arial Black" panose="020B0A04020102020204" pitchFamily="34" charset="0"/>
              </a:rPr>
              <a:t>: Operate on arrays of different shapes.</a:t>
            </a:r>
          </a:p>
          <a:p>
            <a:pPr marL="285750" indent="-285750" algn="just" fontAlgn="base">
              <a:spcAft>
                <a:spcPts val="1800"/>
              </a:spcAft>
              <a:buFont typeface="Arial" panose="020B0604020202020204" pitchFamily="34" charset="0"/>
              <a:buChar char="•"/>
            </a:pPr>
            <a:r>
              <a:rPr lang="en-US" b="1" i="0" dirty="0">
                <a:solidFill>
                  <a:srgbClr val="FF0000"/>
                </a:solidFill>
                <a:effectLst/>
                <a:latin typeface="Arial Black" panose="020B0A04020102020204" pitchFamily="34" charset="0"/>
              </a:rPr>
              <a:t>Linear algebra functions</a:t>
            </a:r>
            <a:r>
              <a:rPr lang="en-US" b="0" i="0" dirty="0">
                <a:solidFill>
                  <a:srgbClr val="273239"/>
                </a:solidFill>
                <a:effectLst/>
                <a:latin typeface="Arial Black" panose="020B0A04020102020204" pitchFamily="34" charset="0"/>
              </a:rPr>
              <a:t>: Matrix operations like multiplication and inversion.</a:t>
            </a:r>
          </a:p>
          <a:p>
            <a:pPr marL="285750" indent="-285750" algn="just" fontAlgn="base">
              <a:spcAft>
                <a:spcPts val="1800"/>
              </a:spcAft>
              <a:buFont typeface="Arial" panose="020B0604020202020204" pitchFamily="34" charset="0"/>
              <a:buChar char="•"/>
            </a:pPr>
            <a:r>
              <a:rPr lang="en-US" b="1" i="0" dirty="0">
                <a:solidFill>
                  <a:srgbClr val="FF0000"/>
                </a:solidFill>
                <a:effectLst/>
                <a:latin typeface="Arial Black" panose="020B0A04020102020204" pitchFamily="34" charset="0"/>
              </a:rPr>
              <a:t>Statistical functions</a:t>
            </a:r>
            <a:r>
              <a:rPr lang="en-US" b="0" i="0" dirty="0">
                <a:solidFill>
                  <a:srgbClr val="273239"/>
                </a:solidFill>
                <a:effectLst/>
                <a:latin typeface="Arial Black" panose="020B0A04020102020204" pitchFamily="34" charset="0"/>
              </a:rPr>
              <a:t>: Mean, median, standard deviation.</a:t>
            </a:r>
          </a:p>
          <a:p>
            <a:pPr marL="285750" indent="-285750" algn="just" fontAlgn="base">
              <a:spcAft>
                <a:spcPts val="1800"/>
              </a:spcAft>
              <a:buFont typeface="Arial" panose="020B0604020202020204" pitchFamily="34" charset="0"/>
              <a:buChar char="•"/>
            </a:pPr>
            <a:r>
              <a:rPr lang="en-US" b="1" i="0" dirty="0">
                <a:solidFill>
                  <a:srgbClr val="FF0000"/>
                </a:solidFill>
                <a:effectLst/>
                <a:latin typeface="Arial Black" panose="020B0A04020102020204" pitchFamily="34" charset="0"/>
              </a:rPr>
              <a:t>Integration</a:t>
            </a:r>
            <a:r>
              <a:rPr lang="en-US" b="0" i="0" dirty="0">
                <a:solidFill>
                  <a:srgbClr val="273239"/>
                </a:solidFill>
                <a:effectLst/>
                <a:latin typeface="Arial Black" panose="020B0A04020102020204" pitchFamily="34" charset="0"/>
              </a:rPr>
              <a:t>: Works with Pandas, SciPy and scikit-learn.</a:t>
            </a:r>
          </a:p>
        </p:txBody>
      </p:sp>
    </p:spTree>
    <p:extLst>
      <p:ext uri="{BB962C8B-B14F-4D97-AF65-F5344CB8AC3E}">
        <p14:creationId xmlns:p14="http://schemas.microsoft.com/office/powerpoint/2010/main" val="531831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10B94-DF0D-BBA0-8E85-AF8D61AA352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CED6F1A-4457-FAA5-EE41-D2DA83EDD3E5}"/>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79B37EA3-1CFC-0A13-6910-FB0292EA7E51}"/>
              </a:ext>
            </a:extLst>
          </p:cNvPr>
          <p:cNvSpPr txBox="1"/>
          <p:nvPr/>
        </p:nvSpPr>
        <p:spPr>
          <a:xfrm>
            <a:off x="983973" y="1361765"/>
            <a:ext cx="9998765" cy="4324261"/>
          </a:xfrm>
          <a:prstGeom prst="rect">
            <a:avLst/>
          </a:prstGeom>
          <a:noFill/>
        </p:spPr>
        <p:txBody>
          <a:bodyPr wrap="square">
            <a:spAutoFit/>
          </a:bodyPr>
          <a:lstStyle/>
          <a:p>
            <a:pPr algn="ctr" fontAlgn="base">
              <a:lnSpc>
                <a:spcPts val="2100"/>
              </a:lnSpc>
              <a:buNone/>
            </a:pPr>
            <a:r>
              <a:rPr lang="en-US" b="1" i="0" dirty="0">
                <a:solidFill>
                  <a:srgbClr val="7030A0"/>
                </a:solidFill>
                <a:effectLst/>
                <a:latin typeface="Arial Black" panose="020B0A04020102020204" pitchFamily="34" charset="0"/>
              </a:rPr>
              <a:t>Why Learn NumPy?</a:t>
            </a:r>
          </a:p>
          <a:p>
            <a:pPr algn="l" fontAlgn="base">
              <a:lnSpc>
                <a:spcPts val="2100"/>
              </a:lnSpc>
              <a:buNone/>
            </a:pPr>
            <a:endParaRPr lang="en-US" b="1" i="0" dirty="0">
              <a:solidFill>
                <a:srgbClr val="273239"/>
              </a:solidFill>
              <a:effectLst/>
              <a:latin typeface="Arial Black" panose="020B0A04020102020204" pitchFamily="34" charset="0"/>
            </a:endParaRP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Executes vectorized operations 10 to 100 times faster than standard Python loops.</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Uses homogeneous arrays to store large datasets more compactly than Python lists.</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Provides optimized functions for linear algebra, Fourier transforms and matrix manipulations.</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Includes robust tools for statistics, random number generation and missing data management.</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Expresses complex math in single-line commands, eliminating the need for manual, nested loops.</a:t>
            </a:r>
          </a:p>
        </p:txBody>
      </p:sp>
    </p:spTree>
    <p:extLst>
      <p:ext uri="{BB962C8B-B14F-4D97-AF65-F5344CB8AC3E}">
        <p14:creationId xmlns:p14="http://schemas.microsoft.com/office/powerpoint/2010/main" val="813622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6401E-9141-AC76-0CCC-AF5A57738BA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7D80031-8560-F0CA-64F5-CE3967FE5688}"/>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45C37BC6-CE85-E8BF-E8F9-713B9BE0E4ED}"/>
              </a:ext>
            </a:extLst>
          </p:cNvPr>
          <p:cNvSpPr txBox="1"/>
          <p:nvPr/>
        </p:nvSpPr>
        <p:spPr>
          <a:xfrm>
            <a:off x="3430250" y="2326747"/>
            <a:ext cx="4939749" cy="1200329"/>
          </a:xfrm>
          <a:prstGeom prst="rect">
            <a:avLst/>
          </a:prstGeom>
          <a:noFill/>
        </p:spPr>
        <p:txBody>
          <a:bodyPr wrap="square">
            <a:spAutoFit/>
          </a:bodyPr>
          <a:lstStyle/>
          <a:p>
            <a:r>
              <a:rPr lang="en-US" dirty="0">
                <a:latin typeface="Arial Black" panose="020B0A04020102020204" pitchFamily="34" charset="0"/>
              </a:rPr>
              <a:t>import </a:t>
            </a:r>
            <a:r>
              <a:rPr lang="en-US" dirty="0" err="1">
                <a:latin typeface="Arial Black" panose="020B0A04020102020204" pitchFamily="34" charset="0"/>
              </a:rPr>
              <a:t>numpy</a:t>
            </a:r>
            <a:r>
              <a:rPr lang="en-US" dirty="0">
                <a:latin typeface="Arial Black" panose="020B0A04020102020204" pitchFamily="34" charset="0"/>
              </a:rPr>
              <a:t> as np</a:t>
            </a:r>
          </a:p>
          <a:p>
            <a:endParaRPr lang="en-US" dirty="0">
              <a:latin typeface="Arial Black" panose="020B0A04020102020204" pitchFamily="34" charset="0"/>
            </a:endParaRPr>
          </a:p>
          <a:p>
            <a:r>
              <a:rPr lang="en-US" dirty="0">
                <a:latin typeface="Arial Black" panose="020B0A04020102020204" pitchFamily="34" charset="0"/>
              </a:rPr>
              <a:t>n = </a:t>
            </a:r>
            <a:r>
              <a:rPr lang="en-US" dirty="0" err="1">
                <a:latin typeface="Arial Black" panose="020B0A04020102020204" pitchFamily="34" charset="0"/>
              </a:rPr>
              <a:t>np.array</a:t>
            </a:r>
            <a:r>
              <a:rPr lang="en-US" dirty="0">
                <a:latin typeface="Arial Black" panose="020B0A04020102020204" pitchFamily="34" charset="0"/>
              </a:rPr>
              <a:t>([9,3,3,5])</a:t>
            </a:r>
          </a:p>
          <a:p>
            <a:r>
              <a:rPr lang="en-US" dirty="0">
                <a:latin typeface="Arial Black" panose="020B0A04020102020204" pitchFamily="34" charset="0"/>
              </a:rPr>
              <a:t>print(</a:t>
            </a:r>
            <a:r>
              <a:rPr lang="en-US" dirty="0" err="1">
                <a:latin typeface="Arial Black" panose="020B0A04020102020204" pitchFamily="34" charset="0"/>
              </a:rPr>
              <a:t>n.mean</a:t>
            </a:r>
            <a:r>
              <a:rPr lang="en-US" dirty="0">
                <a:latin typeface="Arial Black" panose="020B0A04020102020204" pitchFamily="34" charset="0"/>
              </a:rPr>
              <a:t>())    # Calculating mean</a:t>
            </a:r>
          </a:p>
        </p:txBody>
      </p:sp>
      <p:sp>
        <p:nvSpPr>
          <p:cNvPr id="5" name="TextBox 4">
            <a:extLst>
              <a:ext uri="{FF2B5EF4-FFF2-40B4-BE49-F238E27FC236}">
                <a16:creationId xmlns:a16="http://schemas.microsoft.com/office/drawing/2014/main" id="{BC018948-3939-07B0-CC9B-D764F1C63159}"/>
              </a:ext>
            </a:extLst>
          </p:cNvPr>
          <p:cNvSpPr txBox="1"/>
          <p:nvPr/>
        </p:nvSpPr>
        <p:spPr>
          <a:xfrm>
            <a:off x="2792896" y="1222513"/>
            <a:ext cx="1274708" cy="369332"/>
          </a:xfrm>
          <a:prstGeom prst="rect">
            <a:avLst/>
          </a:prstGeom>
          <a:noFill/>
        </p:spPr>
        <p:txBody>
          <a:bodyPr wrap="none" rtlCol="0">
            <a:spAutoFit/>
          </a:bodyPr>
          <a:lstStyle/>
          <a:p>
            <a:r>
              <a:rPr lang="en-US" dirty="0">
                <a:solidFill>
                  <a:srgbClr val="FF0000"/>
                </a:solidFill>
                <a:latin typeface="Arial Black" panose="020B0A04020102020204" pitchFamily="34" charset="0"/>
              </a:rPr>
              <a:t>Example</a:t>
            </a:r>
          </a:p>
        </p:txBody>
      </p:sp>
      <p:sp>
        <p:nvSpPr>
          <p:cNvPr id="7" name="TextBox 6">
            <a:extLst>
              <a:ext uri="{FF2B5EF4-FFF2-40B4-BE49-F238E27FC236}">
                <a16:creationId xmlns:a16="http://schemas.microsoft.com/office/drawing/2014/main" id="{251D32EB-C95C-1495-1F67-3ACAA48F3DF6}"/>
              </a:ext>
            </a:extLst>
          </p:cNvPr>
          <p:cNvSpPr txBox="1"/>
          <p:nvPr/>
        </p:nvSpPr>
        <p:spPr>
          <a:xfrm>
            <a:off x="2869934" y="4712157"/>
            <a:ext cx="1604818" cy="923330"/>
          </a:xfrm>
          <a:prstGeom prst="rect">
            <a:avLst/>
          </a:prstGeom>
          <a:noFill/>
        </p:spPr>
        <p:txBody>
          <a:bodyPr wrap="square">
            <a:spAutoFit/>
          </a:bodyPr>
          <a:lstStyle/>
          <a:p>
            <a:pPr>
              <a:buNone/>
            </a:pPr>
            <a:r>
              <a:rPr lang="en-US" b="1" i="0" dirty="0">
                <a:solidFill>
                  <a:srgbClr val="FF0000"/>
                </a:solidFill>
                <a:effectLst/>
                <a:latin typeface="Arial Black" panose="020B0A04020102020204" pitchFamily="34" charset="0"/>
              </a:rPr>
              <a:t>Output</a:t>
            </a:r>
          </a:p>
          <a:p>
            <a:pPr>
              <a:buNone/>
            </a:pPr>
            <a:endParaRPr lang="en-US" dirty="0">
              <a:latin typeface="Arial Black" panose="020B0A04020102020204" pitchFamily="34" charset="0"/>
            </a:endParaRPr>
          </a:p>
          <a:p>
            <a:pPr algn="l" fontAlgn="base">
              <a:spcAft>
                <a:spcPts val="750"/>
              </a:spcAft>
              <a:buNone/>
            </a:pPr>
            <a:r>
              <a:rPr lang="en-US" dirty="0">
                <a:latin typeface="Arial Black" panose="020B0A04020102020204" pitchFamily="34" charset="0"/>
              </a:rPr>
              <a:t>       </a:t>
            </a:r>
            <a:r>
              <a:rPr lang="en-US" b="0" i="0" dirty="0">
                <a:effectLst/>
                <a:latin typeface="Arial Black" panose="020B0A04020102020204" pitchFamily="34" charset="0"/>
              </a:rPr>
              <a:t>5.0</a:t>
            </a:r>
          </a:p>
        </p:txBody>
      </p:sp>
    </p:spTree>
    <p:extLst>
      <p:ext uri="{BB962C8B-B14F-4D97-AF65-F5344CB8AC3E}">
        <p14:creationId xmlns:p14="http://schemas.microsoft.com/office/powerpoint/2010/main" val="855127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9874D-4207-E648-6756-17A07599FE7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9A3C008-0980-933E-14D4-E61443CED654}"/>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8D58FCF8-0437-84EF-473A-F425726DAE98}"/>
              </a:ext>
            </a:extLst>
          </p:cNvPr>
          <p:cNvSpPr txBox="1"/>
          <p:nvPr/>
        </p:nvSpPr>
        <p:spPr>
          <a:xfrm>
            <a:off x="6827312" y="1054141"/>
            <a:ext cx="4652384" cy="5569025"/>
          </a:xfrm>
          <a:prstGeom prst="rect">
            <a:avLst/>
          </a:prstGeom>
          <a:noFill/>
        </p:spPr>
        <p:txBody>
          <a:bodyPr wrap="square">
            <a:spAutoFit/>
          </a:bodyPr>
          <a:lstStyle/>
          <a:p>
            <a:pPr algn="l">
              <a:spcBef>
                <a:spcPts val="1500"/>
              </a:spcBef>
              <a:spcAft>
                <a:spcPts val="900"/>
              </a:spcAft>
              <a:buNone/>
            </a:pPr>
            <a:r>
              <a:rPr lang="en-US" sz="1600" b="1" i="0" u="sng" dirty="0">
                <a:solidFill>
                  <a:srgbClr val="FF0000"/>
                </a:solidFill>
                <a:effectLst/>
                <a:latin typeface="Arial Black" panose="020B0A04020102020204" pitchFamily="34" charset="0"/>
              </a:rPr>
              <a:t>Python</a:t>
            </a:r>
            <a:endParaRPr lang="en-US" sz="1600" b="1" i="0" dirty="0">
              <a:solidFill>
                <a:srgbClr val="FF0000"/>
              </a:solidFill>
              <a:effectLst/>
              <a:latin typeface="Arial Black" panose="020B0A04020102020204" pitchFamily="34" charset="0"/>
            </a:endParaRPr>
          </a:p>
          <a:p>
            <a:pPr algn="l" latinLnBrk="0">
              <a:lnSpc>
                <a:spcPts val="1500"/>
              </a:lnSpc>
              <a:spcBef>
                <a:spcPts val="2100"/>
              </a:spcBef>
              <a:spcAft>
                <a:spcPts val="2100"/>
              </a:spcAft>
              <a:buNone/>
            </a:pPr>
            <a:r>
              <a:rPr lang="en-US" sz="1600" b="0" i="0" dirty="0">
                <a:solidFill>
                  <a:srgbClr val="397300"/>
                </a:solidFill>
                <a:effectLst/>
                <a:latin typeface="Arial Black" panose="020B0A04020102020204" pitchFamily="34" charset="0"/>
              </a:rPr>
              <a:t>print</a:t>
            </a:r>
            <a:r>
              <a:rPr lang="en-US" sz="1600" b="0" i="0" dirty="0">
                <a:solidFill>
                  <a:srgbClr val="444444"/>
                </a:solidFill>
                <a:effectLst/>
                <a:latin typeface="Arial Black" panose="020B0A04020102020204" pitchFamily="34" charset="0"/>
              </a:rPr>
              <a:t>(</a:t>
            </a:r>
            <a:r>
              <a:rPr lang="en-US" sz="1600" b="0" i="0" dirty="0">
                <a:solidFill>
                  <a:srgbClr val="880000"/>
                </a:solidFill>
                <a:effectLst/>
                <a:latin typeface="Arial Black" panose="020B0A04020102020204" pitchFamily="34" charset="0"/>
              </a:rPr>
              <a:t>"Hello world."</a:t>
            </a:r>
            <a:r>
              <a:rPr lang="en-US" sz="1600" b="0" i="0" dirty="0">
                <a:solidFill>
                  <a:srgbClr val="444444"/>
                </a:solidFill>
                <a:effectLst/>
                <a:latin typeface="Arial Black" panose="020B0A04020102020204" pitchFamily="34" charset="0"/>
              </a:rPr>
              <a:t>)</a:t>
            </a:r>
          </a:p>
          <a:p>
            <a:pPr algn="l">
              <a:buNone/>
            </a:pPr>
            <a:r>
              <a:rPr lang="en-US" sz="1600" b="0" i="0" dirty="0">
                <a:solidFill>
                  <a:srgbClr val="1F2328"/>
                </a:solidFill>
                <a:effectLst/>
                <a:latin typeface="Arial Black" panose="020B0A04020102020204" pitchFamily="34" charset="0"/>
              </a:rPr>
              <a:t>vs.</a:t>
            </a:r>
          </a:p>
          <a:p>
            <a:pPr algn="l">
              <a:spcBef>
                <a:spcPts val="1500"/>
              </a:spcBef>
              <a:spcAft>
                <a:spcPts val="900"/>
              </a:spcAft>
              <a:buNone/>
            </a:pPr>
            <a:r>
              <a:rPr lang="en-US" sz="1600" b="1" i="0" u="sng" dirty="0">
                <a:solidFill>
                  <a:srgbClr val="FF0000"/>
                </a:solidFill>
                <a:effectLst/>
                <a:latin typeface="Arial Black" panose="020B0A04020102020204" pitchFamily="34" charset="0"/>
              </a:rPr>
              <a:t>Java</a:t>
            </a:r>
            <a:endParaRPr lang="en-US" sz="1600" b="1" i="0" dirty="0">
              <a:solidFill>
                <a:srgbClr val="FF0000"/>
              </a:solidFill>
              <a:effectLst/>
              <a:latin typeface="Arial Black" panose="020B0A04020102020204" pitchFamily="34" charset="0"/>
            </a:endParaRPr>
          </a:p>
          <a:p>
            <a:pPr algn="l" latinLnBrk="0">
              <a:lnSpc>
                <a:spcPts val="1500"/>
              </a:lnSpc>
              <a:spcBef>
                <a:spcPts val="2100"/>
              </a:spcBef>
              <a:spcAft>
                <a:spcPts val="2100"/>
              </a:spcAft>
              <a:buNone/>
            </a:pPr>
            <a:r>
              <a:rPr lang="en-US" sz="1600" b="1" i="0" dirty="0">
                <a:solidFill>
                  <a:srgbClr val="444444"/>
                </a:solidFill>
                <a:effectLst/>
                <a:latin typeface="Arial Black" panose="020B0A04020102020204" pitchFamily="34" charset="0"/>
              </a:rPr>
              <a:t>public</a:t>
            </a:r>
            <a:r>
              <a:rPr lang="en-US" sz="1600" b="0" i="0" dirty="0">
                <a:solidFill>
                  <a:srgbClr val="444444"/>
                </a:solidFill>
                <a:effectLst/>
                <a:latin typeface="Arial Black" panose="020B0A04020102020204" pitchFamily="34" charset="0"/>
              </a:rPr>
              <a:t> </a:t>
            </a:r>
            <a:r>
              <a:rPr lang="en-US" sz="1600" b="1" i="0" dirty="0">
                <a:solidFill>
                  <a:srgbClr val="444444"/>
                </a:solidFill>
                <a:effectLst/>
                <a:latin typeface="Arial Black" panose="020B0A04020102020204" pitchFamily="34" charset="0"/>
              </a:rPr>
              <a:t>class</a:t>
            </a:r>
            <a:r>
              <a:rPr lang="en-US" sz="1600" b="0" i="0" dirty="0">
                <a:solidFill>
                  <a:srgbClr val="444444"/>
                </a:solidFill>
                <a:effectLst/>
                <a:latin typeface="Arial Black" panose="020B0A04020102020204" pitchFamily="34" charset="0"/>
              </a:rPr>
              <a:t> </a:t>
            </a:r>
            <a:r>
              <a:rPr lang="en-US" sz="1600" b="1" i="0" dirty="0">
                <a:solidFill>
                  <a:srgbClr val="880000"/>
                </a:solidFill>
                <a:effectLst/>
                <a:latin typeface="Arial Black" panose="020B0A04020102020204" pitchFamily="34" charset="0"/>
              </a:rPr>
              <a:t>HelloWorld</a:t>
            </a:r>
            <a:r>
              <a:rPr lang="en-US" sz="1600" b="0" i="0" dirty="0">
                <a:solidFill>
                  <a:srgbClr val="444444"/>
                </a:solidFill>
                <a:effectLst/>
                <a:latin typeface="Arial Black" panose="020B0A04020102020204" pitchFamily="34" charset="0"/>
              </a:rPr>
              <a:t> {</a:t>
            </a:r>
          </a:p>
          <a:p>
            <a:pPr algn="l" latinLnBrk="0">
              <a:lnSpc>
                <a:spcPts val="1500"/>
              </a:lnSpc>
              <a:spcBef>
                <a:spcPts val="2100"/>
              </a:spcBef>
              <a:spcAft>
                <a:spcPts val="2100"/>
              </a:spcAft>
              <a:buNone/>
            </a:pPr>
            <a:r>
              <a:rPr lang="en-US" sz="1600" b="0" i="0" dirty="0">
                <a:solidFill>
                  <a:srgbClr val="444444"/>
                </a:solidFill>
                <a:effectLst/>
                <a:latin typeface="Arial Black" panose="020B0A04020102020204" pitchFamily="34" charset="0"/>
              </a:rPr>
              <a:t>    </a:t>
            </a:r>
            <a:r>
              <a:rPr lang="en-US" sz="1600" b="1" i="0" dirty="0">
                <a:solidFill>
                  <a:srgbClr val="444444"/>
                </a:solidFill>
                <a:effectLst/>
                <a:latin typeface="Arial Black" panose="020B0A04020102020204" pitchFamily="34" charset="0"/>
              </a:rPr>
              <a:t>public</a:t>
            </a:r>
            <a:r>
              <a:rPr lang="en-US" sz="1600" b="0" i="0" dirty="0">
                <a:solidFill>
                  <a:srgbClr val="444444"/>
                </a:solidFill>
                <a:effectLst/>
                <a:latin typeface="Arial Black" panose="020B0A04020102020204" pitchFamily="34" charset="0"/>
              </a:rPr>
              <a:t> </a:t>
            </a:r>
            <a:r>
              <a:rPr lang="en-US" sz="1600" b="1" i="0" dirty="0">
                <a:solidFill>
                  <a:srgbClr val="444444"/>
                </a:solidFill>
                <a:effectLst/>
                <a:latin typeface="Arial Black" panose="020B0A04020102020204" pitchFamily="34" charset="0"/>
              </a:rPr>
              <a:t>static</a:t>
            </a:r>
            <a:r>
              <a:rPr lang="en-US" sz="1600" b="0" i="0" dirty="0">
                <a:solidFill>
                  <a:srgbClr val="444444"/>
                </a:solidFill>
                <a:effectLst/>
                <a:latin typeface="Arial Black" panose="020B0A04020102020204" pitchFamily="34" charset="0"/>
              </a:rPr>
              <a:t> </a:t>
            </a:r>
            <a:r>
              <a:rPr lang="en-US" sz="1600" b="1" i="0" dirty="0">
                <a:solidFill>
                  <a:srgbClr val="444444"/>
                </a:solidFill>
                <a:effectLst/>
                <a:latin typeface="Arial Black" panose="020B0A04020102020204" pitchFamily="34" charset="0"/>
              </a:rPr>
              <a:t>void</a:t>
            </a:r>
            <a:r>
              <a:rPr lang="en-US" sz="1600" b="0" i="0" dirty="0">
                <a:solidFill>
                  <a:srgbClr val="444444"/>
                </a:solidFill>
                <a:effectLst/>
                <a:latin typeface="Arial Black" panose="020B0A04020102020204" pitchFamily="34" charset="0"/>
              </a:rPr>
              <a:t> </a:t>
            </a:r>
            <a:r>
              <a:rPr lang="en-US" sz="1600" b="1" i="0" dirty="0">
                <a:solidFill>
                  <a:srgbClr val="880000"/>
                </a:solidFill>
                <a:effectLst/>
                <a:latin typeface="Arial Black" panose="020B0A04020102020204" pitchFamily="34" charset="0"/>
              </a:rPr>
              <a:t>main</a:t>
            </a:r>
            <a:r>
              <a:rPr lang="en-US" sz="1600" b="0" i="0" dirty="0">
                <a:solidFill>
                  <a:srgbClr val="444444"/>
                </a:solidFill>
                <a:effectLst/>
                <a:latin typeface="Arial Black" panose="020B0A04020102020204" pitchFamily="34" charset="0"/>
              </a:rPr>
              <a:t> (String[ ]</a:t>
            </a:r>
            <a:r>
              <a:rPr lang="en-US" sz="1600" b="0" i="0" dirty="0" err="1">
                <a:solidFill>
                  <a:srgbClr val="444444"/>
                </a:solidFill>
                <a:effectLst/>
                <a:latin typeface="Arial Black" panose="020B0A04020102020204" pitchFamily="34" charset="0"/>
              </a:rPr>
              <a:t>args</a:t>
            </a:r>
            <a:r>
              <a:rPr lang="en-US" sz="1600" b="0" i="0" dirty="0">
                <a:solidFill>
                  <a:srgbClr val="444444"/>
                </a:solidFill>
                <a:effectLst/>
                <a:latin typeface="Arial Black" panose="020B0A04020102020204" pitchFamily="34" charset="0"/>
              </a:rPr>
              <a:t>) {</a:t>
            </a:r>
          </a:p>
          <a:p>
            <a:pPr algn="l" latinLnBrk="0">
              <a:lnSpc>
                <a:spcPts val="1500"/>
              </a:lnSpc>
              <a:spcBef>
                <a:spcPts val="2100"/>
              </a:spcBef>
              <a:spcAft>
                <a:spcPts val="2100"/>
              </a:spcAft>
              <a:buNone/>
            </a:pPr>
            <a:r>
              <a:rPr lang="en-US" sz="1600" b="0" i="0" dirty="0">
                <a:solidFill>
                  <a:srgbClr val="444444"/>
                </a:solidFill>
                <a:effectLst/>
                <a:latin typeface="Arial Black" panose="020B0A04020102020204" pitchFamily="34" charset="0"/>
              </a:rPr>
              <a:t>      </a:t>
            </a:r>
            <a:r>
              <a:rPr lang="en-US" sz="1600" b="0" i="0" dirty="0" err="1">
                <a:solidFill>
                  <a:srgbClr val="444444"/>
                </a:solidFill>
                <a:effectLst/>
                <a:latin typeface="Arial Black" panose="020B0A04020102020204" pitchFamily="34" charset="0"/>
              </a:rPr>
              <a:t>System.out.println</a:t>
            </a:r>
            <a:r>
              <a:rPr lang="en-US" sz="1600" b="0" i="0" dirty="0">
                <a:solidFill>
                  <a:srgbClr val="444444"/>
                </a:solidFill>
                <a:effectLst/>
                <a:latin typeface="Arial Black" panose="020B0A04020102020204" pitchFamily="34" charset="0"/>
              </a:rPr>
              <a:t>.(</a:t>
            </a:r>
            <a:r>
              <a:rPr lang="en-US" sz="1600" b="0" i="0" dirty="0">
                <a:solidFill>
                  <a:srgbClr val="880000"/>
                </a:solidFill>
                <a:effectLst/>
                <a:latin typeface="Arial Black" panose="020B0A04020102020204" pitchFamily="34" charset="0"/>
              </a:rPr>
              <a:t>"Hello world"</a:t>
            </a:r>
            <a:r>
              <a:rPr lang="en-US" sz="1600" b="0" i="0" dirty="0">
                <a:solidFill>
                  <a:srgbClr val="444444"/>
                </a:solidFill>
                <a:effectLst/>
                <a:latin typeface="Arial Black" panose="020B0A04020102020204" pitchFamily="34" charset="0"/>
              </a:rPr>
              <a:t>);</a:t>
            </a:r>
          </a:p>
          <a:p>
            <a:pPr algn="l" latinLnBrk="0">
              <a:lnSpc>
                <a:spcPts val="1500"/>
              </a:lnSpc>
              <a:spcBef>
                <a:spcPts val="2100"/>
              </a:spcBef>
              <a:spcAft>
                <a:spcPts val="2100"/>
              </a:spcAft>
              <a:buNone/>
            </a:pPr>
            <a:r>
              <a:rPr lang="en-US" sz="1600" b="0" i="0" dirty="0">
                <a:solidFill>
                  <a:srgbClr val="444444"/>
                </a:solidFill>
                <a:effectLst/>
                <a:latin typeface="Arial Black" panose="020B0A04020102020204" pitchFamily="34" charset="0"/>
              </a:rPr>
              <a:t>    }</a:t>
            </a:r>
          </a:p>
          <a:p>
            <a:pPr algn="l" latinLnBrk="0">
              <a:lnSpc>
                <a:spcPts val="1500"/>
              </a:lnSpc>
              <a:spcBef>
                <a:spcPts val="2100"/>
              </a:spcBef>
              <a:spcAft>
                <a:spcPts val="2100"/>
              </a:spcAft>
              <a:buNone/>
            </a:pPr>
            <a:r>
              <a:rPr lang="en-US" sz="1600" b="0" i="0" dirty="0">
                <a:solidFill>
                  <a:srgbClr val="444444"/>
                </a:solidFill>
                <a:effectLst/>
                <a:latin typeface="Arial Black" panose="020B0A04020102020204" pitchFamily="34" charset="0"/>
              </a:rPr>
              <a:t>}</a:t>
            </a:r>
            <a:endParaRPr lang="en-US" sz="1600" b="0" i="0" dirty="0">
              <a:solidFill>
                <a:srgbClr val="1F2328"/>
              </a:solidFill>
              <a:effectLst/>
              <a:latin typeface="Arial Black" panose="020B0A04020102020204" pitchFamily="34" charset="0"/>
            </a:endParaRPr>
          </a:p>
        </p:txBody>
      </p:sp>
      <p:sp>
        <p:nvSpPr>
          <p:cNvPr id="6" name="TextBox 5">
            <a:extLst>
              <a:ext uri="{FF2B5EF4-FFF2-40B4-BE49-F238E27FC236}">
                <a16:creationId xmlns:a16="http://schemas.microsoft.com/office/drawing/2014/main" id="{8E66E4D5-86C8-E107-17D4-D2B5DEB39F50}"/>
              </a:ext>
            </a:extLst>
          </p:cNvPr>
          <p:cNvSpPr txBox="1"/>
          <p:nvPr/>
        </p:nvSpPr>
        <p:spPr>
          <a:xfrm>
            <a:off x="1284955" y="2256549"/>
            <a:ext cx="2435410" cy="923330"/>
          </a:xfrm>
          <a:prstGeom prst="rect">
            <a:avLst/>
          </a:prstGeom>
          <a:noFill/>
        </p:spPr>
        <p:txBody>
          <a:bodyPr wrap="none" rtlCol="0">
            <a:spAutoFit/>
          </a:bodyPr>
          <a:lstStyle/>
          <a:p>
            <a:r>
              <a:rPr lang="en-US" dirty="0">
                <a:solidFill>
                  <a:srgbClr val="FF0000"/>
                </a:solidFill>
                <a:latin typeface="Arial Black" panose="020B0A04020102020204" pitchFamily="34" charset="0"/>
              </a:rPr>
              <a:t>SIMPLICITY OF </a:t>
            </a:r>
          </a:p>
          <a:p>
            <a:pPr algn="ctr"/>
            <a:r>
              <a:rPr lang="en-US" dirty="0">
                <a:solidFill>
                  <a:srgbClr val="FF0000"/>
                </a:solidFill>
                <a:latin typeface="Arial Black" panose="020B0A04020102020204" pitchFamily="34" charset="0"/>
              </a:rPr>
              <a:t>PYTHON VS JAVA</a:t>
            </a:r>
          </a:p>
          <a:p>
            <a:endParaRPr lang="en-US" dirty="0">
              <a:solidFill>
                <a:srgbClr val="FF0000"/>
              </a:solidFill>
              <a:latin typeface="Arial Black" panose="020B0A04020102020204" pitchFamily="34" charset="0"/>
            </a:endParaRPr>
          </a:p>
        </p:txBody>
      </p:sp>
      <p:sp>
        <p:nvSpPr>
          <p:cNvPr id="9" name="Arrow: Right 8">
            <a:extLst>
              <a:ext uri="{FF2B5EF4-FFF2-40B4-BE49-F238E27FC236}">
                <a16:creationId xmlns:a16="http://schemas.microsoft.com/office/drawing/2014/main" id="{B8534717-0403-89FB-6C09-257B9402F270}"/>
              </a:ext>
            </a:extLst>
          </p:cNvPr>
          <p:cNvSpPr/>
          <p:nvPr/>
        </p:nvSpPr>
        <p:spPr>
          <a:xfrm>
            <a:off x="4847854" y="2499553"/>
            <a:ext cx="1033670" cy="2186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5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7A4FA-D8FA-A9D0-702F-D504F22E4ED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D7B7904-2BB1-7259-FC62-839B12D16679}"/>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0210BA00-5EB8-FFC8-963E-53FDF33CF8B7}"/>
              </a:ext>
            </a:extLst>
          </p:cNvPr>
          <p:cNvSpPr txBox="1"/>
          <p:nvPr/>
        </p:nvSpPr>
        <p:spPr>
          <a:xfrm>
            <a:off x="616226" y="1431694"/>
            <a:ext cx="10734261" cy="4278094"/>
          </a:xfrm>
          <a:prstGeom prst="rect">
            <a:avLst/>
          </a:prstGeom>
          <a:noFill/>
        </p:spPr>
        <p:txBody>
          <a:bodyPr wrap="square">
            <a:spAutoFit/>
          </a:bodyPr>
          <a:lstStyle/>
          <a:p>
            <a:pPr marL="285750" indent="-285750" algn="just">
              <a:spcAft>
                <a:spcPts val="600"/>
              </a:spcAft>
              <a:buFont typeface="Arial" panose="020B0604020202020204" pitchFamily="34" charset="0"/>
              <a:buChar char="•"/>
            </a:pPr>
            <a:r>
              <a:rPr lang="en-US" b="1" i="0" dirty="0">
                <a:solidFill>
                  <a:srgbClr val="FF0000"/>
                </a:solidFill>
                <a:effectLst/>
                <a:latin typeface="Arial Black" panose="020B0A04020102020204" pitchFamily="34" charset="0"/>
              </a:rPr>
              <a:t>It’s easy to read.</a:t>
            </a:r>
            <a:r>
              <a:rPr lang="en-US" b="0" i="0" dirty="0">
                <a:solidFill>
                  <a:srgbClr val="FF0000"/>
                </a:solidFill>
                <a:effectLst/>
                <a:latin typeface="Arial Black" panose="020B0A04020102020204" pitchFamily="34" charset="0"/>
              </a:rPr>
              <a:t> </a:t>
            </a:r>
            <a:r>
              <a:rPr lang="en-US" b="0" i="0" dirty="0">
                <a:solidFill>
                  <a:srgbClr val="1F2328"/>
                </a:solidFill>
                <a:effectLst/>
                <a:latin typeface="Arial Black" panose="020B0A04020102020204" pitchFamily="34" charset="0"/>
              </a:rPr>
              <a:t>Python code uses English keywords rather than punctuation, and its line breaks help define the code blocks. In practice, this means you can identify what the code is designed to do simply by looking at it.</a:t>
            </a:r>
          </a:p>
          <a:p>
            <a:pPr marL="285750" indent="-285750" algn="just">
              <a:spcAft>
                <a:spcPts val="600"/>
              </a:spcAft>
              <a:buFont typeface="Arial" panose="020B0604020202020204" pitchFamily="34" charset="0"/>
              <a:buChar char="•"/>
            </a:pPr>
            <a:r>
              <a:rPr lang="en-US" b="1" i="0" dirty="0">
                <a:solidFill>
                  <a:srgbClr val="FF0000"/>
                </a:solidFill>
                <a:effectLst/>
                <a:latin typeface="Arial Black" panose="020B0A04020102020204" pitchFamily="34" charset="0"/>
              </a:rPr>
              <a:t>It’s open source.</a:t>
            </a:r>
            <a:r>
              <a:rPr lang="en-US" b="0" i="0" dirty="0">
                <a:solidFill>
                  <a:srgbClr val="1F2328"/>
                </a:solidFill>
                <a:effectLst/>
                <a:latin typeface="Arial Black" panose="020B0A04020102020204" pitchFamily="34" charset="0"/>
              </a:rPr>
              <a:t> You can </a:t>
            </a:r>
            <a:r>
              <a:rPr lang="en-US" b="0" i="0" u="sng" dirty="0">
                <a:solidFill>
                  <a:srgbClr val="0969DA"/>
                </a:solidFill>
                <a:effectLst/>
                <a:latin typeface="Arial Black" panose="020B0A04020102020204" pitchFamily="34" charset="0"/>
                <a:hlinkClick r:id="rId3"/>
              </a:rPr>
              <a:t>download the source code</a:t>
            </a:r>
            <a:r>
              <a:rPr lang="en-US" b="0" i="0" dirty="0">
                <a:solidFill>
                  <a:srgbClr val="1F2328"/>
                </a:solidFill>
                <a:effectLst/>
                <a:latin typeface="Arial Black" panose="020B0A04020102020204" pitchFamily="34" charset="0"/>
              </a:rPr>
              <a:t>, modify it, and use it however you want.</a:t>
            </a:r>
          </a:p>
          <a:p>
            <a:pPr marL="285750" indent="-285750" algn="just">
              <a:spcAft>
                <a:spcPts val="600"/>
              </a:spcAft>
              <a:buFont typeface="Arial" panose="020B0604020202020204" pitchFamily="34" charset="0"/>
              <a:buChar char="•"/>
            </a:pPr>
            <a:r>
              <a:rPr lang="en-US" b="1" i="0" dirty="0">
                <a:solidFill>
                  <a:srgbClr val="FF0000"/>
                </a:solidFill>
                <a:effectLst/>
                <a:latin typeface="Arial Black" panose="020B0A04020102020204" pitchFamily="34" charset="0"/>
              </a:rPr>
              <a:t>It’s portable.</a:t>
            </a:r>
            <a:r>
              <a:rPr lang="en-US" b="0" i="0" dirty="0">
                <a:solidFill>
                  <a:srgbClr val="FF0000"/>
                </a:solidFill>
                <a:effectLst/>
                <a:latin typeface="Arial Black" panose="020B0A04020102020204" pitchFamily="34" charset="0"/>
              </a:rPr>
              <a:t> </a:t>
            </a:r>
            <a:r>
              <a:rPr lang="en-US" b="0" i="0" dirty="0">
                <a:solidFill>
                  <a:srgbClr val="1F2328"/>
                </a:solidFill>
                <a:effectLst/>
                <a:latin typeface="Arial Black" panose="020B0A04020102020204" pitchFamily="34" charset="0"/>
              </a:rPr>
              <a:t>Some languages require you to modify code to run on different platforms, but Python is a cross-platform language, which means you can run the </a:t>
            </a:r>
            <a:r>
              <a:rPr lang="en-US" b="1" i="0" dirty="0">
                <a:solidFill>
                  <a:srgbClr val="1F2328"/>
                </a:solidFill>
                <a:effectLst/>
                <a:latin typeface="Arial Black" panose="020B0A04020102020204" pitchFamily="34" charset="0"/>
              </a:rPr>
              <a:t>same</a:t>
            </a:r>
            <a:r>
              <a:rPr lang="en-US" b="0" i="0" dirty="0">
                <a:solidFill>
                  <a:srgbClr val="1F2328"/>
                </a:solidFill>
                <a:effectLst/>
                <a:latin typeface="Arial Black" panose="020B0A04020102020204" pitchFamily="34" charset="0"/>
              </a:rPr>
              <a:t> code on any operating system with a Python interpreter.</a:t>
            </a:r>
          </a:p>
          <a:p>
            <a:pPr marL="285750" indent="-285750" algn="just">
              <a:spcAft>
                <a:spcPts val="600"/>
              </a:spcAft>
              <a:buFont typeface="Arial" panose="020B0604020202020204" pitchFamily="34" charset="0"/>
              <a:buChar char="•"/>
            </a:pPr>
            <a:r>
              <a:rPr lang="en-US" b="1" i="0" dirty="0">
                <a:solidFill>
                  <a:srgbClr val="FF0000"/>
                </a:solidFill>
                <a:effectLst/>
                <a:latin typeface="Arial Black" panose="020B0A04020102020204" pitchFamily="34" charset="0"/>
              </a:rPr>
              <a:t>It’s extendable.</a:t>
            </a:r>
            <a:r>
              <a:rPr lang="en-US" b="0" i="0" dirty="0">
                <a:solidFill>
                  <a:srgbClr val="FF0000"/>
                </a:solidFill>
                <a:effectLst/>
                <a:latin typeface="Arial Black" panose="020B0A04020102020204" pitchFamily="34" charset="0"/>
              </a:rPr>
              <a:t> </a:t>
            </a:r>
            <a:r>
              <a:rPr lang="en-US" b="0" i="0" dirty="0">
                <a:solidFill>
                  <a:srgbClr val="1F2328"/>
                </a:solidFill>
                <a:effectLst/>
                <a:latin typeface="Arial Black" panose="020B0A04020102020204" pitchFamily="34" charset="0"/>
              </a:rPr>
              <a:t>Python code can be written in other languages (such as C++), and users can add low-level modules to the Python interpreter to customize and optimize their tools.</a:t>
            </a:r>
          </a:p>
          <a:p>
            <a:pPr marL="285750" indent="-285750" algn="just">
              <a:spcAft>
                <a:spcPts val="600"/>
              </a:spcAft>
              <a:buFont typeface="Arial" panose="020B0604020202020204" pitchFamily="34" charset="0"/>
              <a:buChar char="•"/>
            </a:pPr>
            <a:r>
              <a:rPr lang="en-US" b="1" i="0" dirty="0">
                <a:solidFill>
                  <a:srgbClr val="FF0000"/>
                </a:solidFill>
                <a:effectLst/>
                <a:latin typeface="Arial Black" panose="020B0A04020102020204" pitchFamily="34" charset="0"/>
              </a:rPr>
              <a:t>It has a broad standard library.</a:t>
            </a:r>
            <a:r>
              <a:rPr lang="en-US" b="0" i="0" dirty="0">
                <a:solidFill>
                  <a:srgbClr val="FF0000"/>
                </a:solidFill>
                <a:effectLst/>
                <a:latin typeface="Arial Black" panose="020B0A04020102020204" pitchFamily="34" charset="0"/>
              </a:rPr>
              <a:t> </a:t>
            </a:r>
            <a:r>
              <a:rPr lang="en-US" b="0" i="0" dirty="0">
                <a:solidFill>
                  <a:srgbClr val="1F2328"/>
                </a:solidFill>
                <a:effectLst/>
                <a:latin typeface="Arial Black" panose="020B0A04020102020204" pitchFamily="34" charset="0"/>
              </a:rPr>
              <a:t>This </a:t>
            </a:r>
            <a:r>
              <a:rPr lang="en-US" b="0" i="0" u="sng" dirty="0">
                <a:solidFill>
                  <a:srgbClr val="0969DA"/>
                </a:solidFill>
                <a:effectLst/>
                <a:latin typeface="Arial Black" panose="020B0A04020102020204" pitchFamily="34" charset="0"/>
                <a:hlinkClick r:id="rId4"/>
              </a:rPr>
              <a:t>library</a:t>
            </a:r>
            <a:r>
              <a:rPr lang="en-US" b="0" i="0" dirty="0">
                <a:solidFill>
                  <a:srgbClr val="1F2328"/>
                </a:solidFill>
                <a:effectLst/>
                <a:latin typeface="Arial Black" panose="020B0A04020102020204" pitchFamily="34" charset="0"/>
              </a:rPr>
              <a:t> is available for anyone to access and means that users don’t have to write code for every single function—they can access built-in modules that help with issues in everyday programming and more</a:t>
            </a:r>
          </a:p>
        </p:txBody>
      </p:sp>
    </p:spTree>
    <p:extLst>
      <p:ext uri="{BB962C8B-B14F-4D97-AF65-F5344CB8AC3E}">
        <p14:creationId xmlns:p14="http://schemas.microsoft.com/office/powerpoint/2010/main" val="1840906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6F5DF-F821-FB79-C25F-3DDD98546FA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38C9355-2948-0696-79F7-F36F177EFF48}"/>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CE2BBC3C-7D49-261D-1E4C-4AF7936A77A7}"/>
              </a:ext>
            </a:extLst>
          </p:cNvPr>
          <p:cNvSpPr txBox="1"/>
          <p:nvPr/>
        </p:nvSpPr>
        <p:spPr>
          <a:xfrm>
            <a:off x="858078" y="1582340"/>
            <a:ext cx="10475844" cy="3693319"/>
          </a:xfrm>
          <a:prstGeom prst="rect">
            <a:avLst/>
          </a:prstGeom>
          <a:noFill/>
        </p:spPr>
        <p:txBody>
          <a:bodyPr wrap="square">
            <a:spAutoFit/>
          </a:bodyPr>
          <a:lstStyle/>
          <a:p>
            <a:pPr algn="just"/>
            <a:r>
              <a:rPr lang="en-US" b="0" i="0" dirty="0">
                <a:solidFill>
                  <a:srgbClr val="1F2328"/>
                </a:solidFill>
                <a:effectLst/>
                <a:latin typeface="Arial Black" panose="020B0A04020102020204" pitchFamily="34" charset="0"/>
              </a:rPr>
              <a:t>Python is the top preferred language for data science and research. Since its syntax is easily understandable and adaptable, people with little-to-no development experience can easily learn Python and use it to manipulate data for research, reporting, predictable or regression analyses, and more. Collecting and parsing data can be a time-consuming task for data scientists. Python is also one of the top languages for training machine learning (ML) models. </a:t>
            </a:r>
          </a:p>
          <a:p>
            <a:pPr algn="just"/>
            <a:endParaRPr lang="en-US" dirty="0">
              <a:solidFill>
                <a:srgbClr val="1F2328"/>
              </a:solidFill>
              <a:latin typeface="Arial Black" panose="020B0A04020102020204" pitchFamily="34" charset="0"/>
            </a:endParaRPr>
          </a:p>
          <a:p>
            <a:pPr algn="just"/>
            <a:r>
              <a:rPr lang="en-US" b="0" i="0" dirty="0">
                <a:solidFill>
                  <a:srgbClr val="1F2328"/>
                </a:solidFill>
                <a:effectLst/>
                <a:latin typeface="Arial Black" panose="020B0A04020102020204" pitchFamily="34" charset="0"/>
              </a:rPr>
              <a:t>Through specific algorithms, these models can analyze and identify patterns in data to make predictions or decisions based on that data. They also constantly evolve based on outputs of previous datasets to confront new variables. Data scientists and developers training ML models often utilize libraries, such as </a:t>
            </a:r>
            <a:r>
              <a:rPr lang="en-US" b="0" i="0" u="sng" dirty="0">
                <a:solidFill>
                  <a:srgbClr val="FF0000"/>
                </a:solidFill>
                <a:effectLst/>
                <a:latin typeface="Arial Black" panose="020B0A04020102020204" pitchFamily="34" charset="0"/>
                <a:hlinkClick r:id="rId3">
                  <a:extLst>
                    <a:ext uri="{A12FA001-AC4F-418D-AE19-62706E023703}">
                      <ahyp:hlinkClr xmlns:ahyp="http://schemas.microsoft.com/office/drawing/2018/hyperlinkcolor" val="tx"/>
                    </a:ext>
                  </a:extLst>
                </a:hlinkClick>
              </a:rPr>
              <a:t>NumPy</a:t>
            </a:r>
            <a:r>
              <a:rPr lang="en-US" b="0" i="0" dirty="0">
                <a:solidFill>
                  <a:srgbClr val="FF0000"/>
                </a:solidFill>
                <a:effectLst/>
                <a:latin typeface="Arial Black" panose="020B0A04020102020204" pitchFamily="34" charset="0"/>
              </a:rPr>
              <a:t>,</a:t>
            </a:r>
            <a:r>
              <a:rPr lang="en-US" b="0" i="0" dirty="0">
                <a:solidFill>
                  <a:srgbClr val="1F2328"/>
                </a:solidFill>
                <a:effectLst/>
                <a:latin typeface="Arial Black" panose="020B0A04020102020204" pitchFamily="34" charset="0"/>
              </a:rPr>
              <a:t> </a:t>
            </a:r>
            <a:r>
              <a:rPr lang="en-US" b="0" i="0" u="sng" dirty="0">
                <a:solidFill>
                  <a:srgbClr val="FF0000"/>
                </a:solidFill>
                <a:effectLst/>
                <a:latin typeface="Arial Black" panose="020B0A04020102020204" pitchFamily="34" charset="0"/>
                <a:hlinkClick r:id="rId4">
                  <a:extLst>
                    <a:ext uri="{A12FA001-AC4F-418D-AE19-62706E023703}">
                      <ahyp:hlinkClr xmlns:ahyp="http://schemas.microsoft.com/office/drawing/2018/hyperlinkcolor" val="tx"/>
                    </a:ext>
                  </a:extLst>
                </a:hlinkClick>
              </a:rPr>
              <a:t>Pandas</a:t>
            </a:r>
            <a:r>
              <a:rPr lang="en-US" b="0" i="0" dirty="0">
                <a:solidFill>
                  <a:srgbClr val="FF0000"/>
                </a:solidFill>
                <a:effectLst/>
                <a:latin typeface="Arial Black" panose="020B0A04020102020204" pitchFamily="34" charset="0"/>
              </a:rPr>
              <a:t>, </a:t>
            </a:r>
            <a:r>
              <a:rPr lang="en-US" b="0" i="0" dirty="0">
                <a:solidFill>
                  <a:srgbClr val="1F2328"/>
                </a:solidFill>
                <a:effectLst/>
                <a:latin typeface="Arial Black" panose="020B0A04020102020204" pitchFamily="34" charset="0"/>
              </a:rPr>
              <a:t>and </a:t>
            </a:r>
            <a:r>
              <a:rPr lang="en-US" b="0" i="0" u="sng" dirty="0">
                <a:solidFill>
                  <a:srgbClr val="FF0000"/>
                </a:solidFill>
                <a:effectLst/>
                <a:latin typeface="Arial Black" panose="020B0A04020102020204" pitchFamily="34" charset="0"/>
                <a:hlinkClick r:id="rId5">
                  <a:extLst>
                    <a:ext uri="{A12FA001-AC4F-418D-AE19-62706E023703}">
                      <ahyp:hlinkClr xmlns:ahyp="http://schemas.microsoft.com/office/drawing/2018/hyperlinkcolor" val="tx"/>
                    </a:ext>
                  </a:extLst>
                </a:hlinkClick>
              </a:rPr>
              <a:t>Matplotlib</a:t>
            </a:r>
            <a:r>
              <a:rPr lang="en-US" b="0" i="0" dirty="0">
                <a:solidFill>
                  <a:srgbClr val="FF0000"/>
                </a:solidFill>
                <a:effectLst/>
                <a:latin typeface="Arial Black" panose="020B0A04020102020204" pitchFamily="34" charset="0"/>
              </a:rPr>
              <a:t>,</a:t>
            </a:r>
            <a:r>
              <a:rPr lang="en-US" b="0" i="0" dirty="0">
                <a:solidFill>
                  <a:srgbClr val="1F2328"/>
                </a:solidFill>
                <a:effectLst/>
                <a:latin typeface="Arial Black" panose="020B0A04020102020204" pitchFamily="34" charset="0"/>
              </a:rPr>
              <a:t> to automate functions like cleaning, data transformation, and visualization.</a:t>
            </a:r>
            <a:endParaRPr lang="en-US" dirty="0">
              <a:latin typeface="Arial Black" panose="020B0A04020102020204" pitchFamily="34" charset="0"/>
            </a:endParaRPr>
          </a:p>
        </p:txBody>
      </p:sp>
    </p:spTree>
    <p:extLst>
      <p:ext uri="{BB962C8B-B14F-4D97-AF65-F5344CB8AC3E}">
        <p14:creationId xmlns:p14="http://schemas.microsoft.com/office/powerpoint/2010/main" val="3245748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E17BD-F10A-082D-3B55-CB8B9277F4B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0878823-CFF5-B5DD-CF1F-0CADF780E8EF}"/>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97424A4F-E04C-4783-FFDC-E921EDE6755F}"/>
              </a:ext>
            </a:extLst>
          </p:cNvPr>
          <p:cNvSpPr txBox="1"/>
          <p:nvPr/>
        </p:nvSpPr>
        <p:spPr>
          <a:xfrm>
            <a:off x="868017" y="1323275"/>
            <a:ext cx="10455965" cy="2585323"/>
          </a:xfrm>
          <a:prstGeom prst="rect">
            <a:avLst/>
          </a:prstGeom>
          <a:noFill/>
        </p:spPr>
        <p:txBody>
          <a:bodyPr wrap="square">
            <a:spAutoFit/>
          </a:bodyPr>
          <a:lstStyle/>
          <a:p>
            <a:pPr algn="just"/>
            <a:r>
              <a:rPr lang="en-US" b="0" i="0" dirty="0">
                <a:solidFill>
                  <a:srgbClr val="1F2328"/>
                </a:solidFill>
                <a:effectLst/>
                <a:latin typeface="Arial Black" panose="020B0A04020102020204" pitchFamily="34" charset="0"/>
              </a:rPr>
              <a:t>Python can also be found in some of the most complex, artificial intelligence (AI) technologies—and it’s actually one of the preferred languages for AI. Python’s concise and readable code allows developers to create consistent, reliable systems, and its vast library provides a number of frameworks like </a:t>
            </a:r>
            <a:r>
              <a:rPr lang="en-US" b="0" i="0" u="sng" dirty="0" err="1">
                <a:solidFill>
                  <a:srgbClr val="FF0000"/>
                </a:solidFill>
                <a:effectLst/>
                <a:latin typeface="Arial Black" panose="020B0A04020102020204" pitchFamily="34" charset="0"/>
                <a:hlinkClick r:id="rId3">
                  <a:extLst>
                    <a:ext uri="{A12FA001-AC4F-418D-AE19-62706E023703}">
                      <ahyp:hlinkClr xmlns:ahyp="http://schemas.microsoft.com/office/drawing/2018/hyperlinkcolor" val="tx"/>
                    </a:ext>
                  </a:extLst>
                </a:hlinkClick>
              </a:rPr>
              <a:t>PyBrain</a:t>
            </a:r>
            <a:r>
              <a:rPr lang="en-US" b="0" i="0" dirty="0">
                <a:solidFill>
                  <a:srgbClr val="FF0000"/>
                </a:solidFill>
                <a:effectLst/>
                <a:latin typeface="Arial Black" panose="020B0A04020102020204" pitchFamily="34" charset="0"/>
              </a:rPr>
              <a:t>,</a:t>
            </a:r>
            <a:r>
              <a:rPr lang="en-US" b="0" i="0" dirty="0">
                <a:solidFill>
                  <a:srgbClr val="1F2328"/>
                </a:solidFill>
                <a:effectLst/>
                <a:latin typeface="Arial Black" panose="020B0A04020102020204" pitchFamily="34" charset="0"/>
              </a:rPr>
              <a:t> which offers developers powerful algorithms for machine learning tasks. Plus, Python’s visualization capabilities can help convert these large datasets for AI or ML into comprehensible graphs or reports. Interestingly enough, OpenAI, the artificial intelligence research lab, utilizes the Python framework,</a:t>
            </a:r>
            <a:r>
              <a:rPr lang="en-US" b="0" i="0" dirty="0">
                <a:solidFill>
                  <a:srgbClr val="FF0000"/>
                </a:solidFill>
                <a:effectLst/>
                <a:latin typeface="Arial Black" panose="020B0A04020102020204" pitchFamily="34" charset="0"/>
              </a:rPr>
              <a:t> </a:t>
            </a:r>
            <a:r>
              <a:rPr lang="en-US" b="0" i="0" u="sng" dirty="0" err="1">
                <a:solidFill>
                  <a:srgbClr val="FF0000"/>
                </a:solidFill>
                <a:effectLst/>
                <a:latin typeface="Arial Black" panose="020B0A04020102020204" pitchFamily="34" charset="0"/>
                <a:hlinkClick r:id="rId4">
                  <a:extLst>
                    <a:ext uri="{A12FA001-AC4F-418D-AE19-62706E023703}">
                      <ahyp:hlinkClr xmlns:ahyp="http://schemas.microsoft.com/office/drawing/2018/hyperlinkcolor" val="tx"/>
                    </a:ext>
                  </a:extLst>
                </a:hlinkClick>
              </a:rPr>
              <a:t>Pytorch</a:t>
            </a:r>
            <a:r>
              <a:rPr lang="en-US" b="0" i="0" dirty="0">
                <a:solidFill>
                  <a:srgbClr val="1F2328"/>
                </a:solidFill>
                <a:effectLst/>
                <a:latin typeface="Arial Black" panose="020B0A04020102020204" pitchFamily="34" charset="0"/>
              </a:rPr>
              <a:t>, as their standard framework for deep learning, which trains its AI systems.</a:t>
            </a:r>
            <a:endParaRPr lang="en-US" dirty="0">
              <a:latin typeface="Arial Black" panose="020B0A04020102020204" pitchFamily="34" charset="0"/>
            </a:endParaRPr>
          </a:p>
        </p:txBody>
      </p:sp>
      <p:sp>
        <p:nvSpPr>
          <p:cNvPr id="6" name="TextBox 5">
            <a:extLst>
              <a:ext uri="{FF2B5EF4-FFF2-40B4-BE49-F238E27FC236}">
                <a16:creationId xmlns:a16="http://schemas.microsoft.com/office/drawing/2014/main" id="{891E2474-3CC7-4DFC-2809-61F057B64AE2}"/>
              </a:ext>
            </a:extLst>
          </p:cNvPr>
          <p:cNvSpPr txBox="1"/>
          <p:nvPr/>
        </p:nvSpPr>
        <p:spPr>
          <a:xfrm>
            <a:off x="765312" y="3996644"/>
            <a:ext cx="10455965" cy="2492990"/>
          </a:xfrm>
          <a:prstGeom prst="rect">
            <a:avLst/>
          </a:prstGeom>
          <a:noFill/>
        </p:spPr>
        <p:txBody>
          <a:bodyPr wrap="square">
            <a:spAutoFit/>
          </a:bodyPr>
          <a:lstStyle/>
          <a:p>
            <a:pPr algn="ctr">
              <a:spcBef>
                <a:spcPts val="300"/>
              </a:spcBef>
              <a:spcAft>
                <a:spcPts val="300"/>
              </a:spcAft>
              <a:buNone/>
            </a:pPr>
            <a:r>
              <a:rPr lang="en-US" b="0" i="0" dirty="0">
                <a:solidFill>
                  <a:srgbClr val="FF0000"/>
                </a:solidFill>
                <a:effectLst/>
                <a:latin typeface="Arial Black" panose="020B0A04020102020204" pitchFamily="34" charset="0"/>
              </a:rPr>
              <a:t>Python is widely used in:</a:t>
            </a:r>
          </a:p>
          <a:p>
            <a:pPr algn="l">
              <a:spcBef>
                <a:spcPts val="300"/>
              </a:spcBef>
              <a:spcAft>
                <a:spcPts val="300"/>
              </a:spcAft>
              <a:buNone/>
            </a:pPr>
            <a:endParaRPr lang="en-US" b="0" i="0" dirty="0">
              <a:effectLst/>
              <a:latin typeface="Arial Black" panose="020B0A04020102020204" pitchFamily="34" charset="0"/>
            </a:endParaRPr>
          </a:p>
          <a:p>
            <a:pPr marL="285750" indent="-285750" algn="l">
              <a:spcAft>
                <a:spcPts val="600"/>
              </a:spcAft>
              <a:buFont typeface="Arial" panose="020B0604020202020204" pitchFamily="34" charset="0"/>
              <a:buChar char="•"/>
            </a:pPr>
            <a:r>
              <a:rPr lang="en-US" b="1" i="0" dirty="0">
                <a:effectLst/>
                <a:latin typeface="Arial Black" panose="020B0A04020102020204" pitchFamily="34" charset="0"/>
              </a:rPr>
              <a:t>Satellite data processing</a:t>
            </a:r>
            <a:r>
              <a:rPr lang="en-US" b="0" i="0" dirty="0">
                <a:effectLst/>
                <a:latin typeface="Arial Black" panose="020B0A04020102020204" pitchFamily="34" charset="0"/>
              </a:rPr>
              <a:t> (e.g., Sentinel, Landsat imagery)</a:t>
            </a:r>
          </a:p>
          <a:p>
            <a:pPr marL="285750" indent="-285750" algn="l">
              <a:spcAft>
                <a:spcPts val="600"/>
              </a:spcAft>
              <a:buFont typeface="Arial" panose="020B0604020202020204" pitchFamily="34" charset="0"/>
              <a:buChar char="•"/>
            </a:pPr>
            <a:r>
              <a:rPr lang="en-US" b="1" i="0" dirty="0">
                <a:effectLst/>
                <a:latin typeface="Arial Black" panose="020B0A04020102020204" pitchFamily="34" charset="0"/>
              </a:rPr>
              <a:t>Astrophysics simulations</a:t>
            </a:r>
            <a:r>
              <a:rPr lang="en-US" b="0" i="0" dirty="0">
                <a:effectLst/>
                <a:latin typeface="Arial Black" panose="020B0A04020102020204" pitchFamily="34" charset="0"/>
              </a:rPr>
              <a:t> (</a:t>
            </a:r>
            <a:r>
              <a:rPr lang="en-US" b="0" i="0" dirty="0" err="1">
                <a:effectLst/>
                <a:latin typeface="Arial Black" panose="020B0A04020102020204" pitchFamily="34" charset="0"/>
              </a:rPr>
              <a:t>astropy</a:t>
            </a:r>
            <a:r>
              <a:rPr lang="en-US" b="0" i="0" dirty="0">
                <a:effectLst/>
                <a:latin typeface="Arial Black" panose="020B0A04020102020204" pitchFamily="34" charset="0"/>
              </a:rPr>
              <a:t>, </a:t>
            </a:r>
            <a:r>
              <a:rPr lang="en-US" b="0" i="0" dirty="0" err="1">
                <a:effectLst/>
                <a:latin typeface="Arial Black" panose="020B0A04020102020204" pitchFamily="34" charset="0"/>
              </a:rPr>
              <a:t>spacepy</a:t>
            </a:r>
            <a:r>
              <a:rPr lang="en-US" b="0" i="0" dirty="0">
                <a:effectLst/>
                <a:latin typeface="Arial Black" panose="020B0A04020102020204" pitchFamily="34" charset="0"/>
              </a:rPr>
              <a:t>)</a:t>
            </a:r>
          </a:p>
          <a:p>
            <a:pPr marL="285750" indent="-285750" algn="l">
              <a:spcAft>
                <a:spcPts val="600"/>
              </a:spcAft>
              <a:buFont typeface="Arial" panose="020B0604020202020204" pitchFamily="34" charset="0"/>
              <a:buChar char="•"/>
            </a:pPr>
            <a:r>
              <a:rPr lang="en-US" b="1" i="0" dirty="0">
                <a:effectLst/>
                <a:latin typeface="Arial Black" panose="020B0A04020102020204" pitchFamily="34" charset="0"/>
              </a:rPr>
              <a:t>Orbital mechanics</a:t>
            </a:r>
            <a:r>
              <a:rPr lang="en-US" b="0" i="0" dirty="0">
                <a:effectLst/>
                <a:latin typeface="Arial Black" panose="020B0A04020102020204" pitchFamily="34" charset="0"/>
              </a:rPr>
              <a:t> (</a:t>
            </a:r>
            <a:r>
              <a:rPr lang="en-US" b="0" i="0" dirty="0" err="1">
                <a:effectLst/>
                <a:latin typeface="Arial Black" panose="020B0A04020102020204" pitchFamily="34" charset="0"/>
              </a:rPr>
              <a:t>poliastro</a:t>
            </a:r>
            <a:r>
              <a:rPr lang="en-US" b="0" i="0" dirty="0">
                <a:effectLst/>
                <a:latin typeface="Arial Black" panose="020B0A04020102020204" pitchFamily="34" charset="0"/>
              </a:rPr>
              <a:t>)</a:t>
            </a:r>
          </a:p>
          <a:p>
            <a:pPr marL="285750" indent="-285750" algn="l">
              <a:spcAft>
                <a:spcPts val="600"/>
              </a:spcAft>
              <a:buFont typeface="Arial" panose="020B0604020202020204" pitchFamily="34" charset="0"/>
              <a:buChar char="•"/>
            </a:pPr>
            <a:r>
              <a:rPr lang="en-US" b="1" i="0" dirty="0">
                <a:effectLst/>
                <a:latin typeface="Arial Black" panose="020B0A04020102020204" pitchFamily="34" charset="0"/>
              </a:rPr>
              <a:t>Telemetry analysis</a:t>
            </a:r>
            <a:r>
              <a:rPr lang="en-US" b="0" i="0" dirty="0">
                <a:effectLst/>
                <a:latin typeface="Arial Black" panose="020B0A04020102020204" pitchFamily="34" charset="0"/>
              </a:rPr>
              <a:t> for spacecraft</a:t>
            </a:r>
          </a:p>
          <a:p>
            <a:pPr algn="l">
              <a:spcBef>
                <a:spcPts val="300"/>
              </a:spcBef>
              <a:spcAft>
                <a:spcPts val="300"/>
              </a:spcAft>
              <a:buNone/>
            </a:pPr>
            <a:r>
              <a:rPr lang="en-US" b="1" i="0" dirty="0">
                <a:solidFill>
                  <a:srgbClr val="FF0000"/>
                </a:solidFill>
                <a:effectLst/>
                <a:latin typeface="Arial Black" panose="020B0A04020102020204" pitchFamily="34" charset="0"/>
              </a:rPr>
              <a:t>Example: Calculating a satellite orbit with </a:t>
            </a:r>
            <a:r>
              <a:rPr lang="en-US" b="1" i="0" dirty="0" err="1">
                <a:solidFill>
                  <a:srgbClr val="FF0000"/>
                </a:solidFill>
                <a:effectLst/>
                <a:latin typeface="Arial Black" panose="020B0A04020102020204" pitchFamily="34" charset="0"/>
              </a:rPr>
              <a:t>poliastro</a:t>
            </a:r>
            <a:endParaRPr lang="en-US" b="0" i="0" dirty="0">
              <a:solidFill>
                <a:srgbClr val="FF0000"/>
              </a:solidFill>
              <a:effectLst/>
              <a:latin typeface="Arial Black" panose="020B0A04020102020204" pitchFamily="34" charset="0"/>
            </a:endParaRPr>
          </a:p>
        </p:txBody>
      </p:sp>
    </p:spTree>
    <p:extLst>
      <p:ext uri="{BB962C8B-B14F-4D97-AF65-F5344CB8AC3E}">
        <p14:creationId xmlns:p14="http://schemas.microsoft.com/office/powerpoint/2010/main" val="2884577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64C8F-F9B1-33ED-0F96-8D0C26885BB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A64AAEA-99A7-EFAA-9C8B-6BF479397503}"/>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E64C2DA4-10A6-8A29-25A0-537CB52A8906}"/>
              </a:ext>
            </a:extLst>
          </p:cNvPr>
          <p:cNvSpPr txBox="1"/>
          <p:nvPr/>
        </p:nvSpPr>
        <p:spPr>
          <a:xfrm>
            <a:off x="868017" y="1292810"/>
            <a:ext cx="10455965" cy="2585323"/>
          </a:xfrm>
          <a:prstGeom prst="rect">
            <a:avLst/>
          </a:prstGeom>
          <a:noFill/>
        </p:spPr>
        <p:txBody>
          <a:bodyPr wrap="square">
            <a:spAutoFit/>
          </a:bodyPr>
          <a:lstStyle/>
          <a:p>
            <a:r>
              <a:rPr lang="en-US" dirty="0">
                <a:latin typeface="Arial Black" panose="020B0A04020102020204" pitchFamily="34" charset="0"/>
              </a:rPr>
              <a:t>from </a:t>
            </a:r>
            <a:r>
              <a:rPr lang="en-US" dirty="0" err="1">
                <a:latin typeface="Arial Black" panose="020B0A04020102020204" pitchFamily="34" charset="0"/>
              </a:rPr>
              <a:t>astropy</a:t>
            </a:r>
            <a:r>
              <a:rPr lang="en-US" dirty="0">
                <a:latin typeface="Arial Black" panose="020B0A04020102020204" pitchFamily="34" charset="0"/>
              </a:rPr>
              <a:t> import units as u</a:t>
            </a:r>
          </a:p>
          <a:p>
            <a:r>
              <a:rPr lang="en-US" dirty="0">
                <a:latin typeface="Arial Black" panose="020B0A04020102020204" pitchFamily="34" charset="0"/>
              </a:rPr>
              <a:t>from </a:t>
            </a:r>
            <a:r>
              <a:rPr lang="en-US" dirty="0" err="1">
                <a:latin typeface="Arial Black" panose="020B0A04020102020204" pitchFamily="34" charset="0"/>
              </a:rPr>
              <a:t>poliastro.bodies</a:t>
            </a:r>
            <a:r>
              <a:rPr lang="en-US" dirty="0">
                <a:latin typeface="Arial Black" panose="020B0A04020102020204" pitchFamily="34" charset="0"/>
              </a:rPr>
              <a:t> import Earth</a:t>
            </a:r>
          </a:p>
          <a:p>
            <a:r>
              <a:rPr lang="en-US" dirty="0">
                <a:latin typeface="Arial Black" panose="020B0A04020102020204" pitchFamily="34" charset="0"/>
              </a:rPr>
              <a:t>from </a:t>
            </a:r>
            <a:r>
              <a:rPr lang="en-US" dirty="0" err="1">
                <a:latin typeface="Arial Black" panose="020B0A04020102020204" pitchFamily="34" charset="0"/>
              </a:rPr>
              <a:t>poliastro.twobody</a:t>
            </a:r>
            <a:r>
              <a:rPr lang="en-US" dirty="0">
                <a:latin typeface="Arial Black" panose="020B0A04020102020204" pitchFamily="34" charset="0"/>
              </a:rPr>
              <a:t> import Orbit</a:t>
            </a:r>
          </a:p>
          <a:p>
            <a:endParaRPr lang="en-US" dirty="0">
              <a:latin typeface="Arial Black" panose="020B0A04020102020204" pitchFamily="34" charset="0"/>
            </a:endParaRPr>
          </a:p>
          <a:p>
            <a:r>
              <a:rPr lang="en-US" dirty="0">
                <a:latin typeface="Arial Black" panose="020B0A04020102020204" pitchFamily="34" charset="0"/>
              </a:rPr>
              <a:t>	# Define an orbit: 7000 km semi-major axis, 0.01 eccentricity</a:t>
            </a:r>
          </a:p>
          <a:p>
            <a:r>
              <a:rPr lang="en-US" dirty="0">
                <a:latin typeface="Arial Black" panose="020B0A04020102020204" pitchFamily="34" charset="0"/>
              </a:rPr>
              <a:t>		orbit = </a:t>
            </a:r>
            <a:r>
              <a:rPr lang="en-US" dirty="0" err="1">
                <a:latin typeface="Arial Black" panose="020B0A04020102020204" pitchFamily="34" charset="0"/>
              </a:rPr>
              <a:t>Orbit.from_classical</a:t>
            </a:r>
            <a:r>
              <a:rPr lang="en-US" dirty="0">
                <a:latin typeface="Arial Black" panose="020B0A04020102020204" pitchFamily="34" charset="0"/>
              </a:rPr>
              <a:t>(Earth, 7000 * u.km, 0.01 * u.one,</a:t>
            </a:r>
          </a:p>
          <a:p>
            <a:r>
              <a:rPr lang="en-US" dirty="0">
                <a:latin typeface="Arial Black" panose="020B0A04020102020204" pitchFamily="34" charset="0"/>
              </a:rPr>
              <a:t>                              98.7 * </a:t>
            </a:r>
            <a:r>
              <a:rPr lang="en-US" dirty="0" err="1">
                <a:latin typeface="Arial Black" panose="020B0A04020102020204" pitchFamily="34" charset="0"/>
              </a:rPr>
              <a:t>u.deg</a:t>
            </a:r>
            <a:r>
              <a:rPr lang="en-US" dirty="0">
                <a:latin typeface="Arial Black" panose="020B0A04020102020204" pitchFamily="34" charset="0"/>
              </a:rPr>
              <a:t>, 0 * </a:t>
            </a:r>
            <a:r>
              <a:rPr lang="en-US" dirty="0" err="1">
                <a:latin typeface="Arial Black" panose="020B0A04020102020204" pitchFamily="34" charset="0"/>
              </a:rPr>
              <a:t>u.deg</a:t>
            </a:r>
            <a:r>
              <a:rPr lang="en-US" dirty="0">
                <a:latin typeface="Arial Black" panose="020B0A04020102020204" pitchFamily="34" charset="0"/>
              </a:rPr>
              <a:t>, 0 * </a:t>
            </a:r>
            <a:r>
              <a:rPr lang="en-US" dirty="0" err="1">
                <a:latin typeface="Arial Black" panose="020B0A04020102020204" pitchFamily="34" charset="0"/>
              </a:rPr>
              <a:t>u.deg</a:t>
            </a:r>
            <a:r>
              <a:rPr lang="en-US" dirty="0">
                <a:latin typeface="Arial Black" panose="020B0A04020102020204" pitchFamily="34" charset="0"/>
              </a:rPr>
              <a:t>, 0 * </a:t>
            </a:r>
            <a:r>
              <a:rPr lang="en-US" dirty="0" err="1">
                <a:latin typeface="Arial Black" panose="020B0A04020102020204" pitchFamily="34" charset="0"/>
              </a:rPr>
              <a:t>u.deg</a:t>
            </a:r>
            <a:r>
              <a:rPr lang="en-US" dirty="0">
                <a:latin typeface="Arial Black" panose="020B0A04020102020204" pitchFamily="34" charset="0"/>
              </a:rPr>
              <a:t>)</a:t>
            </a:r>
          </a:p>
          <a:p>
            <a:endParaRPr lang="en-US" dirty="0">
              <a:latin typeface="Arial Black" panose="020B0A04020102020204" pitchFamily="34" charset="0"/>
            </a:endParaRPr>
          </a:p>
          <a:p>
            <a:r>
              <a:rPr lang="en-US" dirty="0">
                <a:latin typeface="Arial Black" panose="020B0A04020102020204" pitchFamily="34" charset="0"/>
              </a:rPr>
              <a:t>	print(orbit)</a:t>
            </a:r>
          </a:p>
        </p:txBody>
      </p:sp>
      <p:sp>
        <p:nvSpPr>
          <p:cNvPr id="5" name="TextBox 4">
            <a:extLst>
              <a:ext uri="{FF2B5EF4-FFF2-40B4-BE49-F238E27FC236}">
                <a16:creationId xmlns:a16="http://schemas.microsoft.com/office/drawing/2014/main" id="{53F5B180-68F0-867E-2F8F-BC14C41725C2}"/>
              </a:ext>
            </a:extLst>
          </p:cNvPr>
          <p:cNvSpPr txBox="1"/>
          <p:nvPr/>
        </p:nvSpPr>
        <p:spPr>
          <a:xfrm>
            <a:off x="1243993" y="5088835"/>
            <a:ext cx="9270423" cy="369332"/>
          </a:xfrm>
          <a:prstGeom prst="rect">
            <a:avLst/>
          </a:prstGeom>
          <a:noFill/>
        </p:spPr>
        <p:txBody>
          <a:bodyPr wrap="none" rtlCol="0">
            <a:spAutoFit/>
          </a:bodyPr>
          <a:lstStyle/>
          <a:p>
            <a:r>
              <a:rPr lang="en-US" dirty="0">
                <a:latin typeface="Arial Black" panose="020B0A04020102020204" pitchFamily="34" charset="0"/>
              </a:rPr>
              <a:t>ABOVE IS A SAMPLE CODE IN PYTHON USAGE IN SPACE EXPLORATION</a:t>
            </a:r>
          </a:p>
        </p:txBody>
      </p:sp>
    </p:spTree>
    <p:extLst>
      <p:ext uri="{BB962C8B-B14F-4D97-AF65-F5344CB8AC3E}">
        <p14:creationId xmlns:p14="http://schemas.microsoft.com/office/powerpoint/2010/main" val="1789200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4CDEB-EDCA-B8B9-0ECE-22EE359AEC6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42B1751-F9C1-2881-6213-2388B7B45A4B}"/>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F822EA5C-A1C7-AB96-2952-ACD8F3BD214E}"/>
              </a:ext>
            </a:extLst>
          </p:cNvPr>
          <p:cNvSpPr txBox="1"/>
          <p:nvPr/>
        </p:nvSpPr>
        <p:spPr>
          <a:xfrm>
            <a:off x="1053548" y="1011920"/>
            <a:ext cx="9829800" cy="1754326"/>
          </a:xfrm>
          <a:prstGeom prst="rect">
            <a:avLst/>
          </a:prstGeom>
          <a:noFill/>
        </p:spPr>
        <p:txBody>
          <a:bodyPr wrap="square">
            <a:spAutoFit/>
          </a:bodyPr>
          <a:lstStyle/>
          <a:p>
            <a:pPr algn="just"/>
            <a:r>
              <a:rPr lang="en-US" b="0" i="0" dirty="0">
                <a:solidFill>
                  <a:srgbClr val="242424"/>
                </a:solidFill>
                <a:effectLst/>
                <a:latin typeface="Arial Black" panose="020B0A04020102020204" pitchFamily="34" charset="0"/>
              </a:rPr>
              <a:t>NASA, one of the most technologically advanced organizations in human history, has woven Python into nearly every layer of its modern operations, from mission control and spacecraft navigation to image processing, simulation, AI-driven exploration, and planetary research. What began as a tool favored by data scientists has evolved into a critical instrument in the space agency’s technological orchestra.</a:t>
            </a:r>
            <a:endParaRPr lang="en-US" dirty="0">
              <a:latin typeface="Arial Black" panose="020B0A04020102020204" pitchFamily="34" charset="0"/>
            </a:endParaRPr>
          </a:p>
        </p:txBody>
      </p:sp>
      <p:sp>
        <p:nvSpPr>
          <p:cNvPr id="7" name="TextBox 6">
            <a:extLst>
              <a:ext uri="{FF2B5EF4-FFF2-40B4-BE49-F238E27FC236}">
                <a16:creationId xmlns:a16="http://schemas.microsoft.com/office/drawing/2014/main" id="{A6498489-3F22-09F9-8146-B56F45DBD089}"/>
              </a:ext>
            </a:extLst>
          </p:cNvPr>
          <p:cNvSpPr txBox="1"/>
          <p:nvPr/>
        </p:nvSpPr>
        <p:spPr>
          <a:xfrm>
            <a:off x="798443" y="2932746"/>
            <a:ext cx="10595113" cy="3762761"/>
          </a:xfrm>
          <a:prstGeom prst="rect">
            <a:avLst/>
          </a:prstGeom>
          <a:noFill/>
        </p:spPr>
        <p:txBody>
          <a:bodyPr wrap="square">
            <a:spAutoFit/>
          </a:bodyPr>
          <a:lstStyle/>
          <a:p>
            <a:pPr algn="just">
              <a:lnSpc>
                <a:spcPts val="2400"/>
              </a:lnSpc>
              <a:buNone/>
            </a:pPr>
            <a:r>
              <a:rPr lang="en-US" sz="1600" b="0" i="0" dirty="0">
                <a:solidFill>
                  <a:srgbClr val="242424"/>
                </a:solidFill>
                <a:effectLst/>
                <a:latin typeface="Arial Black" panose="020B0A04020102020204" pitchFamily="34" charset="0"/>
              </a:rPr>
              <a:t>NASA’s earliest missions relied on low-level programming languages such as FORTRAN, C, and Assembly, tools that allowed engineers to squeeze maximum performance from limited onboard computers. These languages were fast and efficient but extremely difficult to write, debug, and scale for modern missions.</a:t>
            </a:r>
          </a:p>
          <a:p>
            <a:pPr algn="just">
              <a:lnSpc>
                <a:spcPts val="2400"/>
              </a:lnSpc>
              <a:buNone/>
            </a:pPr>
            <a:endParaRPr lang="en-US" sz="1600" b="0" i="0" dirty="0">
              <a:solidFill>
                <a:srgbClr val="242424"/>
              </a:solidFill>
              <a:effectLst/>
              <a:latin typeface="Arial Black" panose="020B0A04020102020204" pitchFamily="34" charset="0"/>
            </a:endParaRPr>
          </a:p>
          <a:p>
            <a:pPr algn="just">
              <a:lnSpc>
                <a:spcPts val="2400"/>
              </a:lnSpc>
              <a:buNone/>
            </a:pPr>
            <a:r>
              <a:rPr lang="en-US" sz="1600" b="0" i="0" dirty="0">
                <a:solidFill>
                  <a:srgbClr val="242424"/>
                </a:solidFill>
                <a:effectLst/>
                <a:latin typeface="Arial Black" panose="020B0A04020102020204" pitchFamily="34" charset="0"/>
              </a:rPr>
              <a:t>As spacecraft became more sophisticated and missions became longer and more autonomous, NASA required a language that was:</a:t>
            </a:r>
          </a:p>
          <a:p>
            <a:pPr algn="just">
              <a:lnSpc>
                <a:spcPts val="2400"/>
              </a:lnSpc>
              <a:buNone/>
            </a:pPr>
            <a:r>
              <a:rPr lang="en-US" sz="1600" b="0" i="0" dirty="0">
                <a:solidFill>
                  <a:srgbClr val="242424"/>
                </a:solidFill>
                <a:effectLst/>
                <a:latin typeface="Arial Black" panose="020B0A04020102020204" pitchFamily="34" charset="0"/>
              </a:rPr>
              <a:t>1. Easy to read and maintain for multidisciplinary teams</a:t>
            </a:r>
          </a:p>
          <a:p>
            <a:pPr algn="just">
              <a:lnSpc>
                <a:spcPts val="2400"/>
              </a:lnSpc>
              <a:buNone/>
            </a:pPr>
            <a:r>
              <a:rPr lang="en-US" sz="1600" b="0" i="0" dirty="0">
                <a:solidFill>
                  <a:srgbClr val="242424"/>
                </a:solidFill>
                <a:effectLst/>
                <a:latin typeface="Arial Black" panose="020B0A04020102020204" pitchFamily="34" charset="0"/>
              </a:rPr>
              <a:t>2. Flexible enough for rapid prototyping and testing</a:t>
            </a:r>
          </a:p>
          <a:p>
            <a:pPr algn="just">
              <a:lnSpc>
                <a:spcPts val="2400"/>
              </a:lnSpc>
              <a:buNone/>
            </a:pPr>
            <a:r>
              <a:rPr lang="en-US" sz="1600" b="0" i="0" dirty="0">
                <a:solidFill>
                  <a:srgbClr val="242424"/>
                </a:solidFill>
                <a:effectLst/>
                <a:latin typeface="Arial Black" panose="020B0A04020102020204" pitchFamily="34" charset="0"/>
              </a:rPr>
              <a:t>3. Equipped with libraries for mathematics, physics, machine learning, and data visualization</a:t>
            </a:r>
          </a:p>
          <a:p>
            <a:pPr algn="just">
              <a:lnSpc>
                <a:spcPts val="2400"/>
              </a:lnSpc>
              <a:buNone/>
            </a:pPr>
            <a:r>
              <a:rPr lang="en-US" sz="1600" b="0" i="0" dirty="0">
                <a:solidFill>
                  <a:srgbClr val="242424"/>
                </a:solidFill>
                <a:effectLst/>
                <a:latin typeface="Arial Black" panose="020B0A04020102020204" pitchFamily="34" charset="0"/>
              </a:rPr>
              <a:t>4. Compatible with existing systems and adaptable to cloud and ground-based infrastructures</a:t>
            </a:r>
          </a:p>
        </p:txBody>
      </p:sp>
    </p:spTree>
    <p:extLst>
      <p:ext uri="{BB962C8B-B14F-4D97-AF65-F5344CB8AC3E}">
        <p14:creationId xmlns:p14="http://schemas.microsoft.com/office/powerpoint/2010/main" val="2100078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3798-7CCE-3CE6-48AA-488A636F789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A7D301E-216D-5F2C-646F-4ABC3BF46ED0}"/>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78D6FD92-76DE-3118-F324-5BC0C32BE334}"/>
              </a:ext>
            </a:extLst>
          </p:cNvPr>
          <p:cNvSpPr txBox="1"/>
          <p:nvPr/>
        </p:nvSpPr>
        <p:spPr>
          <a:xfrm>
            <a:off x="1123123" y="1603823"/>
            <a:ext cx="10187608" cy="4075539"/>
          </a:xfrm>
          <a:prstGeom prst="rect">
            <a:avLst/>
          </a:prstGeom>
          <a:noFill/>
        </p:spPr>
        <p:txBody>
          <a:bodyPr wrap="square">
            <a:spAutoFit/>
          </a:bodyPr>
          <a:lstStyle/>
          <a:p>
            <a:pPr algn="just">
              <a:lnSpc>
                <a:spcPts val="2400"/>
              </a:lnSpc>
              <a:buNone/>
            </a:pPr>
            <a:r>
              <a:rPr lang="en-US" b="0" i="0" dirty="0">
                <a:solidFill>
                  <a:srgbClr val="FF0000"/>
                </a:solidFill>
                <a:effectLst/>
                <a:latin typeface="Arial Black" panose="020B0A04020102020204" pitchFamily="34" charset="0"/>
              </a:rPr>
              <a:t>For example</a:t>
            </a:r>
            <a:r>
              <a:rPr lang="en-US" b="0" i="0" dirty="0">
                <a:solidFill>
                  <a:srgbClr val="242424"/>
                </a:solidFill>
                <a:effectLst/>
                <a:latin typeface="Arial Black" panose="020B0A04020102020204" pitchFamily="34" charset="0"/>
              </a:rPr>
              <a:t>, in planning interplanetary missions such as Mars landings or lunar orbits, Python is used to:</a:t>
            </a:r>
          </a:p>
          <a:p>
            <a:pPr algn="just">
              <a:lnSpc>
                <a:spcPts val="2400"/>
              </a:lnSpc>
              <a:buNone/>
            </a:pPr>
            <a:endParaRPr lang="en-US" b="0" i="0" dirty="0">
              <a:solidFill>
                <a:srgbClr val="242424"/>
              </a:solidFill>
              <a:effectLst/>
              <a:latin typeface="Arial Black" panose="020B0A04020102020204" pitchFamily="34" charset="0"/>
            </a:endParaRPr>
          </a:p>
          <a:p>
            <a:pPr algn="just">
              <a:lnSpc>
                <a:spcPts val="2400"/>
              </a:lnSpc>
              <a:buNone/>
            </a:pPr>
            <a:r>
              <a:rPr lang="en-US" b="0" i="0" dirty="0">
                <a:solidFill>
                  <a:srgbClr val="242424"/>
                </a:solidFill>
                <a:effectLst/>
                <a:latin typeface="Arial Black" panose="020B0A04020102020204" pitchFamily="34" charset="0"/>
              </a:rPr>
              <a:t>• Model gravitational interactions between celestial bodies</a:t>
            </a:r>
          </a:p>
          <a:p>
            <a:pPr algn="just">
              <a:lnSpc>
                <a:spcPts val="2400"/>
              </a:lnSpc>
              <a:buNone/>
            </a:pPr>
            <a:r>
              <a:rPr lang="en-US" b="0" i="0" dirty="0">
                <a:solidFill>
                  <a:srgbClr val="242424"/>
                </a:solidFill>
                <a:effectLst/>
                <a:latin typeface="Arial Black" panose="020B0A04020102020204" pitchFamily="34" charset="0"/>
              </a:rPr>
              <a:t>• Optimize fuel usage for trajectory corrections</a:t>
            </a:r>
          </a:p>
          <a:p>
            <a:pPr algn="just">
              <a:lnSpc>
                <a:spcPts val="2400"/>
              </a:lnSpc>
              <a:buNone/>
            </a:pPr>
            <a:r>
              <a:rPr lang="en-US" b="0" i="0" dirty="0">
                <a:solidFill>
                  <a:srgbClr val="242424"/>
                </a:solidFill>
                <a:effectLst/>
                <a:latin typeface="Arial Black" panose="020B0A04020102020204" pitchFamily="34" charset="0"/>
              </a:rPr>
              <a:t>• Simulate orbital dynamics under varying conditions</a:t>
            </a:r>
          </a:p>
          <a:p>
            <a:pPr algn="just">
              <a:lnSpc>
                <a:spcPts val="2400"/>
              </a:lnSpc>
              <a:buNone/>
            </a:pPr>
            <a:r>
              <a:rPr lang="en-US" b="0" i="0" dirty="0">
                <a:solidFill>
                  <a:srgbClr val="242424"/>
                </a:solidFill>
                <a:effectLst/>
                <a:latin typeface="Arial Black" panose="020B0A04020102020204" pitchFamily="34" charset="0"/>
              </a:rPr>
              <a:t>• Plan docking procedures with other spacecraft</a:t>
            </a:r>
          </a:p>
          <a:p>
            <a:pPr algn="just">
              <a:lnSpc>
                <a:spcPts val="2400"/>
              </a:lnSpc>
              <a:buNone/>
            </a:pPr>
            <a:r>
              <a:rPr lang="en-US" b="0" i="0" dirty="0">
                <a:solidFill>
                  <a:srgbClr val="242424"/>
                </a:solidFill>
                <a:effectLst/>
                <a:latin typeface="Arial Black" panose="020B0A04020102020204" pitchFamily="34" charset="0"/>
              </a:rPr>
              <a:t>• Coordinate timing with Earth-based communication stations</a:t>
            </a:r>
          </a:p>
          <a:p>
            <a:pPr algn="just">
              <a:lnSpc>
                <a:spcPts val="2400"/>
              </a:lnSpc>
              <a:buNone/>
            </a:pPr>
            <a:endParaRPr lang="en-US" b="0" i="0" dirty="0">
              <a:solidFill>
                <a:srgbClr val="242424"/>
              </a:solidFill>
              <a:effectLst/>
              <a:latin typeface="Arial Black" panose="020B0A04020102020204" pitchFamily="34" charset="0"/>
            </a:endParaRPr>
          </a:p>
          <a:p>
            <a:pPr algn="just">
              <a:lnSpc>
                <a:spcPts val="2400"/>
              </a:lnSpc>
              <a:buNone/>
            </a:pPr>
            <a:r>
              <a:rPr lang="en-US" b="0" i="0" dirty="0">
                <a:solidFill>
                  <a:srgbClr val="242424"/>
                </a:solidFill>
                <a:effectLst/>
                <a:latin typeface="Arial Black" panose="020B0A04020102020204" pitchFamily="34" charset="0"/>
              </a:rPr>
              <a:t>Libraries such as </a:t>
            </a:r>
            <a:r>
              <a:rPr lang="en-US" b="0" i="0" dirty="0" err="1">
                <a:solidFill>
                  <a:srgbClr val="FF0000"/>
                </a:solidFill>
                <a:effectLst/>
                <a:latin typeface="Arial Black" panose="020B0A04020102020204" pitchFamily="34" charset="0"/>
              </a:rPr>
              <a:t>Astropy</a:t>
            </a:r>
            <a:r>
              <a:rPr lang="en-US" b="0" i="0" dirty="0">
                <a:solidFill>
                  <a:srgbClr val="FF0000"/>
                </a:solidFill>
                <a:effectLst/>
                <a:latin typeface="Arial Black" panose="020B0A04020102020204" pitchFamily="34" charset="0"/>
              </a:rPr>
              <a:t>,</a:t>
            </a:r>
            <a:r>
              <a:rPr lang="en-US" b="0" i="0" dirty="0">
                <a:solidFill>
                  <a:srgbClr val="242424"/>
                </a:solidFill>
                <a:effectLst/>
                <a:latin typeface="Arial Black" panose="020B0A04020102020204" pitchFamily="34" charset="0"/>
              </a:rPr>
              <a:t> </a:t>
            </a:r>
            <a:r>
              <a:rPr lang="en-US" b="0" i="0" dirty="0" err="1">
                <a:solidFill>
                  <a:srgbClr val="FF0000"/>
                </a:solidFill>
                <a:effectLst/>
                <a:latin typeface="Arial Black" panose="020B0A04020102020204" pitchFamily="34" charset="0"/>
              </a:rPr>
              <a:t>Poliastro</a:t>
            </a:r>
            <a:r>
              <a:rPr lang="en-US" b="0" i="0" dirty="0">
                <a:solidFill>
                  <a:srgbClr val="FF0000"/>
                </a:solidFill>
                <a:effectLst/>
                <a:latin typeface="Arial Black" panose="020B0A04020102020204" pitchFamily="34" charset="0"/>
              </a:rPr>
              <a:t>,</a:t>
            </a:r>
            <a:r>
              <a:rPr lang="en-US" b="0" i="0" dirty="0">
                <a:solidFill>
                  <a:srgbClr val="242424"/>
                </a:solidFill>
                <a:effectLst/>
                <a:latin typeface="Arial Black" panose="020B0A04020102020204" pitchFamily="34" charset="0"/>
              </a:rPr>
              <a:t> and </a:t>
            </a:r>
            <a:r>
              <a:rPr lang="en-US" b="0" i="0" dirty="0" err="1">
                <a:solidFill>
                  <a:srgbClr val="FF0000"/>
                </a:solidFill>
                <a:effectLst/>
                <a:latin typeface="Arial Black" panose="020B0A04020102020204" pitchFamily="34" charset="0"/>
              </a:rPr>
              <a:t>Orekit</a:t>
            </a:r>
            <a:r>
              <a:rPr lang="en-US" b="0" i="0" dirty="0">
                <a:solidFill>
                  <a:srgbClr val="242424"/>
                </a:solidFill>
                <a:effectLst/>
                <a:latin typeface="Arial Black" panose="020B0A04020102020204" pitchFamily="34" charset="0"/>
              </a:rPr>
              <a:t> allow engineers to write elegant code that solves highly complex equations of celestial mechanics with precision. These calculations are no longer confined to specialized software — they are accessible, auditable, and adaptable through Python.</a:t>
            </a:r>
          </a:p>
        </p:txBody>
      </p:sp>
    </p:spTree>
    <p:extLst>
      <p:ext uri="{BB962C8B-B14F-4D97-AF65-F5344CB8AC3E}">
        <p14:creationId xmlns:p14="http://schemas.microsoft.com/office/powerpoint/2010/main" val="3387249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4FCE1-0CED-A86D-AF21-897D81EFF76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218F5CC-A95B-B42F-CEB9-CD3BF3E01B70}"/>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138D262E-A065-4A34-C050-E297B4EDF1CF}"/>
              </a:ext>
            </a:extLst>
          </p:cNvPr>
          <p:cNvSpPr txBox="1"/>
          <p:nvPr/>
        </p:nvSpPr>
        <p:spPr>
          <a:xfrm>
            <a:off x="773595" y="984143"/>
            <a:ext cx="10644809" cy="5616153"/>
          </a:xfrm>
          <a:prstGeom prst="rect">
            <a:avLst/>
          </a:prstGeom>
          <a:noFill/>
        </p:spPr>
        <p:txBody>
          <a:bodyPr wrap="square">
            <a:spAutoFit/>
          </a:bodyPr>
          <a:lstStyle/>
          <a:p>
            <a:pPr algn="ctr">
              <a:lnSpc>
                <a:spcPts val="2400"/>
              </a:lnSpc>
              <a:buNone/>
            </a:pPr>
            <a:r>
              <a:rPr lang="en-US" b="1" i="0" dirty="0">
                <a:solidFill>
                  <a:srgbClr val="FF0000"/>
                </a:solidFill>
                <a:effectLst/>
                <a:latin typeface="Arial Black" panose="020B0A04020102020204" pitchFamily="34" charset="0"/>
              </a:rPr>
              <a:t>Python in the Mars Missions</a:t>
            </a:r>
          </a:p>
          <a:p>
            <a:pPr algn="just">
              <a:lnSpc>
                <a:spcPts val="2400"/>
              </a:lnSpc>
              <a:buNone/>
            </a:pPr>
            <a:endParaRPr lang="en-US" b="0" i="0" dirty="0">
              <a:solidFill>
                <a:srgbClr val="242424"/>
              </a:solidFill>
              <a:effectLst/>
              <a:latin typeface="Arial Black" panose="020B0A04020102020204" pitchFamily="34" charset="0"/>
            </a:endParaRPr>
          </a:p>
          <a:p>
            <a:pPr algn="just">
              <a:lnSpc>
                <a:spcPts val="2400"/>
              </a:lnSpc>
              <a:buNone/>
            </a:pPr>
            <a:r>
              <a:rPr lang="en-US" b="0" i="0" dirty="0">
                <a:solidFill>
                  <a:srgbClr val="242424"/>
                </a:solidFill>
                <a:effectLst/>
                <a:latin typeface="Arial Black" panose="020B0A04020102020204" pitchFamily="34" charset="0"/>
              </a:rPr>
              <a:t>NASA’s Mars exploration programs have become some of the most sophisticated examples of human achievement in space exploration. The Perseverance rover, for instance, required intricate coordination between Earth-based mission control and autonomous onboard systems. Python played a vital role in:</a:t>
            </a:r>
          </a:p>
          <a:p>
            <a:pPr algn="just">
              <a:lnSpc>
                <a:spcPts val="2400"/>
              </a:lnSpc>
              <a:buNone/>
            </a:pPr>
            <a:endParaRPr lang="en-US" b="0" i="0" dirty="0">
              <a:solidFill>
                <a:srgbClr val="242424"/>
              </a:solidFill>
              <a:effectLst/>
              <a:latin typeface="Arial Black" panose="020B0A04020102020204" pitchFamily="34" charset="0"/>
            </a:endParaRPr>
          </a:p>
          <a:p>
            <a:pPr algn="just">
              <a:lnSpc>
                <a:spcPts val="2400"/>
              </a:lnSpc>
              <a:buNone/>
            </a:pPr>
            <a:r>
              <a:rPr lang="en-US" b="0" i="0" dirty="0">
                <a:solidFill>
                  <a:srgbClr val="242424"/>
                </a:solidFill>
                <a:effectLst/>
                <a:latin typeface="Arial Black" panose="020B0A04020102020204" pitchFamily="34" charset="0"/>
              </a:rPr>
              <a:t>• Processing incoming data from the rover’s cameras and sensors</a:t>
            </a:r>
          </a:p>
          <a:p>
            <a:pPr algn="just">
              <a:lnSpc>
                <a:spcPts val="2400"/>
              </a:lnSpc>
              <a:buNone/>
            </a:pPr>
            <a:r>
              <a:rPr lang="en-US" b="0" i="0" dirty="0">
                <a:solidFill>
                  <a:srgbClr val="242424"/>
                </a:solidFill>
                <a:effectLst/>
                <a:latin typeface="Arial Black" panose="020B0A04020102020204" pitchFamily="34" charset="0"/>
              </a:rPr>
              <a:t>• Running image analysis to detect terrain obstacles and scientifically valuable targets</a:t>
            </a:r>
          </a:p>
          <a:p>
            <a:pPr algn="just">
              <a:lnSpc>
                <a:spcPts val="2400"/>
              </a:lnSpc>
              <a:buNone/>
            </a:pPr>
            <a:r>
              <a:rPr lang="en-US" b="0" i="0" dirty="0">
                <a:solidFill>
                  <a:srgbClr val="242424"/>
                </a:solidFill>
                <a:effectLst/>
                <a:latin typeface="Arial Black" panose="020B0A04020102020204" pitchFamily="34" charset="0"/>
              </a:rPr>
              <a:t>• Simulating rover movement in Mars-like virtual environments</a:t>
            </a:r>
          </a:p>
          <a:p>
            <a:pPr algn="just">
              <a:lnSpc>
                <a:spcPts val="2400"/>
              </a:lnSpc>
              <a:buNone/>
            </a:pPr>
            <a:r>
              <a:rPr lang="en-US" b="0" i="0" dirty="0">
                <a:solidFill>
                  <a:srgbClr val="242424"/>
                </a:solidFill>
                <a:effectLst/>
                <a:latin typeface="Arial Black" panose="020B0A04020102020204" pitchFamily="34" charset="0"/>
              </a:rPr>
              <a:t>• Predicting weather patterns on Mars for safe navigation and energy optimization</a:t>
            </a:r>
          </a:p>
          <a:p>
            <a:pPr algn="just">
              <a:lnSpc>
                <a:spcPts val="2400"/>
              </a:lnSpc>
              <a:buNone/>
            </a:pPr>
            <a:r>
              <a:rPr lang="en-US" b="0" i="0" dirty="0">
                <a:solidFill>
                  <a:srgbClr val="242424"/>
                </a:solidFill>
                <a:effectLst/>
                <a:latin typeface="Arial Black" panose="020B0A04020102020204" pitchFamily="34" charset="0"/>
              </a:rPr>
              <a:t>• Visualizing mission data in real time for engineers and scientists</a:t>
            </a:r>
          </a:p>
          <a:p>
            <a:pPr algn="just">
              <a:lnSpc>
                <a:spcPts val="2400"/>
              </a:lnSpc>
              <a:buNone/>
            </a:pPr>
            <a:endParaRPr lang="en-US" b="0" i="0" dirty="0">
              <a:solidFill>
                <a:srgbClr val="242424"/>
              </a:solidFill>
              <a:effectLst/>
              <a:latin typeface="Arial Black" panose="020B0A04020102020204" pitchFamily="34" charset="0"/>
            </a:endParaRPr>
          </a:p>
          <a:p>
            <a:pPr algn="just">
              <a:lnSpc>
                <a:spcPts val="2400"/>
              </a:lnSpc>
              <a:buNone/>
            </a:pPr>
            <a:r>
              <a:rPr lang="en-US" b="0" i="0" dirty="0">
                <a:solidFill>
                  <a:srgbClr val="242424"/>
                </a:solidFill>
                <a:effectLst/>
                <a:latin typeface="Arial Black" panose="020B0A04020102020204" pitchFamily="34" charset="0"/>
              </a:rPr>
              <a:t>Python’s machine learning libraries are also used in autonomous navigation algorithms, enabling Perseverance to make decisions without waiting for Earth-based commands, a necessity due to the long communication delay between Earth and Mars.</a:t>
            </a:r>
          </a:p>
        </p:txBody>
      </p:sp>
    </p:spTree>
    <p:extLst>
      <p:ext uri="{BB962C8B-B14F-4D97-AF65-F5344CB8AC3E}">
        <p14:creationId xmlns:p14="http://schemas.microsoft.com/office/powerpoint/2010/main" val="4089572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F2769-FB00-CD3B-C4BA-D25B7A65CA2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446DD25-B2A2-DA32-2E01-9A798B2DD9DA}"/>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393C684C-3045-6870-8A7C-2523DEF7C22E}"/>
              </a:ext>
            </a:extLst>
          </p:cNvPr>
          <p:cNvSpPr txBox="1"/>
          <p:nvPr/>
        </p:nvSpPr>
        <p:spPr>
          <a:xfrm>
            <a:off x="516833" y="1426603"/>
            <a:ext cx="10674627" cy="5000600"/>
          </a:xfrm>
          <a:prstGeom prst="rect">
            <a:avLst/>
          </a:prstGeom>
          <a:noFill/>
        </p:spPr>
        <p:txBody>
          <a:bodyPr wrap="square">
            <a:spAutoFit/>
          </a:bodyPr>
          <a:lstStyle/>
          <a:p>
            <a:pPr algn="just">
              <a:lnSpc>
                <a:spcPts val="2400"/>
              </a:lnSpc>
              <a:buNone/>
            </a:pPr>
            <a:r>
              <a:rPr lang="en-US" b="0" i="0" dirty="0">
                <a:solidFill>
                  <a:srgbClr val="242424"/>
                </a:solidFill>
                <a:effectLst/>
                <a:latin typeface="Arial Black" panose="020B0A04020102020204" pitchFamily="34" charset="0"/>
              </a:rPr>
              <a:t>As missions extend deeper into space and scientific problems grow exponentially complex, traditional computing may no longer be sufficient. NASA is actively exploring quantum computing, and Python is already at the heart of this exploration.</a:t>
            </a:r>
          </a:p>
          <a:p>
            <a:pPr algn="just">
              <a:lnSpc>
                <a:spcPts val="2400"/>
              </a:lnSpc>
              <a:buNone/>
            </a:pPr>
            <a:r>
              <a:rPr lang="en-US" b="0" i="0" dirty="0">
                <a:solidFill>
                  <a:srgbClr val="242424"/>
                </a:solidFill>
                <a:effectLst/>
                <a:latin typeface="Arial Black" panose="020B0A04020102020204" pitchFamily="34" charset="0"/>
              </a:rPr>
              <a:t>Python interfaces with quantum simulators and hardware through libraries like </a:t>
            </a:r>
            <a:r>
              <a:rPr lang="en-US" b="0" i="0" dirty="0" err="1">
                <a:solidFill>
                  <a:srgbClr val="242424"/>
                </a:solidFill>
                <a:effectLst/>
                <a:latin typeface="Arial Black" panose="020B0A04020102020204" pitchFamily="34" charset="0"/>
              </a:rPr>
              <a:t>Qiskit</a:t>
            </a:r>
            <a:r>
              <a:rPr lang="en-US" b="0" i="0" dirty="0">
                <a:solidFill>
                  <a:srgbClr val="242424"/>
                </a:solidFill>
                <a:effectLst/>
                <a:latin typeface="Arial Black" panose="020B0A04020102020204" pitchFamily="34" charset="0"/>
              </a:rPr>
              <a:t> and Cirq, enabling NASA researchers to:</a:t>
            </a:r>
          </a:p>
          <a:p>
            <a:pPr algn="just">
              <a:lnSpc>
                <a:spcPts val="2400"/>
              </a:lnSpc>
              <a:buNone/>
            </a:pPr>
            <a:r>
              <a:rPr lang="en-US" b="0" i="0" dirty="0">
                <a:solidFill>
                  <a:srgbClr val="242424"/>
                </a:solidFill>
                <a:effectLst/>
                <a:latin typeface="Arial Black" panose="020B0A04020102020204" pitchFamily="34" charset="0"/>
              </a:rPr>
              <a:t>• Simulate complex orbital dynamics that classical computers struggle with</a:t>
            </a:r>
          </a:p>
          <a:p>
            <a:pPr algn="just">
              <a:lnSpc>
                <a:spcPts val="2400"/>
              </a:lnSpc>
              <a:buNone/>
            </a:pPr>
            <a:r>
              <a:rPr lang="en-US" b="0" i="0" dirty="0">
                <a:solidFill>
                  <a:srgbClr val="242424"/>
                </a:solidFill>
                <a:effectLst/>
                <a:latin typeface="Arial Black" panose="020B0A04020102020204" pitchFamily="34" charset="0"/>
              </a:rPr>
              <a:t>• Optimize trajectories for multi-planet missions</a:t>
            </a:r>
          </a:p>
          <a:p>
            <a:pPr algn="just">
              <a:lnSpc>
                <a:spcPts val="2400"/>
              </a:lnSpc>
              <a:buNone/>
            </a:pPr>
            <a:r>
              <a:rPr lang="en-US" b="0" i="0" dirty="0">
                <a:solidFill>
                  <a:srgbClr val="242424"/>
                </a:solidFill>
                <a:effectLst/>
                <a:latin typeface="Arial Black" panose="020B0A04020102020204" pitchFamily="34" charset="0"/>
              </a:rPr>
              <a:t>• Model materials for next-generation spacecraft</a:t>
            </a:r>
          </a:p>
          <a:p>
            <a:pPr algn="just">
              <a:lnSpc>
                <a:spcPts val="2400"/>
              </a:lnSpc>
              <a:buNone/>
            </a:pPr>
            <a:r>
              <a:rPr lang="en-US" b="0" i="0" dirty="0">
                <a:solidFill>
                  <a:srgbClr val="242424"/>
                </a:solidFill>
                <a:effectLst/>
                <a:latin typeface="Arial Black" panose="020B0A04020102020204" pitchFamily="34" charset="0"/>
              </a:rPr>
              <a:t>• Solve complex signal processing problems in deep space communication</a:t>
            </a:r>
          </a:p>
          <a:p>
            <a:pPr algn="just">
              <a:lnSpc>
                <a:spcPts val="2400"/>
              </a:lnSpc>
              <a:buNone/>
            </a:pPr>
            <a:r>
              <a:rPr lang="en-US" b="0" i="0" dirty="0">
                <a:solidFill>
                  <a:srgbClr val="242424"/>
                </a:solidFill>
                <a:effectLst/>
                <a:latin typeface="Arial Black" panose="020B0A04020102020204" pitchFamily="34" charset="0"/>
              </a:rPr>
              <a:t>Python provides the unifying interface between classical and quantum computing, making these experiments practical today.</a:t>
            </a:r>
          </a:p>
          <a:p>
            <a:pPr algn="just">
              <a:lnSpc>
                <a:spcPts val="2400"/>
              </a:lnSpc>
              <a:buNone/>
            </a:pPr>
            <a:endParaRPr lang="en-US" b="0" i="0" dirty="0">
              <a:solidFill>
                <a:srgbClr val="242424"/>
              </a:solidFill>
              <a:effectLst/>
              <a:latin typeface="Arial Black" panose="020B0A04020102020204" pitchFamily="34" charset="0"/>
            </a:endParaRPr>
          </a:p>
          <a:p>
            <a:pPr algn="just">
              <a:lnSpc>
                <a:spcPts val="2400"/>
              </a:lnSpc>
              <a:buNone/>
            </a:pPr>
            <a:r>
              <a:rPr lang="en-US" b="0" i="0" dirty="0">
                <a:solidFill>
                  <a:srgbClr val="242424"/>
                </a:solidFill>
                <a:effectLst/>
                <a:latin typeface="Arial Black" panose="020B0A04020102020204" pitchFamily="34" charset="0"/>
              </a:rPr>
              <a:t>As NASA collaborates with international partners and commercial entities, cybersecurity becomes crucial. Python is a dominant language in security testing, monitoring, and threat analysis.</a:t>
            </a:r>
          </a:p>
        </p:txBody>
      </p:sp>
    </p:spTree>
    <p:extLst>
      <p:ext uri="{BB962C8B-B14F-4D97-AF65-F5344CB8AC3E}">
        <p14:creationId xmlns:p14="http://schemas.microsoft.com/office/powerpoint/2010/main" val="760896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FFE76-B0EA-BF2D-C0D1-0EE3C501BF4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8CB3279-116E-2436-EC9B-152557C6ADC2}"/>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27BB6BF5-6FE9-C7D0-0CB3-4A50F4E63514}"/>
              </a:ext>
            </a:extLst>
          </p:cNvPr>
          <p:cNvSpPr txBox="1"/>
          <p:nvPr/>
        </p:nvSpPr>
        <p:spPr>
          <a:xfrm>
            <a:off x="974035" y="1390301"/>
            <a:ext cx="10247243" cy="3461717"/>
          </a:xfrm>
          <a:prstGeom prst="rect">
            <a:avLst/>
          </a:prstGeom>
          <a:noFill/>
        </p:spPr>
        <p:txBody>
          <a:bodyPr wrap="square">
            <a:spAutoFit/>
          </a:bodyPr>
          <a:lstStyle/>
          <a:p>
            <a:pPr algn="ctr">
              <a:lnSpc>
                <a:spcPts val="2400"/>
              </a:lnSpc>
              <a:buNone/>
            </a:pPr>
            <a:r>
              <a:rPr lang="en-US" b="0" i="0" dirty="0">
                <a:solidFill>
                  <a:srgbClr val="FF0000"/>
                </a:solidFill>
                <a:effectLst/>
                <a:latin typeface="Arial Black" panose="020B0A04020102020204" pitchFamily="34" charset="0"/>
              </a:rPr>
              <a:t>NASA’s Python usage is not hypothetical, it’s everywhere:</a:t>
            </a:r>
          </a:p>
          <a:p>
            <a:pPr algn="l">
              <a:lnSpc>
                <a:spcPts val="2400"/>
              </a:lnSpc>
              <a:buNone/>
            </a:pPr>
            <a:endParaRPr lang="en-US" b="0" i="0" dirty="0">
              <a:solidFill>
                <a:srgbClr val="242424"/>
              </a:solidFill>
              <a:effectLst/>
              <a:latin typeface="Arial Black" panose="020B0A04020102020204" pitchFamily="34" charset="0"/>
            </a:endParaRPr>
          </a:p>
          <a:p>
            <a:pPr algn="l">
              <a:lnSpc>
                <a:spcPts val="2400"/>
              </a:lnSpc>
              <a:buNone/>
            </a:pPr>
            <a:r>
              <a:rPr lang="en-US" b="0" i="0" dirty="0">
                <a:solidFill>
                  <a:srgbClr val="242424"/>
                </a:solidFill>
                <a:effectLst/>
                <a:latin typeface="Arial Black" panose="020B0A04020102020204" pitchFamily="34" charset="0"/>
              </a:rPr>
              <a:t>• </a:t>
            </a:r>
            <a:r>
              <a:rPr lang="en-US" b="0" i="0" dirty="0">
                <a:solidFill>
                  <a:srgbClr val="FF0000"/>
                </a:solidFill>
                <a:effectLst/>
                <a:latin typeface="Arial Black" panose="020B0A04020102020204" pitchFamily="34" charset="0"/>
              </a:rPr>
              <a:t>Mars Perseverance Rover: </a:t>
            </a:r>
            <a:r>
              <a:rPr lang="en-US" b="0" i="0" dirty="0">
                <a:solidFill>
                  <a:srgbClr val="242424"/>
                </a:solidFill>
                <a:effectLst/>
                <a:latin typeface="Arial Black" panose="020B0A04020102020204" pitchFamily="34" charset="0"/>
              </a:rPr>
              <a:t>Python scripts process and analyze terrain data to guide rover autonomy.</a:t>
            </a:r>
          </a:p>
          <a:p>
            <a:pPr algn="l">
              <a:lnSpc>
                <a:spcPts val="2400"/>
              </a:lnSpc>
              <a:buNone/>
            </a:pPr>
            <a:r>
              <a:rPr lang="en-US" b="0" i="0" dirty="0">
                <a:solidFill>
                  <a:srgbClr val="242424"/>
                </a:solidFill>
                <a:effectLst/>
                <a:latin typeface="Arial Black" panose="020B0A04020102020204" pitchFamily="34" charset="0"/>
              </a:rPr>
              <a:t>• </a:t>
            </a:r>
            <a:r>
              <a:rPr lang="en-US" b="0" i="0" dirty="0">
                <a:solidFill>
                  <a:srgbClr val="FF0000"/>
                </a:solidFill>
                <a:effectLst/>
                <a:latin typeface="Arial Black" panose="020B0A04020102020204" pitchFamily="34" charset="0"/>
              </a:rPr>
              <a:t>James Webb Space Telescope: </a:t>
            </a:r>
            <a:r>
              <a:rPr lang="en-US" b="0" i="0" dirty="0">
                <a:solidFill>
                  <a:srgbClr val="242424"/>
                </a:solidFill>
                <a:effectLst/>
                <a:latin typeface="Arial Black" panose="020B0A04020102020204" pitchFamily="34" charset="0"/>
              </a:rPr>
              <a:t>Data reduction pipelines in Python calibrated and reconstructed images of the early universe.</a:t>
            </a:r>
          </a:p>
          <a:p>
            <a:pPr algn="l">
              <a:lnSpc>
                <a:spcPts val="2400"/>
              </a:lnSpc>
              <a:buNone/>
            </a:pPr>
            <a:r>
              <a:rPr lang="en-US" b="0" i="0" dirty="0">
                <a:solidFill>
                  <a:srgbClr val="242424"/>
                </a:solidFill>
                <a:effectLst/>
                <a:latin typeface="Arial Black" panose="020B0A04020102020204" pitchFamily="34" charset="0"/>
              </a:rPr>
              <a:t>• </a:t>
            </a:r>
            <a:r>
              <a:rPr lang="en-US" b="0" i="0" dirty="0">
                <a:solidFill>
                  <a:srgbClr val="FF0000"/>
                </a:solidFill>
                <a:effectLst/>
                <a:latin typeface="Arial Black" panose="020B0A04020102020204" pitchFamily="34" charset="0"/>
              </a:rPr>
              <a:t>Artemis Mission Planning: </a:t>
            </a:r>
            <a:r>
              <a:rPr lang="en-US" b="0" i="0" dirty="0">
                <a:solidFill>
                  <a:srgbClr val="242424"/>
                </a:solidFill>
                <a:effectLst/>
                <a:latin typeface="Arial Black" panose="020B0A04020102020204" pitchFamily="34" charset="0"/>
              </a:rPr>
              <a:t>Python simulations model complex trajectories and lunar logistics.</a:t>
            </a:r>
          </a:p>
          <a:p>
            <a:pPr algn="l">
              <a:lnSpc>
                <a:spcPts val="2400"/>
              </a:lnSpc>
              <a:buNone/>
            </a:pPr>
            <a:r>
              <a:rPr lang="en-US" b="0" i="0" dirty="0">
                <a:solidFill>
                  <a:srgbClr val="242424"/>
                </a:solidFill>
                <a:effectLst/>
                <a:latin typeface="Arial Black" panose="020B0A04020102020204" pitchFamily="34" charset="0"/>
              </a:rPr>
              <a:t>• </a:t>
            </a:r>
            <a:r>
              <a:rPr lang="en-US" b="0" i="0" dirty="0">
                <a:solidFill>
                  <a:srgbClr val="FF0000"/>
                </a:solidFill>
                <a:effectLst/>
                <a:latin typeface="Arial Black" panose="020B0A04020102020204" pitchFamily="34" charset="0"/>
              </a:rPr>
              <a:t>Earth Science: </a:t>
            </a:r>
            <a:r>
              <a:rPr lang="en-US" b="0" i="0" dirty="0">
                <a:solidFill>
                  <a:srgbClr val="242424"/>
                </a:solidFill>
                <a:effectLst/>
                <a:latin typeface="Arial Black" panose="020B0A04020102020204" pitchFamily="34" charset="0"/>
              </a:rPr>
              <a:t>Python powers climate monitoring dashboards used globally.</a:t>
            </a:r>
          </a:p>
          <a:p>
            <a:pPr algn="l">
              <a:lnSpc>
                <a:spcPts val="2400"/>
              </a:lnSpc>
              <a:buNone/>
            </a:pPr>
            <a:r>
              <a:rPr lang="en-US" b="0" i="0" dirty="0">
                <a:solidFill>
                  <a:srgbClr val="242424"/>
                </a:solidFill>
                <a:effectLst/>
                <a:latin typeface="Arial Black" panose="020B0A04020102020204" pitchFamily="34" charset="0"/>
              </a:rPr>
              <a:t>• </a:t>
            </a:r>
            <a:r>
              <a:rPr lang="en-US" b="0" i="0" dirty="0">
                <a:solidFill>
                  <a:srgbClr val="FF0000"/>
                </a:solidFill>
                <a:effectLst/>
                <a:latin typeface="Arial Black" panose="020B0A04020102020204" pitchFamily="34" charset="0"/>
              </a:rPr>
              <a:t>JPL Flight Software Testing: </a:t>
            </a:r>
            <a:r>
              <a:rPr lang="en-US" b="0" i="0" dirty="0">
                <a:solidFill>
                  <a:srgbClr val="242424"/>
                </a:solidFill>
                <a:effectLst/>
                <a:latin typeface="Arial Black" panose="020B0A04020102020204" pitchFamily="34" charset="0"/>
              </a:rPr>
              <a:t>Python validates spacecraft behavior before launch.</a:t>
            </a:r>
          </a:p>
        </p:txBody>
      </p:sp>
    </p:spTree>
    <p:extLst>
      <p:ext uri="{BB962C8B-B14F-4D97-AF65-F5344CB8AC3E}">
        <p14:creationId xmlns:p14="http://schemas.microsoft.com/office/powerpoint/2010/main" val="3678746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FFB47-AE3F-A341-1A63-CD24004A9F9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B077041-4A56-0A73-9D38-67179EECE903}"/>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92ABE9ED-560E-4612-A344-267E9A3AFAE8}"/>
              </a:ext>
            </a:extLst>
          </p:cNvPr>
          <p:cNvSpPr txBox="1"/>
          <p:nvPr/>
        </p:nvSpPr>
        <p:spPr>
          <a:xfrm>
            <a:off x="795130" y="1698413"/>
            <a:ext cx="10207486" cy="4077270"/>
          </a:xfrm>
          <a:prstGeom prst="rect">
            <a:avLst/>
          </a:prstGeom>
          <a:noFill/>
        </p:spPr>
        <p:txBody>
          <a:bodyPr wrap="square">
            <a:spAutoFit/>
          </a:bodyPr>
          <a:lstStyle/>
          <a:p>
            <a:pPr algn="just">
              <a:lnSpc>
                <a:spcPts val="2400"/>
              </a:lnSpc>
              <a:buNone/>
            </a:pPr>
            <a:r>
              <a:rPr lang="en-US" b="0" i="0" dirty="0">
                <a:solidFill>
                  <a:srgbClr val="242424"/>
                </a:solidFill>
                <a:effectLst/>
                <a:latin typeface="Arial Black" panose="020B0A04020102020204" pitchFamily="34" charset="0"/>
              </a:rPr>
              <a:t>When people imagine astronauts, they picture humans in suits floating in zero gravity. But one of the most important astronauts of our time is silent, invisible, and made entirely of code. Python enables humanity to model new worlds, guide machines across alien landscapes, and see deeper into the cosmos than ever before.</a:t>
            </a:r>
          </a:p>
          <a:p>
            <a:pPr algn="just">
              <a:lnSpc>
                <a:spcPts val="2400"/>
              </a:lnSpc>
              <a:buNone/>
            </a:pPr>
            <a:endParaRPr lang="en-US" b="0" i="0" dirty="0">
              <a:solidFill>
                <a:srgbClr val="242424"/>
              </a:solidFill>
              <a:effectLst/>
              <a:latin typeface="Arial Black" panose="020B0A04020102020204" pitchFamily="34" charset="0"/>
            </a:endParaRPr>
          </a:p>
          <a:p>
            <a:pPr algn="just">
              <a:lnSpc>
                <a:spcPts val="2400"/>
              </a:lnSpc>
              <a:buNone/>
            </a:pPr>
            <a:r>
              <a:rPr lang="en-US" b="0" i="0" dirty="0">
                <a:solidFill>
                  <a:srgbClr val="242424"/>
                </a:solidFill>
                <a:effectLst/>
                <a:latin typeface="Arial Black" panose="020B0A04020102020204" pitchFamily="34" charset="0"/>
              </a:rPr>
              <a:t>NASA’s use of Python is not just a story about technology. It’s a story about human ingenuity, collaboration, and curiosity. It shows how a simple language, built to be readable and open, became a cornerstone of the most ambitious scientific enterprise in history.</a:t>
            </a:r>
          </a:p>
          <a:p>
            <a:pPr algn="just">
              <a:lnSpc>
                <a:spcPts val="2400"/>
              </a:lnSpc>
              <a:buNone/>
            </a:pPr>
            <a:endParaRPr lang="en-US" b="0" i="0" dirty="0">
              <a:solidFill>
                <a:srgbClr val="242424"/>
              </a:solidFill>
              <a:effectLst/>
              <a:latin typeface="Arial Black" panose="020B0A04020102020204" pitchFamily="34" charset="0"/>
            </a:endParaRPr>
          </a:p>
          <a:p>
            <a:pPr algn="just">
              <a:lnSpc>
                <a:spcPts val="2400"/>
              </a:lnSpc>
              <a:buNone/>
            </a:pPr>
            <a:r>
              <a:rPr lang="en-US" b="0" i="0" dirty="0">
                <a:solidFill>
                  <a:srgbClr val="242424"/>
                </a:solidFill>
                <a:effectLst/>
                <a:latin typeface="Arial Black" panose="020B0A04020102020204" pitchFamily="34" charset="0"/>
              </a:rPr>
              <a:t>Python has become NASA’s invisible co-pilot, helping humanity not just explore space, but understand it.</a:t>
            </a:r>
          </a:p>
        </p:txBody>
      </p:sp>
    </p:spTree>
    <p:extLst>
      <p:ext uri="{BB962C8B-B14F-4D97-AF65-F5344CB8AC3E}">
        <p14:creationId xmlns:p14="http://schemas.microsoft.com/office/powerpoint/2010/main" val="1039658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82A86-770E-EA55-7996-B1C881ABBDC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94F7894-8455-34C2-2093-8BCF7A6B5DA0}"/>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BD11EA7C-E36A-8625-9AFB-AADA997C0065}"/>
              </a:ext>
            </a:extLst>
          </p:cNvPr>
          <p:cNvSpPr txBox="1"/>
          <p:nvPr/>
        </p:nvSpPr>
        <p:spPr>
          <a:xfrm>
            <a:off x="1316107" y="774686"/>
            <a:ext cx="10173528" cy="6186309"/>
          </a:xfrm>
          <a:prstGeom prst="rect">
            <a:avLst/>
          </a:prstGeom>
          <a:noFill/>
        </p:spPr>
        <p:txBody>
          <a:bodyPr wrap="square">
            <a:spAutoFit/>
          </a:bodyPr>
          <a:lstStyle/>
          <a:p>
            <a:pPr algn="ctr">
              <a:buNone/>
            </a:pPr>
            <a:r>
              <a:rPr lang="en-US" b="1" dirty="0">
                <a:solidFill>
                  <a:srgbClr val="7030A0"/>
                </a:solidFill>
                <a:latin typeface="Arial Black" panose="020B0A04020102020204" pitchFamily="34" charset="0"/>
              </a:rPr>
              <a:t>NumPy – Numerical Computing</a:t>
            </a:r>
          </a:p>
          <a:p>
            <a:pPr algn="ctr">
              <a:buNone/>
            </a:pPr>
            <a:endParaRPr lang="en-US" b="1" dirty="0">
              <a:solidFill>
                <a:srgbClr val="7030A0"/>
              </a:solidFill>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Foundation for scientific computing in Python.</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Provides fast, memory‑efficient arrays and mathematical functions.</a:t>
            </a:r>
            <a:endParaRPr lang="en-US" dirty="0">
              <a:latin typeface="Arial Black" panose="020B0A04020102020204" pitchFamily="34" charset="0"/>
            </a:endParaRPr>
          </a:p>
          <a:p>
            <a:pPr marL="285750" indent="-285750">
              <a:buFont typeface="Arial" panose="020B0604020202020204" pitchFamily="34" charset="0"/>
              <a:buChar char="•"/>
            </a:pPr>
            <a:r>
              <a:rPr lang="en-US" dirty="0">
                <a:solidFill>
                  <a:srgbClr val="FF0000"/>
                </a:solidFill>
                <a:effectLst/>
                <a:latin typeface="Arial Black" panose="020B0A04020102020204" pitchFamily="34" charset="0"/>
              </a:rPr>
              <a:t>Example:</a:t>
            </a:r>
          </a:p>
          <a:p>
            <a:endParaRPr lang="en-US" dirty="0">
              <a:latin typeface="Arial Black" panose="020B0A04020102020204" pitchFamily="34" charset="0"/>
            </a:endParaRPr>
          </a:p>
          <a:p>
            <a:r>
              <a:rPr lang="en-US" dirty="0"/>
              <a:t>python</a:t>
            </a:r>
          </a:p>
          <a:p>
            <a:r>
              <a:rPr lang="en-US" dirty="0" err="1">
                <a:effectLst/>
                <a:latin typeface="Courier New" panose="02070309020205020404" pitchFamily="49" charset="0"/>
              </a:rPr>
              <a:t>mport</a:t>
            </a:r>
            <a:r>
              <a:rPr lang="en-US" dirty="0">
                <a:effectLst/>
                <a:latin typeface="Courier New" panose="02070309020205020404" pitchFamily="49" charset="0"/>
              </a:rPr>
              <a:t> </a:t>
            </a:r>
            <a:r>
              <a:rPr lang="en-US" dirty="0" err="1">
                <a:effectLst/>
                <a:latin typeface="Courier New" panose="02070309020205020404" pitchFamily="49" charset="0"/>
              </a:rPr>
              <a:t>numpy</a:t>
            </a:r>
            <a:r>
              <a:rPr lang="en-US" dirty="0">
                <a:effectLst/>
                <a:latin typeface="Courier New" panose="02070309020205020404" pitchFamily="49" charset="0"/>
              </a:rPr>
              <a:t> as np</a:t>
            </a:r>
          </a:p>
          <a:p>
            <a:r>
              <a:rPr lang="en-US" dirty="0">
                <a:effectLst/>
                <a:latin typeface="Courier New" panose="02070309020205020404" pitchFamily="49" charset="0"/>
              </a:rPr>
              <a:t>data = </a:t>
            </a:r>
            <a:r>
              <a:rPr lang="en-US" dirty="0" err="1">
                <a:effectLst/>
                <a:latin typeface="Courier New" panose="02070309020205020404" pitchFamily="49" charset="0"/>
              </a:rPr>
              <a:t>np.array</a:t>
            </a:r>
            <a:r>
              <a:rPr lang="en-US" dirty="0">
                <a:effectLst/>
                <a:latin typeface="Courier New" panose="02070309020205020404" pitchFamily="49" charset="0"/>
              </a:rPr>
              <a:t>([1, 2, 3, 4])</a:t>
            </a:r>
          </a:p>
          <a:p>
            <a:r>
              <a:rPr lang="en-US" dirty="0">
                <a:effectLst/>
                <a:latin typeface="Courier New" panose="02070309020205020404" pitchFamily="49" charset="0"/>
              </a:rPr>
              <a:t>print(</a:t>
            </a:r>
            <a:r>
              <a:rPr lang="en-US" dirty="0" err="1">
                <a:effectLst/>
                <a:latin typeface="Courier New" panose="02070309020205020404" pitchFamily="49" charset="0"/>
              </a:rPr>
              <a:t>np.mean</a:t>
            </a:r>
            <a:r>
              <a:rPr lang="en-US" dirty="0">
                <a:effectLst/>
                <a:latin typeface="Courier New" panose="02070309020205020404" pitchFamily="49" charset="0"/>
              </a:rPr>
              <a:t>(data))  # Output: 2.5</a:t>
            </a:r>
          </a:p>
          <a:p>
            <a:endParaRPr lang="en-US" dirty="0">
              <a:effectLst/>
              <a:latin typeface="Courier New" panose="02070309020205020404" pitchFamily="49" charset="0"/>
            </a:endParaRPr>
          </a:p>
          <a:p>
            <a:pPr algn="ctr">
              <a:buNone/>
            </a:pPr>
            <a:r>
              <a:rPr lang="en-US" b="1" dirty="0">
                <a:solidFill>
                  <a:srgbClr val="7030A0"/>
                </a:solidFill>
                <a:latin typeface="Arial Black" panose="020B0A04020102020204" pitchFamily="34" charset="0"/>
              </a:rPr>
              <a:t>Pandas – Data Handling &amp; Cleaning</a:t>
            </a:r>
          </a:p>
          <a:p>
            <a:pPr algn="ctr">
              <a:buNone/>
            </a:pPr>
            <a:endParaRPr lang="en-US" b="1" dirty="0"/>
          </a:p>
          <a:p>
            <a:pPr marL="285750" indent="-285750">
              <a:buFont typeface="Arial" panose="020B0604020202020204" pitchFamily="34" charset="0"/>
              <a:buChar char="•"/>
            </a:pPr>
            <a:r>
              <a:rPr lang="en-US" dirty="0">
                <a:effectLst/>
                <a:latin typeface="Arial Black" panose="020B0A04020102020204" pitchFamily="34" charset="0"/>
              </a:rPr>
              <a:t>Built on NumPy; ideal for tabular data (</a:t>
            </a:r>
            <a:r>
              <a:rPr lang="en-US" dirty="0" err="1">
                <a:effectLst/>
                <a:latin typeface="Arial Black" panose="020B0A04020102020204" pitchFamily="34" charset="0"/>
              </a:rPr>
              <a:t>DataFrames</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Handles missing values, filtering, grouping, and merging.</a:t>
            </a:r>
            <a:endParaRPr lang="en-US" dirty="0">
              <a:latin typeface="Arial Black" panose="020B0A04020102020204" pitchFamily="34" charset="0"/>
            </a:endParaRPr>
          </a:p>
          <a:p>
            <a:pPr marL="285750" indent="-285750">
              <a:buFont typeface="Arial" panose="020B0604020202020204" pitchFamily="34" charset="0"/>
              <a:buChar char="•"/>
            </a:pPr>
            <a:r>
              <a:rPr lang="en-US" dirty="0">
                <a:solidFill>
                  <a:srgbClr val="FF0000"/>
                </a:solidFill>
                <a:effectLst/>
                <a:latin typeface="Arial Black" panose="020B0A04020102020204" pitchFamily="34" charset="0"/>
              </a:rPr>
              <a:t>Example:</a:t>
            </a:r>
          </a:p>
          <a:p>
            <a:pPr>
              <a:buFont typeface="Arial" panose="020B0604020202020204" pitchFamily="34" charset="0"/>
              <a:buChar char="•"/>
            </a:pPr>
            <a:endParaRPr lang="en-US" dirty="0"/>
          </a:p>
          <a:p>
            <a:r>
              <a:rPr lang="en-US" dirty="0"/>
              <a:t>python</a:t>
            </a:r>
          </a:p>
          <a:p>
            <a:r>
              <a:rPr lang="en-US" dirty="0">
                <a:effectLst/>
                <a:latin typeface="Courier New" panose="02070309020205020404" pitchFamily="49" charset="0"/>
              </a:rPr>
              <a:t>import pandas as pd</a:t>
            </a:r>
          </a:p>
          <a:p>
            <a:r>
              <a:rPr lang="en-US" dirty="0" err="1">
                <a:effectLst/>
                <a:latin typeface="Courier New" panose="02070309020205020404" pitchFamily="49" charset="0"/>
              </a:rPr>
              <a:t>df</a:t>
            </a:r>
            <a:r>
              <a:rPr lang="en-US" dirty="0">
                <a:effectLst/>
                <a:latin typeface="Courier New" panose="02070309020205020404" pitchFamily="49" charset="0"/>
              </a:rPr>
              <a:t> = </a:t>
            </a:r>
            <a:r>
              <a:rPr lang="en-US" dirty="0" err="1">
                <a:effectLst/>
                <a:latin typeface="Courier New" panose="02070309020205020404" pitchFamily="49" charset="0"/>
              </a:rPr>
              <a:t>pd.read_csv</a:t>
            </a:r>
            <a:r>
              <a:rPr lang="en-US" dirty="0">
                <a:effectLst/>
                <a:latin typeface="Courier New" panose="02070309020205020404" pitchFamily="49" charset="0"/>
              </a:rPr>
              <a:t>("data.csv")</a:t>
            </a:r>
          </a:p>
          <a:p>
            <a:r>
              <a:rPr lang="en-US" dirty="0">
                <a:effectLst/>
                <a:latin typeface="Courier New" panose="02070309020205020404" pitchFamily="49" charset="0"/>
              </a:rPr>
              <a:t>print(</a:t>
            </a:r>
            <a:r>
              <a:rPr lang="en-US" dirty="0" err="1">
                <a:effectLst/>
                <a:latin typeface="Courier New" panose="02070309020205020404" pitchFamily="49" charset="0"/>
              </a:rPr>
              <a:t>df.describe</a:t>
            </a:r>
            <a:r>
              <a:rPr lang="en-US" dirty="0">
                <a:effectLst/>
                <a:latin typeface="Courier New" panose="02070309020205020404" pitchFamily="49" charset="0"/>
              </a:rPr>
              <a:t>())</a:t>
            </a:r>
          </a:p>
          <a:p>
            <a:pPr>
              <a:buNone/>
            </a:pPr>
            <a:endParaRPr lang="en-US" dirty="0"/>
          </a:p>
        </p:txBody>
      </p:sp>
    </p:spTree>
    <p:extLst>
      <p:ext uri="{BB962C8B-B14F-4D97-AF65-F5344CB8AC3E}">
        <p14:creationId xmlns:p14="http://schemas.microsoft.com/office/powerpoint/2010/main" val="3439838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53D2B-A88D-ECC0-1A40-A629F9C2374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FFC66A1-6525-76CC-16CC-947D8E465F72}"/>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29ADB8E3-1CA3-B6CC-A58F-800CF2689F58}"/>
              </a:ext>
            </a:extLst>
          </p:cNvPr>
          <p:cNvSpPr txBox="1"/>
          <p:nvPr/>
        </p:nvSpPr>
        <p:spPr>
          <a:xfrm>
            <a:off x="892865" y="840361"/>
            <a:ext cx="10406270" cy="584775"/>
          </a:xfrm>
          <a:prstGeom prst="rect">
            <a:avLst/>
          </a:prstGeom>
          <a:noFill/>
        </p:spPr>
        <p:txBody>
          <a:bodyPr wrap="square">
            <a:spAutoFit/>
          </a:bodyPr>
          <a:lstStyle/>
          <a:p>
            <a:pPr algn="ctr"/>
            <a:r>
              <a:rPr lang="en-US" sz="1600" dirty="0">
                <a:latin typeface="Arial Black" panose="020B0A04020102020204" pitchFamily="34" charset="0"/>
              </a:rPr>
              <a:t>NumPy is the calculator, Pandas is the spreadsheet, Matplotlib/Seaborn are the storytellers, Scikit‑Learn is the analyst.</a:t>
            </a:r>
          </a:p>
        </p:txBody>
      </p:sp>
      <p:pic>
        <p:nvPicPr>
          <p:cNvPr id="6" name="Picture 5">
            <a:extLst>
              <a:ext uri="{FF2B5EF4-FFF2-40B4-BE49-F238E27FC236}">
                <a16:creationId xmlns:a16="http://schemas.microsoft.com/office/drawing/2014/main" id="{9004C24B-1E85-80CC-9FDD-727B91710F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865" y="1548038"/>
            <a:ext cx="10278718" cy="4944166"/>
          </a:xfrm>
          <a:prstGeom prst="rect">
            <a:avLst/>
          </a:prstGeom>
        </p:spPr>
      </p:pic>
    </p:spTree>
    <p:extLst>
      <p:ext uri="{BB962C8B-B14F-4D97-AF65-F5344CB8AC3E}">
        <p14:creationId xmlns:p14="http://schemas.microsoft.com/office/powerpoint/2010/main" val="4288736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919E6-D9C2-E95F-C97B-1C251AB0ECC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450C034-0C54-DEAE-4906-E98E7B95AE32}"/>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F40544A7-A6A1-0426-1C21-5D4F33F94D96}"/>
              </a:ext>
            </a:extLst>
          </p:cNvPr>
          <p:cNvSpPr txBox="1"/>
          <p:nvPr/>
        </p:nvSpPr>
        <p:spPr>
          <a:xfrm>
            <a:off x="4132868" y="577063"/>
            <a:ext cx="4096733" cy="400110"/>
          </a:xfrm>
          <a:prstGeom prst="rect">
            <a:avLst/>
          </a:prstGeom>
          <a:noFill/>
        </p:spPr>
        <p:txBody>
          <a:bodyPr wrap="square">
            <a:spAutoFit/>
          </a:bodyPr>
          <a:lstStyle/>
          <a:p>
            <a:r>
              <a:rPr lang="en-US" sz="2000" dirty="0">
                <a:solidFill>
                  <a:srgbClr val="7030A0"/>
                </a:solidFill>
                <a:latin typeface="Arial Black" panose="020B0A04020102020204" pitchFamily="34" charset="0"/>
              </a:rPr>
              <a:t>The Data Science Workflow</a:t>
            </a:r>
          </a:p>
        </p:txBody>
      </p:sp>
      <p:sp>
        <p:nvSpPr>
          <p:cNvPr id="10" name="TextBox 9">
            <a:extLst>
              <a:ext uri="{FF2B5EF4-FFF2-40B4-BE49-F238E27FC236}">
                <a16:creationId xmlns:a16="http://schemas.microsoft.com/office/drawing/2014/main" id="{23B31957-62E6-4F98-A6E9-FE60EE3B1501}"/>
              </a:ext>
            </a:extLst>
          </p:cNvPr>
          <p:cNvSpPr txBox="1"/>
          <p:nvPr/>
        </p:nvSpPr>
        <p:spPr>
          <a:xfrm>
            <a:off x="724651" y="1171847"/>
            <a:ext cx="10913165" cy="5509200"/>
          </a:xfrm>
          <a:prstGeom prst="rect">
            <a:avLst/>
          </a:prstGeom>
          <a:noFill/>
        </p:spPr>
        <p:txBody>
          <a:bodyPr wrap="square">
            <a:spAutoFit/>
          </a:bodyPr>
          <a:lstStyle/>
          <a:p>
            <a:pPr>
              <a:buNone/>
            </a:pPr>
            <a:r>
              <a:rPr lang="en-US" sz="1600" b="1" dirty="0">
                <a:solidFill>
                  <a:srgbClr val="FF0000"/>
                </a:solidFill>
                <a:latin typeface="Arial Black" panose="020B0A04020102020204" pitchFamily="34" charset="0"/>
              </a:rPr>
              <a:t>Collect</a:t>
            </a:r>
          </a:p>
          <a:p>
            <a:pPr marL="285750" indent="-285750">
              <a:buFont typeface="Arial" panose="020B0604020202020204" pitchFamily="34" charset="0"/>
              <a:buChar char="•"/>
            </a:pPr>
            <a:r>
              <a:rPr lang="en-US" sz="1600" dirty="0">
                <a:effectLst/>
                <a:latin typeface="Arial Black" panose="020B0A04020102020204" pitchFamily="34" charset="0"/>
              </a:rPr>
              <a:t>Gather data from CSV, Excel, APIs, sensors, or databases.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Example: </a:t>
            </a:r>
            <a:r>
              <a:rPr lang="en-US" sz="1600" dirty="0" err="1">
                <a:effectLst/>
                <a:latin typeface="Arial Black" panose="020B0A04020102020204" pitchFamily="34" charset="0"/>
              </a:rPr>
              <a:t>pd.read_csv</a:t>
            </a:r>
            <a:r>
              <a:rPr lang="en-US" sz="1600" dirty="0">
                <a:effectLst/>
                <a:latin typeface="Arial Black" panose="020B0A04020102020204" pitchFamily="34" charset="0"/>
              </a:rPr>
              <a:t>("data.csv")</a:t>
            </a:r>
          </a:p>
          <a:p>
            <a:pPr>
              <a:buFont typeface="Arial" panose="020B0604020202020204" pitchFamily="34" charset="0"/>
              <a:buChar char="•"/>
            </a:pPr>
            <a:endParaRPr lang="en-US" sz="1600"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Clean</a:t>
            </a:r>
          </a:p>
          <a:p>
            <a:pPr marL="285750" indent="-285750">
              <a:buFont typeface="Arial" panose="020B0604020202020204" pitchFamily="34" charset="0"/>
              <a:buChar char="•"/>
            </a:pPr>
            <a:r>
              <a:rPr lang="en-US" sz="1600" dirty="0">
                <a:effectLst/>
                <a:latin typeface="Arial Black" panose="020B0A04020102020204" pitchFamily="34" charset="0"/>
              </a:rPr>
              <a:t>Handle missing values, duplicates, and inconsistent formats.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Example: </a:t>
            </a:r>
            <a:r>
              <a:rPr lang="en-US" sz="1600" dirty="0" err="1">
                <a:effectLst/>
                <a:latin typeface="Arial Black" panose="020B0A04020102020204" pitchFamily="34" charset="0"/>
              </a:rPr>
              <a:t>df.dropna</a:t>
            </a:r>
            <a:r>
              <a:rPr lang="en-US" sz="1600" dirty="0">
                <a:effectLst/>
                <a:latin typeface="Arial Black" panose="020B0A04020102020204" pitchFamily="34" charset="0"/>
              </a:rPr>
              <a:t>() or </a:t>
            </a:r>
            <a:r>
              <a:rPr lang="en-US" sz="1600" dirty="0" err="1">
                <a:effectLst/>
                <a:latin typeface="Arial Black" panose="020B0A04020102020204" pitchFamily="34" charset="0"/>
              </a:rPr>
              <a:t>df.fillna</a:t>
            </a:r>
            <a:r>
              <a:rPr lang="en-US" sz="1600" dirty="0">
                <a:effectLst/>
                <a:latin typeface="Arial Black" panose="020B0A04020102020204" pitchFamily="34" charset="0"/>
              </a:rPr>
              <a:t>(value)</a:t>
            </a:r>
          </a:p>
          <a:p>
            <a:pPr>
              <a:buFont typeface="Arial" panose="020B0604020202020204" pitchFamily="34" charset="0"/>
              <a:buChar char="•"/>
            </a:pPr>
            <a:endParaRPr lang="en-US" sz="1600"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Explore</a:t>
            </a:r>
          </a:p>
          <a:p>
            <a:pPr marL="285750" indent="-285750">
              <a:buFont typeface="Arial" panose="020B0604020202020204" pitchFamily="34" charset="0"/>
              <a:buChar char="•"/>
            </a:pPr>
            <a:r>
              <a:rPr lang="en-US" sz="1600" dirty="0">
                <a:effectLst/>
                <a:latin typeface="Arial Black" panose="020B0A04020102020204" pitchFamily="34" charset="0"/>
              </a:rPr>
              <a:t>Summarize and visualize data to detect patterns.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Example: </a:t>
            </a:r>
            <a:r>
              <a:rPr lang="en-US" sz="1600" dirty="0" err="1">
                <a:effectLst/>
                <a:latin typeface="Arial Black" panose="020B0A04020102020204" pitchFamily="34" charset="0"/>
              </a:rPr>
              <a:t>df.describe</a:t>
            </a:r>
            <a:r>
              <a:rPr lang="en-US" sz="1600" dirty="0">
                <a:effectLst/>
                <a:latin typeface="Arial Black" panose="020B0A04020102020204" pitchFamily="34" charset="0"/>
              </a:rPr>
              <a:t>() and </a:t>
            </a:r>
            <a:r>
              <a:rPr lang="en-US" sz="1600" dirty="0" err="1">
                <a:effectLst/>
                <a:latin typeface="Arial Black" panose="020B0A04020102020204" pitchFamily="34" charset="0"/>
              </a:rPr>
              <a:t>sns.pairplot</a:t>
            </a:r>
            <a:r>
              <a:rPr lang="en-US" sz="1600" dirty="0">
                <a:effectLst/>
                <a:latin typeface="Arial Black" panose="020B0A04020102020204" pitchFamily="34" charset="0"/>
              </a:rPr>
              <a:t>(</a:t>
            </a:r>
            <a:r>
              <a:rPr lang="en-US" sz="1600" dirty="0" err="1">
                <a:effectLst/>
                <a:latin typeface="Arial Black" panose="020B0A04020102020204" pitchFamily="34" charset="0"/>
              </a:rPr>
              <a:t>df</a:t>
            </a:r>
            <a:r>
              <a:rPr lang="en-US" sz="1600" dirty="0">
                <a:effectLst/>
                <a:latin typeface="Arial Black" panose="020B0A04020102020204" pitchFamily="34" charset="0"/>
              </a:rPr>
              <a:t>)</a:t>
            </a:r>
          </a:p>
          <a:p>
            <a:endParaRPr lang="en-US" sz="1600"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Model</a:t>
            </a:r>
          </a:p>
          <a:p>
            <a:pPr marL="285750" indent="-285750">
              <a:buFont typeface="Arial" panose="020B0604020202020204" pitchFamily="34" charset="0"/>
              <a:buChar char="•"/>
            </a:pPr>
            <a:r>
              <a:rPr lang="en-US" sz="1600" dirty="0">
                <a:effectLst/>
                <a:latin typeface="Arial Black" panose="020B0A04020102020204" pitchFamily="34" charset="0"/>
              </a:rPr>
              <a:t>Apply machine‑learning algorithms for prediction or classification.</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Example: </a:t>
            </a:r>
            <a:r>
              <a:rPr lang="en-US" sz="1600" dirty="0" err="1">
                <a:effectLst/>
                <a:latin typeface="Arial Black" panose="020B0A04020102020204" pitchFamily="34" charset="0"/>
              </a:rPr>
              <a:t>model.fit</a:t>
            </a:r>
            <a:r>
              <a:rPr lang="en-US" sz="1600" dirty="0">
                <a:effectLst/>
                <a:latin typeface="Arial Black" panose="020B0A04020102020204" pitchFamily="34" charset="0"/>
              </a:rPr>
              <a:t>(</a:t>
            </a:r>
            <a:r>
              <a:rPr lang="en-US" sz="1600" dirty="0" err="1">
                <a:effectLst/>
                <a:latin typeface="Arial Black" panose="020B0A04020102020204" pitchFamily="34" charset="0"/>
              </a:rPr>
              <a:t>X_train</a:t>
            </a:r>
            <a:r>
              <a:rPr lang="en-US" sz="1600" dirty="0">
                <a:effectLst/>
                <a:latin typeface="Arial Black" panose="020B0A04020102020204" pitchFamily="34" charset="0"/>
              </a:rPr>
              <a:t>, </a:t>
            </a:r>
            <a:r>
              <a:rPr lang="en-US" sz="1600" dirty="0" err="1">
                <a:effectLst/>
                <a:latin typeface="Arial Black" panose="020B0A04020102020204" pitchFamily="34" charset="0"/>
              </a:rPr>
              <a:t>y_train</a:t>
            </a:r>
            <a:r>
              <a:rPr lang="en-US" sz="1600" dirty="0">
                <a:effectLst/>
                <a:latin typeface="Arial Black" panose="020B0A04020102020204" pitchFamily="34" charset="0"/>
              </a:rPr>
              <a:t>)</a:t>
            </a:r>
          </a:p>
          <a:p>
            <a:endParaRPr lang="en-US" sz="1600"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Communicate</a:t>
            </a:r>
          </a:p>
          <a:p>
            <a:pPr marL="285750" indent="-285750">
              <a:buFont typeface="Arial" panose="020B0604020202020204" pitchFamily="34" charset="0"/>
              <a:buChar char="•"/>
            </a:pPr>
            <a:r>
              <a:rPr lang="en-US" sz="1600" dirty="0">
                <a:effectLst/>
                <a:latin typeface="Arial Black" panose="020B0A04020102020204" pitchFamily="34" charset="0"/>
              </a:rPr>
              <a:t>Present findings through dashboards, reports, or presentations.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Example: </a:t>
            </a:r>
            <a:r>
              <a:rPr lang="en-US" sz="1600" dirty="0" err="1">
                <a:effectLst/>
                <a:latin typeface="Arial Black" panose="020B0A04020102020204" pitchFamily="34" charset="0"/>
              </a:rPr>
              <a:t>plt.show</a:t>
            </a:r>
            <a:r>
              <a:rPr lang="en-US" sz="1600" dirty="0">
                <a:effectLst/>
                <a:latin typeface="Arial Black" panose="020B0A04020102020204" pitchFamily="34" charset="0"/>
              </a:rPr>
              <a:t>() or exporting results to Excel/PowerPoint. </a:t>
            </a:r>
            <a:endParaRPr lang="en-US" sz="1600" dirty="0">
              <a:latin typeface="Arial Black" panose="020B0A04020102020204" pitchFamily="34" charset="0"/>
            </a:endParaRPr>
          </a:p>
          <a:p>
            <a:pPr>
              <a:buNone/>
            </a:pPr>
            <a:endParaRPr lang="en-US" sz="1600" b="1" dirty="0">
              <a:solidFill>
                <a:srgbClr val="FF0000"/>
              </a:solidFill>
              <a:latin typeface="Arial Black" panose="020B0A04020102020204" pitchFamily="34" charset="0"/>
            </a:endParaRPr>
          </a:p>
          <a:p>
            <a:pPr>
              <a:buNone/>
            </a:pPr>
            <a:r>
              <a:rPr lang="en-US" sz="1600" b="1" dirty="0">
                <a:solidFill>
                  <a:srgbClr val="FF0000"/>
                </a:solidFill>
                <a:latin typeface="Arial Black" panose="020B0A04020102020204" pitchFamily="34" charset="0"/>
              </a:rPr>
              <a:t>Summary Line</a:t>
            </a:r>
          </a:p>
          <a:p>
            <a:pPr>
              <a:buNone/>
            </a:pPr>
            <a:r>
              <a:rPr lang="en-US" sz="1600" dirty="0">
                <a:effectLst/>
                <a:latin typeface="Arial Black" panose="020B0A04020102020204" pitchFamily="34" charset="0"/>
              </a:rPr>
              <a:t>“Python transforms data into decisions through a structured, repeatable workflow.”</a:t>
            </a:r>
            <a:endParaRPr lang="en-US" sz="1600" dirty="0">
              <a:latin typeface="Arial Black" panose="020B0A04020102020204" pitchFamily="34" charset="0"/>
            </a:endParaRPr>
          </a:p>
        </p:txBody>
      </p:sp>
    </p:spTree>
    <p:extLst>
      <p:ext uri="{BB962C8B-B14F-4D97-AF65-F5344CB8AC3E}">
        <p14:creationId xmlns:p14="http://schemas.microsoft.com/office/powerpoint/2010/main" val="1438058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EEAC6-00F6-1FA1-C01D-196A251A34E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C0C8400-DEB6-C877-F6DF-78EE48458CDB}"/>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pic>
        <p:nvPicPr>
          <p:cNvPr id="3" name="Picture 2">
            <a:extLst>
              <a:ext uri="{FF2B5EF4-FFF2-40B4-BE49-F238E27FC236}">
                <a16:creationId xmlns:a16="http://schemas.microsoft.com/office/drawing/2014/main" id="{F2C6FAF2-E2F4-6DAB-493A-85C7BA2B55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462" y="758350"/>
            <a:ext cx="10465904" cy="5699539"/>
          </a:xfrm>
          <a:prstGeom prst="rect">
            <a:avLst/>
          </a:prstGeom>
        </p:spPr>
      </p:pic>
    </p:spTree>
    <p:extLst>
      <p:ext uri="{BB962C8B-B14F-4D97-AF65-F5344CB8AC3E}">
        <p14:creationId xmlns:p14="http://schemas.microsoft.com/office/powerpoint/2010/main" val="1147114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DA5C3-1CA7-F349-4522-C1EEBC911E7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838B4A5-A88D-85DA-40EC-8866A2A33A6A}"/>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8C278094-8217-FFC5-80D1-63C192C7F3B6}"/>
              </a:ext>
            </a:extLst>
          </p:cNvPr>
          <p:cNvSpPr txBox="1"/>
          <p:nvPr/>
        </p:nvSpPr>
        <p:spPr>
          <a:xfrm>
            <a:off x="708990" y="1521410"/>
            <a:ext cx="10989366" cy="3970318"/>
          </a:xfrm>
          <a:prstGeom prst="rect">
            <a:avLst/>
          </a:prstGeom>
          <a:noFill/>
        </p:spPr>
        <p:txBody>
          <a:bodyPr wrap="square">
            <a:spAutoFit/>
          </a:bodyPr>
          <a:lstStyle/>
          <a:p>
            <a:pPr>
              <a:buNone/>
            </a:pPr>
            <a:r>
              <a:rPr lang="en-US" b="1" dirty="0">
                <a:solidFill>
                  <a:srgbClr val="FF0000"/>
                </a:solidFill>
                <a:effectLst/>
                <a:latin typeface="Arial Black" panose="020B0A04020102020204" pitchFamily="34" charset="0"/>
              </a:rPr>
              <a:t>Collect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Show how Python reads CSVs, Excel, APIs, or sensor data. Relate to space telemetry or student datasets.</a:t>
            </a:r>
          </a:p>
          <a:p>
            <a:pPr>
              <a:buNone/>
            </a:pPr>
            <a:endParaRPr lang="en-US" dirty="0">
              <a:latin typeface="Arial Black" panose="020B0A04020102020204" pitchFamily="34" charset="0"/>
            </a:endParaRPr>
          </a:p>
          <a:p>
            <a:pPr>
              <a:buNone/>
            </a:pPr>
            <a:r>
              <a:rPr lang="en-US" b="1" dirty="0">
                <a:solidFill>
                  <a:srgbClr val="FF0000"/>
                </a:solidFill>
                <a:effectLst/>
                <a:latin typeface="Arial Black" panose="020B0A04020102020204" pitchFamily="34" charset="0"/>
              </a:rPr>
              <a:t>Clean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Demonstrate handling missing values and duplicates. Stress “clean data = reliable insights.”</a:t>
            </a:r>
          </a:p>
          <a:p>
            <a:pPr>
              <a:buNone/>
            </a:pPr>
            <a:endParaRPr lang="en-US" dirty="0">
              <a:latin typeface="Arial Black" panose="020B0A04020102020204" pitchFamily="34" charset="0"/>
            </a:endParaRPr>
          </a:p>
          <a:p>
            <a:pPr>
              <a:buNone/>
            </a:pPr>
            <a:r>
              <a:rPr lang="en-US" b="1" dirty="0">
                <a:solidFill>
                  <a:srgbClr val="FF0000"/>
                </a:solidFill>
                <a:effectLst/>
                <a:latin typeface="Arial Black" panose="020B0A04020102020204" pitchFamily="34" charset="0"/>
              </a:rPr>
              <a:t>Explore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Use Pandas .describe() and Seaborn plots to uncover patterns. Encourage curiosity.</a:t>
            </a:r>
          </a:p>
          <a:p>
            <a:pPr>
              <a:buNone/>
            </a:pPr>
            <a:endParaRPr lang="en-US" dirty="0">
              <a:latin typeface="Arial Black" panose="020B0A04020102020204" pitchFamily="34" charset="0"/>
            </a:endParaRPr>
          </a:p>
          <a:p>
            <a:pPr>
              <a:buNone/>
            </a:pPr>
            <a:r>
              <a:rPr lang="en-US" b="1" dirty="0">
                <a:solidFill>
                  <a:srgbClr val="FF0000"/>
                </a:solidFill>
                <a:effectLst/>
                <a:latin typeface="Arial Black" panose="020B0A04020102020204" pitchFamily="34" charset="0"/>
              </a:rPr>
              <a:t>Model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Introduce Scikit‑Learn for classification/regression. Connect to predictive decision‑making.</a:t>
            </a:r>
          </a:p>
          <a:p>
            <a:pPr>
              <a:buNone/>
            </a:pPr>
            <a:endParaRPr lang="en-US" dirty="0">
              <a:latin typeface="Arial Black" panose="020B0A04020102020204" pitchFamily="34" charset="0"/>
            </a:endParaRPr>
          </a:p>
          <a:p>
            <a:pPr>
              <a:buNone/>
            </a:pPr>
            <a:r>
              <a:rPr lang="en-US" b="1" dirty="0">
                <a:solidFill>
                  <a:srgbClr val="FF0000"/>
                </a:solidFill>
                <a:effectLst/>
                <a:latin typeface="Arial Black" panose="020B0A04020102020204" pitchFamily="34" charset="0"/>
              </a:rPr>
              <a:t>Communicate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Present results with Matplotlib or export to Excel. Emphasize storytelling and clarity.</a:t>
            </a:r>
            <a:endParaRPr lang="en-US" dirty="0">
              <a:latin typeface="Arial Black" panose="020B0A04020102020204" pitchFamily="34" charset="0"/>
            </a:endParaRPr>
          </a:p>
        </p:txBody>
      </p:sp>
    </p:spTree>
    <p:extLst>
      <p:ext uri="{BB962C8B-B14F-4D97-AF65-F5344CB8AC3E}">
        <p14:creationId xmlns:p14="http://schemas.microsoft.com/office/powerpoint/2010/main" val="2171738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BF53D-DE22-47E8-E12C-88CC42BBBF3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AAF4EE0-E5BF-FE0E-B379-7D69C264DD0E}"/>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B58F28BC-1B08-40E1-0F80-FE49194A902E}"/>
              </a:ext>
            </a:extLst>
          </p:cNvPr>
          <p:cNvSpPr txBox="1"/>
          <p:nvPr/>
        </p:nvSpPr>
        <p:spPr>
          <a:xfrm>
            <a:off x="3664640" y="958334"/>
            <a:ext cx="4862720" cy="369332"/>
          </a:xfrm>
          <a:prstGeom prst="rect">
            <a:avLst/>
          </a:prstGeom>
          <a:noFill/>
        </p:spPr>
        <p:txBody>
          <a:bodyPr wrap="square">
            <a:spAutoFit/>
          </a:bodyPr>
          <a:lstStyle/>
          <a:p>
            <a:r>
              <a:rPr lang="en-US" dirty="0">
                <a:solidFill>
                  <a:srgbClr val="7030A0"/>
                </a:solidFill>
                <a:latin typeface="Arial Black" panose="020B0A04020102020204" pitchFamily="34" charset="0"/>
              </a:rPr>
              <a:t>Hands‑On Example: Titanic Dataset</a:t>
            </a:r>
          </a:p>
        </p:txBody>
      </p:sp>
      <p:sp>
        <p:nvSpPr>
          <p:cNvPr id="6" name="TextBox 5">
            <a:extLst>
              <a:ext uri="{FF2B5EF4-FFF2-40B4-BE49-F238E27FC236}">
                <a16:creationId xmlns:a16="http://schemas.microsoft.com/office/drawing/2014/main" id="{C23DAF21-4CDD-EFA5-19F4-2499DDD402E2}"/>
              </a:ext>
            </a:extLst>
          </p:cNvPr>
          <p:cNvSpPr txBox="1"/>
          <p:nvPr/>
        </p:nvSpPr>
        <p:spPr>
          <a:xfrm>
            <a:off x="1046435" y="1744516"/>
            <a:ext cx="9660834" cy="4247317"/>
          </a:xfrm>
          <a:prstGeom prst="rect">
            <a:avLst/>
          </a:prstGeom>
          <a:noFill/>
        </p:spPr>
        <p:txBody>
          <a:bodyPr wrap="square">
            <a:spAutoFit/>
          </a:bodyPr>
          <a:lstStyle/>
          <a:p>
            <a:pPr algn="ctr">
              <a:buNone/>
            </a:pPr>
            <a:r>
              <a:rPr lang="en-US" b="1" i="1" dirty="0">
                <a:solidFill>
                  <a:srgbClr val="FF0000"/>
                </a:solidFill>
                <a:latin typeface="Arial Black" panose="020B0A04020102020204" pitchFamily="34" charset="0"/>
              </a:rPr>
              <a:t>Predicting Survival with Python — The Titanic Case Study</a:t>
            </a:r>
          </a:p>
          <a:p>
            <a:pPr algn="just">
              <a:buNone/>
            </a:pPr>
            <a:endParaRPr lang="en-US" b="1"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Objective:</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Demonstrate how Python libraries work together in a real‑world data‑science pipeline.</a:t>
            </a:r>
          </a:p>
          <a:p>
            <a:pPr algn="just">
              <a:buNone/>
            </a:pPr>
            <a:endParaRPr lang="en-US" dirty="0">
              <a:latin typeface="Arial Black" panose="020B0A04020102020204" pitchFamily="34" charset="0"/>
            </a:endParaRPr>
          </a:p>
          <a:p>
            <a:pPr algn="ctr">
              <a:buNone/>
            </a:pPr>
            <a:r>
              <a:rPr lang="en-US" b="1" dirty="0">
                <a:solidFill>
                  <a:srgbClr val="FF0000"/>
                </a:solidFill>
                <a:latin typeface="Arial Black" panose="020B0A04020102020204" pitchFamily="34" charset="0"/>
              </a:rPr>
              <a:t>Step‑by‑Step Flow</a:t>
            </a:r>
          </a:p>
          <a:p>
            <a:pPr>
              <a:buNone/>
            </a:pPr>
            <a:endParaRPr lang="en-US" b="1" dirty="0"/>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Import Libraries</a:t>
            </a:r>
            <a:endParaRPr lang="en-US" sz="1600" dirty="0">
              <a:solidFill>
                <a:srgbClr val="FF0000"/>
              </a:solidFill>
              <a:latin typeface="Arial Black" panose="020B0A04020102020204" pitchFamily="34" charset="0"/>
            </a:endParaRPr>
          </a:p>
          <a:p>
            <a:r>
              <a:rPr lang="en-US" dirty="0"/>
              <a:t>python</a:t>
            </a:r>
          </a:p>
          <a:p>
            <a:r>
              <a:rPr lang="en-US" dirty="0">
                <a:effectLst/>
                <a:latin typeface="Courier New" panose="02070309020205020404" pitchFamily="49" charset="0"/>
              </a:rPr>
              <a:t>import pandas as pd</a:t>
            </a:r>
          </a:p>
          <a:p>
            <a:r>
              <a:rPr lang="en-US" dirty="0">
                <a:effectLst/>
                <a:latin typeface="Courier New" panose="02070309020205020404" pitchFamily="49" charset="0"/>
              </a:rPr>
              <a:t>import seaborn as </a:t>
            </a:r>
            <a:r>
              <a:rPr lang="en-US" dirty="0" err="1">
                <a:effectLst/>
                <a:latin typeface="Courier New" panose="02070309020205020404" pitchFamily="49" charset="0"/>
              </a:rPr>
              <a:t>sns</a:t>
            </a:r>
            <a:endParaRPr lang="en-US" dirty="0">
              <a:effectLst/>
              <a:latin typeface="Courier New" panose="02070309020205020404" pitchFamily="49" charset="0"/>
            </a:endParaRPr>
          </a:p>
          <a:p>
            <a:r>
              <a:rPr lang="en-US" dirty="0">
                <a:effectLst/>
                <a:latin typeface="Courier New" panose="02070309020205020404" pitchFamily="49" charset="0"/>
              </a:rPr>
              <a:t>import </a:t>
            </a:r>
            <a:r>
              <a:rPr lang="en-US" dirty="0" err="1">
                <a:effectLst/>
                <a:latin typeface="Courier New" panose="02070309020205020404" pitchFamily="49" charset="0"/>
              </a:rPr>
              <a:t>matplotlib.pyplot</a:t>
            </a:r>
            <a:r>
              <a:rPr lang="en-US" dirty="0">
                <a:effectLst/>
                <a:latin typeface="Courier New" panose="02070309020205020404" pitchFamily="49" charset="0"/>
              </a:rPr>
              <a:t> as </a:t>
            </a:r>
            <a:r>
              <a:rPr lang="en-US" dirty="0" err="1">
                <a:effectLst/>
                <a:latin typeface="Courier New" panose="02070309020205020404" pitchFamily="49" charset="0"/>
              </a:rPr>
              <a:t>plt</a:t>
            </a:r>
            <a:endParaRPr lang="en-US" dirty="0">
              <a:effectLst/>
              <a:latin typeface="Courier New" panose="02070309020205020404" pitchFamily="49" charset="0"/>
            </a:endParaRPr>
          </a:p>
          <a:p>
            <a:r>
              <a:rPr lang="en-US" dirty="0">
                <a:effectLst/>
                <a:latin typeface="Courier New" panose="02070309020205020404" pitchFamily="49" charset="0"/>
              </a:rPr>
              <a:t>from </a:t>
            </a:r>
            <a:r>
              <a:rPr lang="en-US" dirty="0" err="1">
                <a:effectLst/>
                <a:latin typeface="Courier New" panose="02070309020205020404" pitchFamily="49" charset="0"/>
              </a:rPr>
              <a:t>sklearn.linear_model</a:t>
            </a:r>
            <a:r>
              <a:rPr lang="en-US" dirty="0">
                <a:effectLst/>
                <a:latin typeface="Courier New" panose="02070309020205020404" pitchFamily="49" charset="0"/>
              </a:rPr>
              <a:t> import </a:t>
            </a:r>
            <a:r>
              <a:rPr lang="en-US" dirty="0" err="1">
                <a:effectLst/>
                <a:latin typeface="Courier New" panose="02070309020205020404" pitchFamily="49" charset="0"/>
              </a:rPr>
              <a:t>LogisticRegression</a:t>
            </a:r>
            <a:endParaRPr lang="en-US" dirty="0">
              <a:effectLst/>
              <a:latin typeface="Courier New" panose="02070309020205020404" pitchFamily="49" charset="0"/>
            </a:endParaRPr>
          </a:p>
          <a:p>
            <a:r>
              <a:rPr lang="en-US" dirty="0">
                <a:effectLst/>
                <a:latin typeface="Courier New" panose="02070309020205020404" pitchFamily="49" charset="0"/>
              </a:rPr>
              <a:t>from </a:t>
            </a:r>
            <a:r>
              <a:rPr lang="en-US" dirty="0" err="1">
                <a:effectLst/>
                <a:latin typeface="Courier New" panose="02070309020205020404" pitchFamily="49" charset="0"/>
              </a:rPr>
              <a:t>sklearn.model_selection</a:t>
            </a:r>
            <a:r>
              <a:rPr lang="en-US" dirty="0">
                <a:effectLst/>
                <a:latin typeface="Courier New" panose="02070309020205020404" pitchFamily="49" charset="0"/>
              </a:rPr>
              <a:t> import </a:t>
            </a:r>
            <a:r>
              <a:rPr lang="en-US" dirty="0" err="1">
                <a:effectLst/>
                <a:latin typeface="Courier New" panose="02070309020205020404" pitchFamily="49" charset="0"/>
              </a:rPr>
              <a:t>train_test_split</a:t>
            </a:r>
            <a:endParaRPr lang="en-US" dirty="0">
              <a:effectLst/>
              <a:latin typeface="Courier New" panose="02070309020205020404" pitchFamily="49" charset="0"/>
            </a:endParaRPr>
          </a:p>
          <a:p>
            <a:r>
              <a:rPr lang="en-US" dirty="0">
                <a:effectLst/>
                <a:latin typeface="Courier New" panose="02070309020205020404" pitchFamily="49" charset="0"/>
              </a:rPr>
              <a:t>from </a:t>
            </a:r>
            <a:r>
              <a:rPr lang="en-US" dirty="0" err="1">
                <a:effectLst/>
                <a:latin typeface="Courier New" panose="02070309020205020404" pitchFamily="49" charset="0"/>
              </a:rPr>
              <a:t>sklearn.metrics</a:t>
            </a:r>
            <a:r>
              <a:rPr lang="en-US" dirty="0">
                <a:effectLst/>
                <a:latin typeface="Courier New" panose="02070309020205020404" pitchFamily="49" charset="0"/>
              </a:rPr>
              <a:t> import </a:t>
            </a:r>
            <a:r>
              <a:rPr lang="en-US" dirty="0" err="1">
                <a:effectLst/>
                <a:latin typeface="Courier New" panose="02070309020205020404" pitchFamily="49" charset="0"/>
              </a:rPr>
              <a:t>accuracy_score</a:t>
            </a:r>
            <a:endParaRPr lang="en-US" dirty="0">
              <a:effectLst/>
              <a:latin typeface="Courier New" panose="02070309020205020404" pitchFamily="49" charset="0"/>
            </a:endParaRPr>
          </a:p>
        </p:txBody>
      </p:sp>
    </p:spTree>
    <p:extLst>
      <p:ext uri="{BB962C8B-B14F-4D97-AF65-F5344CB8AC3E}">
        <p14:creationId xmlns:p14="http://schemas.microsoft.com/office/powerpoint/2010/main" val="39833529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5D957-70EE-9E23-F901-B38D68D1EDD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810EE44-B74B-1C4C-94EA-D1863D7D7D48}"/>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A8D9263D-CB04-58D9-326E-FD66E73A909E}"/>
              </a:ext>
            </a:extLst>
          </p:cNvPr>
          <p:cNvSpPr txBox="1"/>
          <p:nvPr/>
        </p:nvSpPr>
        <p:spPr>
          <a:xfrm>
            <a:off x="3664640" y="958334"/>
            <a:ext cx="4862720" cy="369332"/>
          </a:xfrm>
          <a:prstGeom prst="rect">
            <a:avLst/>
          </a:prstGeom>
          <a:noFill/>
        </p:spPr>
        <p:txBody>
          <a:bodyPr wrap="square">
            <a:spAutoFit/>
          </a:bodyPr>
          <a:lstStyle/>
          <a:p>
            <a:r>
              <a:rPr lang="en-US" dirty="0">
                <a:solidFill>
                  <a:srgbClr val="7030A0"/>
                </a:solidFill>
                <a:latin typeface="Arial Black" panose="020B0A04020102020204" pitchFamily="34" charset="0"/>
              </a:rPr>
              <a:t>Hands‑On Example: Titanic Dataset</a:t>
            </a:r>
          </a:p>
        </p:txBody>
      </p:sp>
      <p:sp>
        <p:nvSpPr>
          <p:cNvPr id="4" name="TextBox 3">
            <a:extLst>
              <a:ext uri="{FF2B5EF4-FFF2-40B4-BE49-F238E27FC236}">
                <a16:creationId xmlns:a16="http://schemas.microsoft.com/office/drawing/2014/main" id="{DB85CA43-4E22-837E-0C96-43B266EA7C44}"/>
              </a:ext>
            </a:extLst>
          </p:cNvPr>
          <p:cNvSpPr txBox="1"/>
          <p:nvPr/>
        </p:nvSpPr>
        <p:spPr>
          <a:xfrm>
            <a:off x="993913" y="1997839"/>
            <a:ext cx="9839739" cy="3046988"/>
          </a:xfrm>
          <a:prstGeom prst="rect">
            <a:avLst/>
          </a:prstGeom>
          <a:noFill/>
        </p:spPr>
        <p:txBody>
          <a:bodyPr wrap="square">
            <a:spAutoFit/>
          </a:bodyPr>
          <a:lstStyle/>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Load Data</a:t>
            </a:r>
          </a:p>
          <a:p>
            <a:pPr>
              <a:buNone/>
            </a:pPr>
            <a:endParaRPr lang="en-US" dirty="0"/>
          </a:p>
          <a:p>
            <a:pPr>
              <a:buNone/>
            </a:pPr>
            <a:r>
              <a:rPr lang="en-US" dirty="0"/>
              <a:t>python</a:t>
            </a:r>
          </a:p>
          <a:p>
            <a:pPr>
              <a:buNone/>
            </a:pPr>
            <a:r>
              <a:rPr lang="en-US" dirty="0" err="1">
                <a:effectLst/>
                <a:latin typeface="Courier New" panose="02070309020205020404" pitchFamily="49" charset="0"/>
              </a:rPr>
              <a:t>df</a:t>
            </a:r>
            <a:r>
              <a:rPr lang="en-US" dirty="0">
                <a:effectLst/>
                <a:latin typeface="Courier New" panose="02070309020205020404" pitchFamily="49" charset="0"/>
              </a:rPr>
              <a:t> = </a:t>
            </a:r>
            <a:r>
              <a:rPr lang="en-US" dirty="0" err="1">
                <a:effectLst/>
                <a:latin typeface="Courier New" panose="02070309020205020404" pitchFamily="49" charset="0"/>
              </a:rPr>
              <a:t>pd.read_csv</a:t>
            </a:r>
            <a:r>
              <a:rPr lang="en-US" dirty="0">
                <a:effectLst/>
                <a:latin typeface="Courier New" panose="02070309020205020404" pitchFamily="49" charset="0"/>
              </a:rPr>
              <a:t>("titanic.csv")</a:t>
            </a:r>
          </a:p>
          <a:p>
            <a:pPr>
              <a:buNone/>
            </a:pPr>
            <a:r>
              <a:rPr lang="en-US" dirty="0">
                <a:effectLst/>
                <a:latin typeface="Courier New" panose="02070309020205020404" pitchFamily="49" charset="0"/>
              </a:rPr>
              <a:t>print(</a:t>
            </a:r>
            <a:r>
              <a:rPr lang="en-US" dirty="0" err="1">
                <a:effectLst/>
                <a:latin typeface="Courier New" panose="02070309020205020404" pitchFamily="49" charset="0"/>
              </a:rPr>
              <a:t>df.head</a:t>
            </a:r>
            <a:r>
              <a:rPr lang="en-US" dirty="0">
                <a:effectLst/>
                <a:latin typeface="Courier New" panose="02070309020205020404" pitchFamily="49" charset="0"/>
              </a:rPr>
              <a:t>())</a:t>
            </a:r>
          </a:p>
          <a:p>
            <a:pPr>
              <a:buNone/>
            </a:pPr>
            <a:endParaRPr lang="en-US" b="1" dirty="0">
              <a:effectLst/>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Clean Data</a:t>
            </a:r>
          </a:p>
          <a:p>
            <a:pPr>
              <a:buNone/>
            </a:pPr>
            <a:endParaRPr lang="en-US" sz="1600" dirty="0">
              <a:solidFill>
                <a:srgbClr val="FF0000"/>
              </a:solidFill>
              <a:latin typeface="Arial Black" panose="020B0A04020102020204" pitchFamily="34" charset="0"/>
            </a:endParaRPr>
          </a:p>
          <a:p>
            <a:pPr>
              <a:buNone/>
            </a:pPr>
            <a:r>
              <a:rPr lang="en-US" dirty="0"/>
              <a:t>python</a:t>
            </a:r>
          </a:p>
          <a:p>
            <a:pPr>
              <a:buNone/>
            </a:pPr>
            <a:r>
              <a:rPr lang="en-US" dirty="0" err="1">
                <a:effectLst/>
                <a:latin typeface="Courier New" panose="02070309020205020404" pitchFamily="49" charset="0"/>
              </a:rPr>
              <a:t>df</a:t>
            </a:r>
            <a:r>
              <a:rPr lang="en-US" dirty="0">
                <a:effectLst/>
                <a:latin typeface="Courier New" panose="02070309020205020404" pitchFamily="49" charset="0"/>
              </a:rPr>
              <a:t>["Age"].</a:t>
            </a:r>
            <a:r>
              <a:rPr lang="en-US" dirty="0" err="1">
                <a:effectLst/>
                <a:latin typeface="Courier New" panose="02070309020205020404" pitchFamily="49" charset="0"/>
              </a:rPr>
              <a:t>fillna</a:t>
            </a:r>
            <a:r>
              <a:rPr lang="en-US" dirty="0">
                <a:effectLst/>
                <a:latin typeface="Courier New" panose="02070309020205020404" pitchFamily="49" charset="0"/>
              </a:rPr>
              <a:t>(</a:t>
            </a:r>
            <a:r>
              <a:rPr lang="en-US" dirty="0" err="1">
                <a:effectLst/>
                <a:latin typeface="Courier New" panose="02070309020205020404" pitchFamily="49" charset="0"/>
              </a:rPr>
              <a:t>df</a:t>
            </a:r>
            <a:r>
              <a:rPr lang="en-US" dirty="0">
                <a:effectLst/>
                <a:latin typeface="Courier New" panose="02070309020205020404" pitchFamily="49" charset="0"/>
              </a:rPr>
              <a:t>["Age"].mean(), </a:t>
            </a:r>
            <a:r>
              <a:rPr lang="en-US" dirty="0" err="1">
                <a:effectLst/>
                <a:latin typeface="Courier New" panose="02070309020205020404" pitchFamily="49" charset="0"/>
              </a:rPr>
              <a:t>inplace</a:t>
            </a:r>
            <a:r>
              <a:rPr lang="en-US" dirty="0">
                <a:effectLst/>
                <a:latin typeface="Courier New" panose="02070309020205020404" pitchFamily="49" charset="0"/>
              </a:rPr>
              <a:t>=True)</a:t>
            </a:r>
          </a:p>
          <a:p>
            <a:pPr>
              <a:buNone/>
            </a:pPr>
            <a:r>
              <a:rPr lang="en-US" dirty="0" err="1">
                <a:effectLst/>
                <a:latin typeface="Courier New" panose="02070309020205020404" pitchFamily="49" charset="0"/>
              </a:rPr>
              <a:t>df.dropna</a:t>
            </a:r>
            <a:r>
              <a:rPr lang="en-US" dirty="0">
                <a:effectLst/>
                <a:latin typeface="Courier New" panose="02070309020205020404" pitchFamily="49" charset="0"/>
              </a:rPr>
              <a:t>(subset=["Embarked"], </a:t>
            </a:r>
            <a:r>
              <a:rPr lang="en-US" dirty="0" err="1">
                <a:effectLst/>
                <a:latin typeface="Courier New" panose="02070309020205020404" pitchFamily="49" charset="0"/>
              </a:rPr>
              <a:t>inplace</a:t>
            </a:r>
            <a:r>
              <a:rPr lang="en-US" dirty="0">
                <a:effectLst/>
                <a:latin typeface="Courier New" panose="02070309020205020404" pitchFamily="49" charset="0"/>
              </a:rPr>
              <a:t>=True)</a:t>
            </a:r>
          </a:p>
        </p:txBody>
      </p:sp>
    </p:spTree>
    <p:extLst>
      <p:ext uri="{BB962C8B-B14F-4D97-AF65-F5344CB8AC3E}">
        <p14:creationId xmlns:p14="http://schemas.microsoft.com/office/powerpoint/2010/main" val="4106581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257B7-A98D-3B5B-99DD-9F81FB5082F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F59CC5F-4E3E-E30F-667C-715B67DB5D23}"/>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5" name="TextBox 4">
            <a:extLst>
              <a:ext uri="{FF2B5EF4-FFF2-40B4-BE49-F238E27FC236}">
                <a16:creationId xmlns:a16="http://schemas.microsoft.com/office/drawing/2014/main" id="{4AF33E47-F293-050F-CC3B-1F4A84467220}"/>
              </a:ext>
            </a:extLst>
          </p:cNvPr>
          <p:cNvSpPr txBox="1"/>
          <p:nvPr/>
        </p:nvSpPr>
        <p:spPr>
          <a:xfrm>
            <a:off x="723900" y="729693"/>
            <a:ext cx="10744200" cy="5601533"/>
          </a:xfrm>
          <a:prstGeom prst="rect">
            <a:avLst/>
          </a:prstGeom>
          <a:noFill/>
        </p:spPr>
        <p:txBody>
          <a:bodyPr wrap="square">
            <a:spAutoFit/>
          </a:bodyPr>
          <a:lstStyle/>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Explore Data</a:t>
            </a:r>
            <a:endParaRPr lang="en-US" sz="1600" dirty="0">
              <a:solidFill>
                <a:srgbClr val="FF0000"/>
              </a:solidFill>
              <a:latin typeface="Arial Black" panose="020B0A04020102020204" pitchFamily="34" charset="0"/>
            </a:endParaRPr>
          </a:p>
          <a:p>
            <a:pPr>
              <a:buNone/>
            </a:pPr>
            <a:endParaRPr lang="en-US" dirty="0"/>
          </a:p>
          <a:p>
            <a:pPr>
              <a:buNone/>
            </a:pPr>
            <a:r>
              <a:rPr lang="en-US" dirty="0"/>
              <a:t>python</a:t>
            </a:r>
          </a:p>
          <a:p>
            <a:pPr>
              <a:buNone/>
            </a:pPr>
            <a:r>
              <a:rPr lang="en-US" dirty="0" err="1">
                <a:effectLst/>
                <a:latin typeface="Courier New" panose="02070309020205020404" pitchFamily="49" charset="0"/>
              </a:rPr>
              <a:t>sns.countplot</a:t>
            </a:r>
            <a:r>
              <a:rPr lang="en-US" dirty="0">
                <a:effectLst/>
                <a:latin typeface="Courier New" panose="02070309020205020404" pitchFamily="49" charset="0"/>
              </a:rPr>
              <a:t>(x="Survived", hue="Sex", data=</a:t>
            </a:r>
            <a:r>
              <a:rPr lang="en-US" dirty="0" err="1">
                <a:effectLst/>
                <a:latin typeface="Courier New" panose="02070309020205020404" pitchFamily="49" charset="0"/>
              </a:rPr>
              <a:t>df</a:t>
            </a:r>
            <a:r>
              <a:rPr lang="en-US" dirty="0">
                <a:effectLst/>
                <a:latin typeface="Courier New" panose="02070309020205020404" pitchFamily="49" charset="0"/>
              </a:rPr>
              <a:t>)</a:t>
            </a:r>
          </a:p>
          <a:p>
            <a:pPr>
              <a:buNone/>
            </a:pPr>
            <a:r>
              <a:rPr lang="en-US" dirty="0" err="1">
                <a:effectLst/>
                <a:latin typeface="Courier New" panose="02070309020205020404" pitchFamily="49" charset="0"/>
              </a:rPr>
              <a:t>plt.show</a:t>
            </a:r>
            <a:r>
              <a:rPr lang="en-US" dirty="0">
                <a:effectLst/>
                <a:latin typeface="Courier New" panose="02070309020205020404" pitchFamily="49" charset="0"/>
              </a:rPr>
              <a:t>()</a:t>
            </a:r>
          </a:p>
          <a:p>
            <a:pPr>
              <a:buNone/>
            </a:pPr>
            <a:endParaRPr lang="en-US" b="1" dirty="0">
              <a:effectLst/>
            </a:endParaRPr>
          </a:p>
          <a:p>
            <a:pPr marL="285750" indent="-285750">
              <a:buFont typeface="Arial" panose="020B0604020202020204" pitchFamily="34" charset="0"/>
              <a:buChar char="•"/>
            </a:pPr>
            <a:r>
              <a:rPr lang="en-US" b="1" dirty="0">
                <a:solidFill>
                  <a:srgbClr val="FF0000"/>
                </a:solidFill>
                <a:effectLst/>
              </a:rPr>
              <a:t>Model</a:t>
            </a:r>
            <a:endParaRPr lang="en-US" dirty="0">
              <a:solidFill>
                <a:srgbClr val="FF0000"/>
              </a:solidFill>
            </a:endParaRPr>
          </a:p>
          <a:p>
            <a:pPr>
              <a:buNone/>
            </a:pPr>
            <a:endParaRPr lang="en-US" dirty="0"/>
          </a:p>
          <a:p>
            <a:pPr>
              <a:buNone/>
            </a:pPr>
            <a:r>
              <a:rPr lang="en-US" dirty="0"/>
              <a:t>python</a:t>
            </a:r>
          </a:p>
          <a:p>
            <a:pPr>
              <a:buNone/>
            </a:pPr>
            <a:r>
              <a:rPr lang="en-US" dirty="0">
                <a:effectLst/>
                <a:latin typeface="Courier New" panose="02070309020205020404" pitchFamily="49" charset="0"/>
              </a:rPr>
              <a:t>X = </a:t>
            </a:r>
            <a:r>
              <a:rPr lang="en-US" dirty="0" err="1">
                <a:effectLst/>
                <a:latin typeface="Courier New" panose="02070309020205020404" pitchFamily="49" charset="0"/>
              </a:rPr>
              <a:t>df</a:t>
            </a:r>
            <a:r>
              <a:rPr lang="en-US" dirty="0">
                <a:effectLst/>
                <a:latin typeface="Courier New" panose="02070309020205020404" pitchFamily="49" charset="0"/>
              </a:rPr>
              <a:t>[["</a:t>
            </a:r>
            <a:r>
              <a:rPr lang="en-US" dirty="0" err="1">
                <a:effectLst/>
                <a:latin typeface="Courier New" panose="02070309020205020404" pitchFamily="49" charset="0"/>
              </a:rPr>
              <a:t>Pclass</a:t>
            </a:r>
            <a:r>
              <a:rPr lang="en-US" dirty="0">
                <a:effectLst/>
                <a:latin typeface="Courier New" panose="02070309020205020404" pitchFamily="49" charset="0"/>
              </a:rPr>
              <a:t>", "Age", "Fare"]]</a:t>
            </a:r>
          </a:p>
          <a:p>
            <a:pPr>
              <a:buNone/>
            </a:pPr>
            <a:r>
              <a:rPr lang="en-US" dirty="0">
                <a:effectLst/>
                <a:latin typeface="Courier New" panose="02070309020205020404" pitchFamily="49" charset="0"/>
              </a:rPr>
              <a:t>y = </a:t>
            </a:r>
            <a:r>
              <a:rPr lang="en-US" dirty="0" err="1">
                <a:effectLst/>
                <a:latin typeface="Courier New" panose="02070309020205020404" pitchFamily="49" charset="0"/>
              </a:rPr>
              <a:t>df</a:t>
            </a:r>
            <a:r>
              <a:rPr lang="en-US" dirty="0">
                <a:effectLst/>
                <a:latin typeface="Courier New" panose="02070309020205020404" pitchFamily="49" charset="0"/>
              </a:rPr>
              <a:t>["Survived"]</a:t>
            </a:r>
          </a:p>
          <a:p>
            <a:pPr>
              <a:buNone/>
            </a:pPr>
            <a:r>
              <a:rPr lang="en-US" dirty="0" err="1">
                <a:effectLst/>
                <a:latin typeface="Courier New" panose="02070309020205020404" pitchFamily="49" charset="0"/>
              </a:rPr>
              <a:t>X_train</a:t>
            </a:r>
            <a:r>
              <a:rPr lang="en-US" dirty="0">
                <a:effectLst/>
                <a:latin typeface="Courier New" panose="02070309020205020404" pitchFamily="49" charset="0"/>
              </a:rPr>
              <a:t>, </a:t>
            </a:r>
            <a:r>
              <a:rPr lang="en-US" dirty="0" err="1">
                <a:effectLst/>
                <a:latin typeface="Courier New" panose="02070309020205020404" pitchFamily="49" charset="0"/>
              </a:rPr>
              <a:t>X_test</a:t>
            </a:r>
            <a:r>
              <a:rPr lang="en-US" dirty="0">
                <a:effectLst/>
                <a:latin typeface="Courier New" panose="02070309020205020404" pitchFamily="49" charset="0"/>
              </a:rPr>
              <a:t>, </a:t>
            </a:r>
            <a:r>
              <a:rPr lang="en-US" dirty="0" err="1">
                <a:effectLst/>
                <a:latin typeface="Courier New" panose="02070309020205020404" pitchFamily="49" charset="0"/>
              </a:rPr>
              <a:t>y_train</a:t>
            </a:r>
            <a:r>
              <a:rPr lang="en-US" dirty="0">
                <a:effectLst/>
                <a:latin typeface="Courier New" panose="02070309020205020404" pitchFamily="49" charset="0"/>
              </a:rPr>
              <a:t>, </a:t>
            </a:r>
            <a:r>
              <a:rPr lang="en-US" dirty="0" err="1">
                <a:effectLst/>
                <a:latin typeface="Courier New" panose="02070309020205020404" pitchFamily="49" charset="0"/>
              </a:rPr>
              <a:t>y_test</a:t>
            </a:r>
            <a:r>
              <a:rPr lang="en-US" dirty="0">
                <a:effectLst/>
                <a:latin typeface="Courier New" panose="02070309020205020404" pitchFamily="49" charset="0"/>
              </a:rPr>
              <a:t> = </a:t>
            </a:r>
            <a:r>
              <a:rPr lang="en-US" dirty="0" err="1">
                <a:effectLst/>
                <a:latin typeface="Courier New" panose="02070309020205020404" pitchFamily="49" charset="0"/>
              </a:rPr>
              <a:t>train_test_split</a:t>
            </a:r>
            <a:r>
              <a:rPr lang="en-US" dirty="0">
                <a:effectLst/>
                <a:latin typeface="Courier New" panose="02070309020205020404" pitchFamily="49" charset="0"/>
              </a:rPr>
              <a:t>(X, y, </a:t>
            </a:r>
            <a:r>
              <a:rPr lang="en-US" dirty="0" err="1">
                <a:effectLst/>
                <a:latin typeface="Courier New" panose="02070309020205020404" pitchFamily="49" charset="0"/>
              </a:rPr>
              <a:t>test_size</a:t>
            </a:r>
            <a:r>
              <a:rPr lang="en-US" dirty="0">
                <a:effectLst/>
                <a:latin typeface="Courier New" panose="02070309020205020404" pitchFamily="49" charset="0"/>
              </a:rPr>
              <a:t>=0.2)</a:t>
            </a:r>
          </a:p>
          <a:p>
            <a:pPr>
              <a:buNone/>
            </a:pPr>
            <a:r>
              <a:rPr lang="en-US" dirty="0">
                <a:effectLst/>
                <a:latin typeface="Courier New" panose="02070309020205020404" pitchFamily="49" charset="0"/>
              </a:rPr>
              <a:t>model = </a:t>
            </a:r>
            <a:r>
              <a:rPr lang="en-US" dirty="0" err="1">
                <a:effectLst/>
                <a:latin typeface="Courier New" panose="02070309020205020404" pitchFamily="49" charset="0"/>
              </a:rPr>
              <a:t>LogisticRegression</a:t>
            </a:r>
            <a:r>
              <a:rPr lang="en-US" dirty="0">
                <a:effectLst/>
                <a:latin typeface="Courier New" panose="02070309020205020404" pitchFamily="49" charset="0"/>
              </a:rPr>
              <a:t>()</a:t>
            </a:r>
          </a:p>
          <a:p>
            <a:pPr>
              <a:buNone/>
            </a:pPr>
            <a:r>
              <a:rPr lang="en-US" dirty="0" err="1">
                <a:effectLst/>
                <a:latin typeface="Courier New" panose="02070309020205020404" pitchFamily="49" charset="0"/>
              </a:rPr>
              <a:t>model.fit</a:t>
            </a:r>
            <a:r>
              <a:rPr lang="en-US" dirty="0">
                <a:effectLst/>
                <a:latin typeface="Courier New" panose="02070309020205020404" pitchFamily="49" charset="0"/>
              </a:rPr>
              <a:t>(</a:t>
            </a:r>
            <a:r>
              <a:rPr lang="en-US" dirty="0" err="1">
                <a:effectLst/>
                <a:latin typeface="Courier New" panose="02070309020205020404" pitchFamily="49" charset="0"/>
              </a:rPr>
              <a:t>X_train</a:t>
            </a:r>
            <a:r>
              <a:rPr lang="en-US" dirty="0">
                <a:effectLst/>
                <a:latin typeface="Courier New" panose="02070309020205020404" pitchFamily="49" charset="0"/>
              </a:rPr>
              <a:t>, </a:t>
            </a:r>
            <a:r>
              <a:rPr lang="en-US" dirty="0" err="1">
                <a:effectLst/>
                <a:latin typeface="Courier New" panose="02070309020205020404" pitchFamily="49" charset="0"/>
              </a:rPr>
              <a:t>y_train</a:t>
            </a:r>
            <a:r>
              <a:rPr lang="en-US" dirty="0">
                <a:effectLst/>
                <a:latin typeface="Courier New" panose="02070309020205020404" pitchFamily="49" charset="0"/>
              </a:rPr>
              <a:t>)</a:t>
            </a:r>
          </a:p>
          <a:p>
            <a:pPr>
              <a:buNone/>
            </a:pPr>
            <a:r>
              <a:rPr lang="en-US" dirty="0">
                <a:effectLst/>
                <a:latin typeface="Courier New" panose="02070309020205020404" pitchFamily="49" charset="0"/>
              </a:rPr>
              <a:t>predictions = </a:t>
            </a:r>
            <a:r>
              <a:rPr lang="en-US" dirty="0" err="1">
                <a:effectLst/>
                <a:latin typeface="Courier New" panose="02070309020205020404" pitchFamily="49" charset="0"/>
              </a:rPr>
              <a:t>model.predict</a:t>
            </a:r>
            <a:r>
              <a:rPr lang="en-US" dirty="0">
                <a:effectLst/>
                <a:latin typeface="Courier New" panose="02070309020205020404" pitchFamily="49" charset="0"/>
              </a:rPr>
              <a:t>(</a:t>
            </a:r>
            <a:r>
              <a:rPr lang="en-US" dirty="0" err="1">
                <a:effectLst/>
                <a:latin typeface="Courier New" panose="02070309020205020404" pitchFamily="49" charset="0"/>
              </a:rPr>
              <a:t>X_test</a:t>
            </a:r>
            <a:r>
              <a:rPr lang="en-US" dirty="0">
                <a:effectLst/>
                <a:latin typeface="Courier New" panose="02070309020205020404" pitchFamily="49" charset="0"/>
              </a:rPr>
              <a:t>)</a:t>
            </a:r>
          </a:p>
          <a:p>
            <a:pPr>
              <a:buNone/>
            </a:pPr>
            <a:r>
              <a:rPr lang="en-US" dirty="0">
                <a:effectLst/>
                <a:latin typeface="Courier New" panose="02070309020205020404" pitchFamily="49" charset="0"/>
              </a:rPr>
              <a:t>print("Accuracy:", </a:t>
            </a:r>
            <a:r>
              <a:rPr lang="en-US" dirty="0" err="1">
                <a:effectLst/>
                <a:latin typeface="Courier New" panose="02070309020205020404" pitchFamily="49" charset="0"/>
              </a:rPr>
              <a:t>accuracy_score</a:t>
            </a:r>
            <a:r>
              <a:rPr lang="en-US" dirty="0">
                <a:effectLst/>
                <a:latin typeface="Courier New" panose="02070309020205020404" pitchFamily="49" charset="0"/>
              </a:rPr>
              <a:t>(</a:t>
            </a:r>
            <a:r>
              <a:rPr lang="en-US" dirty="0" err="1">
                <a:effectLst/>
                <a:latin typeface="Courier New" panose="02070309020205020404" pitchFamily="49" charset="0"/>
              </a:rPr>
              <a:t>y_test</a:t>
            </a:r>
            <a:r>
              <a:rPr lang="en-US" dirty="0">
                <a:effectLst/>
                <a:latin typeface="Courier New" panose="02070309020205020404" pitchFamily="49" charset="0"/>
              </a:rPr>
              <a:t>, predictions))</a:t>
            </a:r>
          </a:p>
          <a:p>
            <a:pPr>
              <a:buNone/>
            </a:pPr>
            <a:endParaRPr lang="en-US" b="1" dirty="0">
              <a:effectLst/>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Communicate Results</a:t>
            </a:r>
            <a:endParaRPr lang="en-US" sz="1600" dirty="0">
              <a:solidFill>
                <a:srgbClr val="FF0000"/>
              </a:solidFill>
              <a:latin typeface="Arial Black" panose="020B0A04020102020204" pitchFamily="34" charset="0"/>
            </a:endParaRPr>
          </a:p>
          <a:p>
            <a:pPr marL="285750" indent="-285750">
              <a:buFont typeface="Arial" panose="020B0604020202020204" pitchFamily="34" charset="0"/>
              <a:buChar char="•"/>
            </a:pPr>
            <a:r>
              <a:rPr lang="en-US" dirty="0">
                <a:effectLst/>
              </a:rPr>
              <a:t>Display accuracy score and key insights.</a:t>
            </a:r>
            <a:endParaRPr lang="en-US" dirty="0"/>
          </a:p>
          <a:p>
            <a:pPr marL="285750" indent="-285750">
              <a:buFont typeface="Arial" panose="020B0604020202020204" pitchFamily="34" charset="0"/>
              <a:buChar char="•"/>
            </a:pPr>
            <a:r>
              <a:rPr lang="en-US" dirty="0">
                <a:effectLst/>
              </a:rPr>
              <a:t>Discuss how gender and class influenced survival.</a:t>
            </a:r>
            <a:endParaRPr lang="en-US" dirty="0"/>
          </a:p>
        </p:txBody>
      </p:sp>
    </p:spTree>
    <p:extLst>
      <p:ext uri="{BB962C8B-B14F-4D97-AF65-F5344CB8AC3E}">
        <p14:creationId xmlns:p14="http://schemas.microsoft.com/office/powerpoint/2010/main" val="16043040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A2FC6-B242-8C25-7A0C-ED40669E4F4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46C12B8-78C5-E3BE-B5BA-79F9E5432773}"/>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pic>
        <p:nvPicPr>
          <p:cNvPr id="3" name="Picture 2">
            <a:extLst>
              <a:ext uri="{FF2B5EF4-FFF2-40B4-BE49-F238E27FC236}">
                <a16:creationId xmlns:a16="http://schemas.microsoft.com/office/drawing/2014/main" id="{C4BB6419-B850-F1E5-87BE-EFE0D39893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617" y="583942"/>
            <a:ext cx="10585174" cy="6097105"/>
          </a:xfrm>
          <a:prstGeom prst="rect">
            <a:avLst/>
          </a:prstGeom>
        </p:spPr>
      </p:pic>
    </p:spTree>
    <p:extLst>
      <p:ext uri="{BB962C8B-B14F-4D97-AF65-F5344CB8AC3E}">
        <p14:creationId xmlns:p14="http://schemas.microsoft.com/office/powerpoint/2010/main" val="3453966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37E0B-735C-FE43-98F8-536F429C862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BD10D1F-81A2-A601-3F66-4B0D7335E1EE}"/>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4" name="TextBox 3">
            <a:extLst>
              <a:ext uri="{FF2B5EF4-FFF2-40B4-BE49-F238E27FC236}">
                <a16:creationId xmlns:a16="http://schemas.microsoft.com/office/drawing/2014/main" id="{68811733-C2C7-09F0-2092-4C43A8A2A3E5}"/>
              </a:ext>
            </a:extLst>
          </p:cNvPr>
          <p:cNvSpPr txBox="1"/>
          <p:nvPr/>
        </p:nvSpPr>
        <p:spPr>
          <a:xfrm>
            <a:off x="685800" y="1143073"/>
            <a:ext cx="10774017" cy="3354765"/>
          </a:xfrm>
          <a:prstGeom prst="rect">
            <a:avLst/>
          </a:prstGeom>
          <a:noFill/>
        </p:spPr>
        <p:txBody>
          <a:bodyPr wrap="square">
            <a:spAutoFit/>
          </a:bodyPr>
          <a:lstStyle/>
          <a:p>
            <a:pPr>
              <a:buNone/>
            </a:pPr>
            <a:r>
              <a:rPr lang="en-US" sz="1600" b="1" dirty="0">
                <a:solidFill>
                  <a:srgbClr val="FF0000"/>
                </a:solidFill>
                <a:effectLst/>
                <a:latin typeface="Arial Black" panose="020B0A04020102020204" pitchFamily="34" charset="0"/>
              </a:rPr>
              <a:t>Titanic Data (📊):</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Show the dataset table with passenger details. Use </a:t>
            </a:r>
            <a:r>
              <a:rPr lang="en-US" dirty="0" err="1">
                <a:effectLst/>
                <a:latin typeface="Courier New" panose="02070309020205020404" pitchFamily="49" charset="0"/>
              </a:rPr>
              <a:t>pd.read_csv</a:t>
            </a:r>
            <a:r>
              <a:rPr lang="en-US" dirty="0">
                <a:effectLst/>
                <a:latin typeface="Courier New" panose="02070309020205020404" pitchFamily="49" charset="0"/>
              </a:rPr>
              <a:t>()</a:t>
            </a:r>
            <a:r>
              <a:rPr lang="en-US" dirty="0">
                <a:effectLst/>
              </a:rPr>
              <a:t> </a:t>
            </a:r>
            <a:r>
              <a:rPr lang="en-US" sz="1600" dirty="0">
                <a:effectLst/>
                <a:latin typeface="Arial Black" panose="020B0A04020102020204" pitchFamily="34" charset="0"/>
              </a:rPr>
              <a:t>to load.</a:t>
            </a:r>
          </a:p>
          <a:p>
            <a:pPr>
              <a:buNone/>
            </a:pPr>
            <a:endParaRPr lang="en-US" dirty="0">
              <a:latin typeface="Arial Black" panose="020B0A04020102020204" pitchFamily="34" charset="0"/>
            </a:endParaRPr>
          </a:p>
          <a:p>
            <a:pPr algn="just">
              <a:buNone/>
            </a:pPr>
            <a:r>
              <a:rPr lang="en-US" sz="1600" b="1" dirty="0">
                <a:solidFill>
                  <a:srgbClr val="FF0000"/>
                </a:solidFill>
                <a:effectLst/>
                <a:latin typeface="Arial Black" panose="020B0A04020102020204" pitchFamily="34" charset="0"/>
              </a:rPr>
              <a:t>Data Cleaning (🧹):</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Handle missing ages and embarkation values. Stress the importance of clean inputs.</a:t>
            </a:r>
          </a:p>
          <a:p>
            <a:pPr algn="just">
              <a:buNone/>
            </a:pPr>
            <a:endParaRPr lang="en-US" sz="1600" dirty="0">
              <a:latin typeface="Arial Black" panose="020B0A04020102020204" pitchFamily="34" charset="0"/>
            </a:endParaRPr>
          </a:p>
          <a:p>
            <a:pPr algn="just">
              <a:buNone/>
            </a:pPr>
            <a:r>
              <a:rPr lang="en-US" sz="1600" b="1" dirty="0">
                <a:solidFill>
                  <a:srgbClr val="FF0000"/>
                </a:solidFill>
                <a:effectLst/>
                <a:latin typeface="Arial Black" panose="020B0A04020102020204" pitchFamily="34" charset="0"/>
              </a:rPr>
              <a:t>Data Exploration (🔍):</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Visualize survival by gender/class with Seaborn. Encourage students to interpret patterns.</a:t>
            </a:r>
          </a:p>
          <a:p>
            <a:pPr algn="just">
              <a:buNone/>
            </a:pPr>
            <a:endParaRPr lang="en-US" sz="1600" dirty="0">
              <a:latin typeface="Arial Black" panose="020B0A04020102020204" pitchFamily="34" charset="0"/>
            </a:endParaRPr>
          </a:p>
          <a:p>
            <a:pPr algn="just">
              <a:buNone/>
            </a:pPr>
            <a:r>
              <a:rPr lang="en-US" sz="1600" b="1" dirty="0">
                <a:solidFill>
                  <a:srgbClr val="FF0000"/>
                </a:solidFill>
                <a:effectLst/>
                <a:latin typeface="Arial Black" panose="020B0A04020102020204" pitchFamily="34" charset="0"/>
              </a:rPr>
              <a:t>Model Training (🤖):</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Build a logistic regression model with Scikit‑Learn. Explain classification basics.</a:t>
            </a:r>
          </a:p>
          <a:p>
            <a:pPr algn="just">
              <a:buNone/>
            </a:pPr>
            <a:endParaRPr lang="en-US" sz="1600" dirty="0">
              <a:latin typeface="Arial Black" panose="020B0A04020102020204" pitchFamily="34" charset="0"/>
            </a:endParaRPr>
          </a:p>
          <a:p>
            <a:pPr algn="just">
              <a:buNone/>
            </a:pPr>
            <a:r>
              <a:rPr lang="en-US" sz="1600" b="1" dirty="0">
                <a:solidFill>
                  <a:srgbClr val="FF0000"/>
                </a:solidFill>
                <a:effectLst/>
                <a:latin typeface="Arial Black" panose="020B0A04020102020204" pitchFamily="34" charset="0"/>
              </a:rPr>
              <a:t>Prediction &amp; Results (📈):</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Display accuracy score (e.g., ~82%). Discuss how features influence survival.</a:t>
            </a:r>
            <a:endParaRPr lang="en-US" sz="1600" dirty="0">
              <a:latin typeface="Arial Black" panose="020B0A04020102020204" pitchFamily="34" charset="0"/>
            </a:endParaRPr>
          </a:p>
        </p:txBody>
      </p:sp>
      <p:sp>
        <p:nvSpPr>
          <p:cNvPr id="6" name="TextBox 5">
            <a:extLst>
              <a:ext uri="{FF2B5EF4-FFF2-40B4-BE49-F238E27FC236}">
                <a16:creationId xmlns:a16="http://schemas.microsoft.com/office/drawing/2014/main" id="{296F7428-0195-D5AD-0F16-F493F630D979}"/>
              </a:ext>
            </a:extLst>
          </p:cNvPr>
          <p:cNvSpPr txBox="1"/>
          <p:nvPr/>
        </p:nvSpPr>
        <p:spPr>
          <a:xfrm>
            <a:off x="755373" y="4925344"/>
            <a:ext cx="10704443" cy="646331"/>
          </a:xfrm>
          <a:prstGeom prst="rect">
            <a:avLst/>
          </a:prstGeom>
          <a:noFill/>
        </p:spPr>
        <p:txBody>
          <a:bodyPr wrap="square">
            <a:spAutoFit/>
          </a:bodyPr>
          <a:lstStyle/>
          <a:p>
            <a:pPr algn="ctr"/>
            <a:r>
              <a:rPr lang="en-US" dirty="0">
                <a:solidFill>
                  <a:srgbClr val="7030A0"/>
                </a:solidFill>
                <a:latin typeface="Arial Black" panose="020B0A04020102020204" pitchFamily="34" charset="0"/>
              </a:rPr>
              <a:t>“This case study shows how Python libraries integrate seamlessly — from raw CSVs to predictive models — turning history into a learning tool.”</a:t>
            </a:r>
          </a:p>
        </p:txBody>
      </p:sp>
    </p:spTree>
    <p:extLst>
      <p:ext uri="{BB962C8B-B14F-4D97-AF65-F5344CB8AC3E}">
        <p14:creationId xmlns:p14="http://schemas.microsoft.com/office/powerpoint/2010/main" val="308949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2F6D4-1051-99B5-9F88-C6056356505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C70281D-CF65-79D9-17FE-E51298703526}"/>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3" name="TextBox 2">
            <a:extLst>
              <a:ext uri="{FF2B5EF4-FFF2-40B4-BE49-F238E27FC236}">
                <a16:creationId xmlns:a16="http://schemas.microsoft.com/office/drawing/2014/main" id="{D09DB688-DB34-170B-8EBA-9258391CFA45}"/>
              </a:ext>
            </a:extLst>
          </p:cNvPr>
          <p:cNvSpPr txBox="1"/>
          <p:nvPr/>
        </p:nvSpPr>
        <p:spPr>
          <a:xfrm>
            <a:off x="646043" y="1028343"/>
            <a:ext cx="10485783" cy="5355312"/>
          </a:xfrm>
          <a:prstGeom prst="rect">
            <a:avLst/>
          </a:prstGeom>
          <a:noFill/>
        </p:spPr>
        <p:txBody>
          <a:bodyPr wrap="square">
            <a:spAutoFit/>
          </a:bodyPr>
          <a:lstStyle/>
          <a:p>
            <a:pPr algn="ctr">
              <a:buNone/>
            </a:pPr>
            <a:r>
              <a:rPr lang="en-US" b="1" dirty="0">
                <a:solidFill>
                  <a:srgbClr val="7030A0"/>
                </a:solidFill>
                <a:latin typeface="Arial Black" panose="020B0A04020102020204" pitchFamily="34" charset="0"/>
              </a:rPr>
              <a:t>Title: </a:t>
            </a:r>
            <a:r>
              <a:rPr lang="en-US" b="1" i="1" dirty="0">
                <a:solidFill>
                  <a:srgbClr val="7030A0"/>
                </a:solidFill>
                <a:latin typeface="Arial Black" panose="020B0A04020102020204" pitchFamily="34" charset="0"/>
              </a:rPr>
              <a:t>From Data to Discovery — Lessons from the Titanic Project</a:t>
            </a:r>
          </a:p>
          <a:p>
            <a:pPr algn="just">
              <a:buNone/>
            </a:pPr>
            <a:endParaRPr lang="en-US" b="1"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Python’s Power in Data Science</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Unified ecosystem: NumPy, Pandas, Matplotlib, Seaborn, Scikit‑Learn.</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Seamless workflow from data collection to prediction.</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Real‑world relevance — from Titanic survival to space‑mission analytics.</a:t>
            </a:r>
            <a:endParaRPr lang="en-US" dirty="0">
              <a:latin typeface="Arial Black" panose="020B0A04020102020204" pitchFamily="34" charset="0"/>
            </a:endParaRPr>
          </a:p>
          <a:p>
            <a:pPr algn="just">
              <a:buNone/>
            </a:pPr>
            <a:endParaRPr lang="en-US" b="1" dirty="0">
              <a:effectLst/>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The Data Science Mindset</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Ask the right questions before coding.</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Clean data is the foundation of truth.</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Visualize to understand, model to predict, communicate to inspire.</a:t>
            </a:r>
            <a:r>
              <a:rPr lang="en-US" b="1" dirty="0">
                <a:effectLst/>
                <a:latin typeface="Arial Black" panose="020B0A04020102020204" pitchFamily="34" charset="0"/>
              </a:rPr>
              <a:t> </a:t>
            </a:r>
          </a:p>
          <a:p>
            <a:pPr algn="just"/>
            <a:endParaRPr lang="en-US" b="1" dirty="0">
              <a:effectLst/>
              <a:latin typeface="Arial Black" panose="020B0A04020102020204" pitchFamily="34" charset="0"/>
            </a:endParaRPr>
          </a:p>
          <a:p>
            <a:pPr algn="just"/>
            <a:r>
              <a:rPr lang="en-US" b="1" dirty="0">
                <a:solidFill>
                  <a:srgbClr val="FF0000"/>
                </a:solidFill>
                <a:effectLst/>
                <a:latin typeface="Arial Black" panose="020B0A04020102020204" pitchFamily="34" charset="0"/>
              </a:rPr>
              <a:t>Insights from the Titanic Case Study</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Gender and class strongly influenced survival.</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Data reveals human stories behind numbers.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Predictive analytics transforms history into foresight.</a:t>
            </a:r>
            <a:endParaRPr lang="en-US" dirty="0">
              <a:latin typeface="Arial Black" panose="020B0A04020102020204" pitchFamily="34" charset="0"/>
            </a:endParaRPr>
          </a:p>
        </p:txBody>
      </p:sp>
    </p:spTree>
    <p:extLst>
      <p:ext uri="{BB962C8B-B14F-4D97-AF65-F5344CB8AC3E}">
        <p14:creationId xmlns:p14="http://schemas.microsoft.com/office/powerpoint/2010/main" val="20292876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951AD-CF9A-BA17-83B9-8AD49FFC8BE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C16D898-1294-31B0-D3E6-C7C0D03C7407}"/>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pic>
        <p:nvPicPr>
          <p:cNvPr id="4" name="Picture 3">
            <a:extLst>
              <a:ext uri="{FF2B5EF4-FFF2-40B4-BE49-F238E27FC236}">
                <a16:creationId xmlns:a16="http://schemas.microsoft.com/office/drawing/2014/main" id="{BEADAA40-046C-3CBB-B3D7-9636D424F9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224" y="685800"/>
            <a:ext cx="7381052" cy="5304950"/>
          </a:xfrm>
          <a:prstGeom prst="rect">
            <a:avLst/>
          </a:prstGeom>
        </p:spPr>
      </p:pic>
      <p:sp>
        <p:nvSpPr>
          <p:cNvPr id="6" name="TextBox 5">
            <a:extLst>
              <a:ext uri="{FF2B5EF4-FFF2-40B4-BE49-F238E27FC236}">
                <a16:creationId xmlns:a16="http://schemas.microsoft.com/office/drawing/2014/main" id="{CB0B8225-64B2-98AB-9C01-FA2CC517A749}"/>
              </a:ext>
            </a:extLst>
          </p:cNvPr>
          <p:cNvSpPr txBox="1"/>
          <p:nvPr/>
        </p:nvSpPr>
        <p:spPr>
          <a:xfrm>
            <a:off x="8096251" y="1232886"/>
            <a:ext cx="3580572" cy="4031873"/>
          </a:xfrm>
          <a:prstGeom prst="rect">
            <a:avLst/>
          </a:prstGeom>
          <a:noFill/>
        </p:spPr>
        <p:txBody>
          <a:bodyPr wrap="square">
            <a:spAutoFit/>
          </a:bodyPr>
          <a:lstStyle/>
          <a:p>
            <a:pPr>
              <a:buNone/>
            </a:pPr>
            <a:r>
              <a:rPr lang="en-US" sz="1600" b="1" dirty="0">
                <a:solidFill>
                  <a:srgbClr val="FF0000"/>
                </a:solidFill>
                <a:effectLst/>
                <a:latin typeface="Arial Black" panose="020B0A04020102020204" pitchFamily="34" charset="0"/>
              </a:rPr>
              <a:t>Python’s Power in Data Science</a:t>
            </a:r>
            <a:r>
              <a:rPr lang="en-US" sz="1600" b="1" dirty="0">
                <a:effectLst/>
                <a:latin typeface="Arial Black" panose="020B0A04020102020204" pitchFamily="34" charset="0"/>
              </a:rPr>
              <a:t>:</a:t>
            </a:r>
            <a:r>
              <a:rPr lang="en-US" sz="1600" dirty="0">
                <a:effectLst/>
                <a:latin typeface="Arial Black" panose="020B0A04020102020204" pitchFamily="34" charset="0"/>
              </a:rPr>
              <a:t> Unified tools, real‑world applications, seamless workflow.</a:t>
            </a:r>
          </a:p>
          <a:p>
            <a:pPr>
              <a:buNone/>
            </a:pP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Data Science Mindset</a:t>
            </a:r>
            <a:r>
              <a:rPr lang="en-US" sz="1600" b="1" dirty="0">
                <a:effectLst/>
                <a:latin typeface="Arial Black" panose="020B0A04020102020204" pitchFamily="34" charset="0"/>
              </a:rPr>
              <a:t>:</a:t>
            </a:r>
            <a:r>
              <a:rPr lang="en-US" sz="1600" dirty="0">
                <a:effectLst/>
                <a:latin typeface="Arial Black" panose="020B0A04020102020204" pitchFamily="34" charset="0"/>
              </a:rPr>
              <a:t> Ask, clean, visualize, model, communicate.</a:t>
            </a:r>
          </a:p>
          <a:p>
            <a:pPr>
              <a:buNone/>
            </a:pP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Titanic Insights:</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Gender and class shaped survival; data reveals human stories.</a:t>
            </a:r>
          </a:p>
          <a:p>
            <a:pPr>
              <a:buNone/>
            </a:pP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Broader Vision</a:t>
            </a:r>
            <a:r>
              <a:rPr lang="en-US" sz="1600" b="1" dirty="0">
                <a:effectLst/>
                <a:latin typeface="Arial Black" panose="020B0A04020102020204" pitchFamily="34" charset="0"/>
              </a:rPr>
              <a:t>:</a:t>
            </a:r>
            <a:r>
              <a:rPr lang="en-US" sz="1600" dirty="0">
                <a:effectLst/>
                <a:latin typeface="Arial Black" panose="020B0A04020102020204" pitchFamily="34" charset="0"/>
              </a:rPr>
              <a:t> Extend lessons to AI, education, and space exploration.</a:t>
            </a:r>
            <a:endParaRPr lang="en-US" sz="1600" dirty="0">
              <a:latin typeface="Arial Black" panose="020B0A04020102020204" pitchFamily="34" charset="0"/>
            </a:endParaRPr>
          </a:p>
        </p:txBody>
      </p:sp>
      <p:sp>
        <p:nvSpPr>
          <p:cNvPr id="9" name="TextBox 8">
            <a:extLst>
              <a:ext uri="{FF2B5EF4-FFF2-40B4-BE49-F238E27FC236}">
                <a16:creationId xmlns:a16="http://schemas.microsoft.com/office/drawing/2014/main" id="{4275E134-3C69-61FF-84C6-8FD91B8E0FB9}"/>
              </a:ext>
            </a:extLst>
          </p:cNvPr>
          <p:cNvSpPr txBox="1"/>
          <p:nvPr/>
        </p:nvSpPr>
        <p:spPr>
          <a:xfrm>
            <a:off x="702395" y="6172200"/>
            <a:ext cx="10348914" cy="400110"/>
          </a:xfrm>
          <a:prstGeom prst="rect">
            <a:avLst/>
          </a:prstGeom>
          <a:noFill/>
        </p:spPr>
        <p:txBody>
          <a:bodyPr wrap="square">
            <a:spAutoFit/>
          </a:bodyPr>
          <a:lstStyle/>
          <a:p>
            <a:r>
              <a:rPr lang="en-US" sz="2000" dirty="0">
                <a:solidFill>
                  <a:srgbClr val="0070C0"/>
                </a:solidFill>
                <a:latin typeface="Arial Black" panose="020B0A04020102020204" pitchFamily="34" charset="0"/>
              </a:rPr>
              <a:t>“Every dataset tells a story — Python helps us Listen, Learn, and Lead.”</a:t>
            </a:r>
          </a:p>
        </p:txBody>
      </p:sp>
    </p:spTree>
    <p:extLst>
      <p:ext uri="{BB962C8B-B14F-4D97-AF65-F5344CB8AC3E}">
        <p14:creationId xmlns:p14="http://schemas.microsoft.com/office/powerpoint/2010/main" val="24728878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328A6-3E9E-4D25-8283-34A937C500F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A7C02BF-E9DF-C227-39A1-D68DA10D74B1}"/>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9" name="TextBox 8">
            <a:extLst>
              <a:ext uri="{FF2B5EF4-FFF2-40B4-BE49-F238E27FC236}">
                <a16:creationId xmlns:a16="http://schemas.microsoft.com/office/drawing/2014/main" id="{F1D90DB2-90F9-3FE5-1D5A-6F0FD59815FA}"/>
              </a:ext>
            </a:extLst>
          </p:cNvPr>
          <p:cNvSpPr txBox="1"/>
          <p:nvPr/>
        </p:nvSpPr>
        <p:spPr>
          <a:xfrm>
            <a:off x="954156" y="6122504"/>
            <a:ext cx="10348914" cy="400110"/>
          </a:xfrm>
          <a:prstGeom prst="rect">
            <a:avLst/>
          </a:prstGeom>
          <a:noFill/>
        </p:spPr>
        <p:txBody>
          <a:bodyPr wrap="square">
            <a:spAutoFit/>
          </a:bodyPr>
          <a:lstStyle/>
          <a:p>
            <a:r>
              <a:rPr lang="en-US" sz="2000" dirty="0">
                <a:solidFill>
                  <a:srgbClr val="0070C0"/>
                </a:solidFill>
                <a:latin typeface="Arial Black" panose="020B0A04020102020204" pitchFamily="34" charset="0"/>
              </a:rPr>
              <a:t>“Every dataset tells a story — Python helps us Listen, Learn, and Lead.”</a:t>
            </a:r>
          </a:p>
        </p:txBody>
      </p:sp>
      <p:sp>
        <p:nvSpPr>
          <p:cNvPr id="4" name="TextBox 3">
            <a:extLst>
              <a:ext uri="{FF2B5EF4-FFF2-40B4-BE49-F238E27FC236}">
                <a16:creationId xmlns:a16="http://schemas.microsoft.com/office/drawing/2014/main" id="{0492E35E-5854-627A-4FC5-7ACAEA7B0AE8}"/>
              </a:ext>
            </a:extLst>
          </p:cNvPr>
          <p:cNvSpPr txBox="1"/>
          <p:nvPr/>
        </p:nvSpPr>
        <p:spPr>
          <a:xfrm>
            <a:off x="1139169" y="1343450"/>
            <a:ext cx="9978887" cy="3416320"/>
          </a:xfrm>
          <a:prstGeom prst="rect">
            <a:avLst/>
          </a:prstGeom>
          <a:noFill/>
        </p:spPr>
        <p:txBody>
          <a:bodyPr wrap="square">
            <a:spAutoFit/>
          </a:bodyPr>
          <a:lstStyle/>
          <a:p>
            <a:pPr algn="just">
              <a:buNone/>
            </a:pPr>
            <a:r>
              <a:rPr lang="en-US" b="1" dirty="0">
                <a:solidFill>
                  <a:srgbClr val="FF0000"/>
                </a:solidFill>
                <a:latin typeface="Arial Black" panose="020B0A04020102020204" pitchFamily="34" charset="0"/>
              </a:rPr>
              <a:t>Key Reflections</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Python transforms raw data into </a:t>
            </a:r>
            <a:r>
              <a:rPr lang="en-US" b="1" dirty="0">
                <a:effectLst/>
                <a:latin typeface="Arial Black" panose="020B0A04020102020204" pitchFamily="34" charset="0"/>
              </a:rPr>
              <a:t>meaningful insight</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From Titanic survival prediction to </a:t>
            </a:r>
            <a:r>
              <a:rPr lang="en-US" b="1" dirty="0">
                <a:effectLst/>
                <a:latin typeface="Arial Black" panose="020B0A04020102020204" pitchFamily="34" charset="0"/>
              </a:rPr>
              <a:t>space‑mission analytics</a:t>
            </a:r>
            <a:r>
              <a:rPr lang="en-US" dirty="0">
                <a:effectLst/>
                <a:latin typeface="Arial Black" panose="020B0A04020102020204" pitchFamily="34" charset="0"/>
              </a:rPr>
              <a:t>, the workflow is universal.</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Data science is not just coding — it’s about </a:t>
            </a:r>
            <a:r>
              <a:rPr lang="en-US" b="1" dirty="0">
                <a:effectLst/>
                <a:latin typeface="Arial Black" panose="020B0A04020102020204" pitchFamily="34" charset="0"/>
              </a:rPr>
              <a:t>stories, questions, and clarity</a:t>
            </a:r>
            <a:r>
              <a:rPr lang="en-US" dirty="0">
                <a:effectLst/>
                <a:latin typeface="Arial Black" panose="020B0A04020102020204" pitchFamily="34" charset="0"/>
              </a:rPr>
              <a:t>.</a:t>
            </a:r>
            <a:endParaRPr lang="en-US" dirty="0">
              <a:latin typeface="Arial Black" panose="020B0A04020102020204" pitchFamily="34" charset="0"/>
            </a:endParaRPr>
          </a:p>
          <a:p>
            <a:pPr algn="just">
              <a:buNone/>
            </a:pPr>
            <a:endParaRPr lang="en-US" b="1" dirty="0">
              <a:latin typeface="Arial Black" panose="020B0A04020102020204" pitchFamily="34" charset="0"/>
            </a:endParaRPr>
          </a:p>
          <a:p>
            <a:pPr algn="just">
              <a:buNone/>
            </a:pPr>
            <a:r>
              <a:rPr lang="en-US" b="1" dirty="0">
                <a:solidFill>
                  <a:srgbClr val="FF0000"/>
                </a:solidFill>
                <a:latin typeface="Arial Black" panose="020B0A04020102020204" pitchFamily="34" charset="0"/>
              </a:rPr>
              <a:t>Inspiration</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Every dataset can be reframed into </a:t>
            </a:r>
            <a:r>
              <a:rPr lang="en-US" b="1" dirty="0">
                <a:effectLst/>
                <a:latin typeface="Arial Black" panose="020B0A04020102020204" pitchFamily="34" charset="0"/>
              </a:rPr>
              <a:t>opportunity and foresight</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Lessons from history guide us toward </a:t>
            </a:r>
            <a:r>
              <a:rPr lang="en-US" b="1" dirty="0">
                <a:effectLst/>
                <a:latin typeface="Arial Black" panose="020B0A04020102020204" pitchFamily="34" charset="0"/>
              </a:rPr>
              <a:t>future exploration</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With science as our compass, the future is </a:t>
            </a:r>
            <a:r>
              <a:rPr lang="en-US" b="1" dirty="0">
                <a:effectLst/>
                <a:latin typeface="Arial Black" panose="020B0A04020102020204" pitchFamily="34" charset="0"/>
              </a:rPr>
              <a:t>brighter, bolder, boundless</a:t>
            </a:r>
            <a:r>
              <a:rPr lang="en-US" dirty="0">
                <a:effectLst/>
                <a:latin typeface="Arial Black" panose="020B0A04020102020204" pitchFamily="34" charset="0"/>
              </a:rPr>
              <a:t>.</a:t>
            </a:r>
            <a:endParaRPr lang="en-US" dirty="0">
              <a:latin typeface="Arial Black" panose="020B0A04020102020204" pitchFamily="34" charset="0"/>
            </a:endParaRPr>
          </a:p>
        </p:txBody>
      </p:sp>
      <p:sp>
        <p:nvSpPr>
          <p:cNvPr id="5" name="TextBox 4">
            <a:extLst>
              <a:ext uri="{FF2B5EF4-FFF2-40B4-BE49-F238E27FC236}">
                <a16:creationId xmlns:a16="http://schemas.microsoft.com/office/drawing/2014/main" id="{565C1349-C1F8-1121-6DD1-DEFAABEFB876}"/>
              </a:ext>
            </a:extLst>
          </p:cNvPr>
          <p:cNvSpPr txBox="1"/>
          <p:nvPr/>
        </p:nvSpPr>
        <p:spPr>
          <a:xfrm>
            <a:off x="5446643" y="5526157"/>
            <a:ext cx="1267463" cy="369332"/>
          </a:xfrm>
          <a:prstGeom prst="rect">
            <a:avLst/>
          </a:prstGeom>
          <a:noFill/>
        </p:spPr>
        <p:txBody>
          <a:bodyPr wrap="none" rtlCol="0">
            <a:spAutoFit/>
          </a:bodyPr>
          <a:lstStyle/>
          <a:p>
            <a:r>
              <a:rPr lang="en-US" dirty="0">
                <a:solidFill>
                  <a:srgbClr val="7030A0"/>
                </a:solidFill>
                <a:latin typeface="Arial Black" panose="020B0A04020102020204" pitchFamily="34" charset="0"/>
              </a:rPr>
              <a:t>FINALLY</a:t>
            </a:r>
          </a:p>
        </p:txBody>
      </p:sp>
    </p:spTree>
    <p:extLst>
      <p:ext uri="{BB962C8B-B14F-4D97-AF65-F5344CB8AC3E}">
        <p14:creationId xmlns:p14="http://schemas.microsoft.com/office/powerpoint/2010/main" val="3105769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7CA08-90FF-E391-C51D-A0B16223266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7D34A5C-D4AA-5519-0AF8-A7DFF41B9819}"/>
              </a:ext>
            </a:extLst>
          </p:cNvPr>
          <p:cNvSpPr txBox="1"/>
          <p:nvPr/>
        </p:nvSpPr>
        <p:spPr>
          <a:xfrm>
            <a:off x="2979264" y="176953"/>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sp>
        <p:nvSpPr>
          <p:cNvPr id="9" name="TextBox 8">
            <a:extLst>
              <a:ext uri="{FF2B5EF4-FFF2-40B4-BE49-F238E27FC236}">
                <a16:creationId xmlns:a16="http://schemas.microsoft.com/office/drawing/2014/main" id="{570D13BA-E46A-6892-BF88-47C59BDC4286}"/>
              </a:ext>
            </a:extLst>
          </p:cNvPr>
          <p:cNvSpPr txBox="1"/>
          <p:nvPr/>
        </p:nvSpPr>
        <p:spPr>
          <a:xfrm>
            <a:off x="954156" y="6122504"/>
            <a:ext cx="10348914" cy="400110"/>
          </a:xfrm>
          <a:prstGeom prst="rect">
            <a:avLst/>
          </a:prstGeom>
          <a:noFill/>
        </p:spPr>
        <p:txBody>
          <a:bodyPr wrap="square">
            <a:spAutoFit/>
          </a:bodyPr>
          <a:lstStyle/>
          <a:p>
            <a:r>
              <a:rPr lang="en-US" sz="2000" dirty="0">
                <a:solidFill>
                  <a:srgbClr val="0070C0"/>
                </a:solidFill>
                <a:latin typeface="Arial Black" panose="020B0A04020102020204" pitchFamily="34" charset="0"/>
              </a:rPr>
              <a:t>“Every dataset tells a story — Python helps us Listen, Learn, and Lead.”</a:t>
            </a:r>
          </a:p>
        </p:txBody>
      </p:sp>
      <p:sp>
        <p:nvSpPr>
          <p:cNvPr id="3" name="TextBox 2">
            <a:extLst>
              <a:ext uri="{FF2B5EF4-FFF2-40B4-BE49-F238E27FC236}">
                <a16:creationId xmlns:a16="http://schemas.microsoft.com/office/drawing/2014/main" id="{6CFF44C4-F991-BC64-C91D-A29D100A6F84}"/>
              </a:ext>
            </a:extLst>
          </p:cNvPr>
          <p:cNvSpPr txBox="1"/>
          <p:nvPr/>
        </p:nvSpPr>
        <p:spPr>
          <a:xfrm>
            <a:off x="954156" y="1013865"/>
            <a:ext cx="10426147" cy="2031325"/>
          </a:xfrm>
          <a:prstGeom prst="rect">
            <a:avLst/>
          </a:prstGeom>
          <a:noFill/>
        </p:spPr>
        <p:txBody>
          <a:bodyPr wrap="square">
            <a:spAutoFit/>
          </a:bodyPr>
          <a:lstStyle/>
          <a:p>
            <a:pPr algn="just"/>
            <a:r>
              <a:rPr lang="en-US" dirty="0">
                <a:latin typeface="Arial Black" panose="020B0A04020102020204" pitchFamily="34" charset="0"/>
              </a:rPr>
              <a:t>“As we conclude today’s journey through the Titanic project, we have seen how Python transforms raw data into meaningful insight. From cleaning messy tables to visualizing hidden patterns, and finally predicting survival outcomes, each step reminded us that data science is not just about algorithms — it is about uncovering stories, asking the right questions, and communicating answers with clarity. The Titanic dataset, though rooted in tragedy, has become a timeless classroom for learning how knowledge can emerge from history.”</a:t>
            </a:r>
          </a:p>
        </p:txBody>
      </p:sp>
      <p:sp>
        <p:nvSpPr>
          <p:cNvPr id="7" name="TextBox 6">
            <a:extLst>
              <a:ext uri="{FF2B5EF4-FFF2-40B4-BE49-F238E27FC236}">
                <a16:creationId xmlns:a16="http://schemas.microsoft.com/office/drawing/2014/main" id="{7487F663-C476-14DB-8B16-2BB146130190}"/>
              </a:ext>
            </a:extLst>
          </p:cNvPr>
          <p:cNvSpPr txBox="1"/>
          <p:nvPr/>
        </p:nvSpPr>
        <p:spPr>
          <a:xfrm>
            <a:off x="1023730" y="3429000"/>
            <a:ext cx="10038532" cy="2031325"/>
          </a:xfrm>
          <a:prstGeom prst="rect">
            <a:avLst/>
          </a:prstGeom>
          <a:noFill/>
        </p:spPr>
        <p:txBody>
          <a:bodyPr wrap="square">
            <a:spAutoFit/>
          </a:bodyPr>
          <a:lstStyle/>
          <a:p>
            <a:pPr algn="just"/>
            <a:r>
              <a:rPr lang="en-US" dirty="0">
                <a:solidFill>
                  <a:srgbClr val="FF0000"/>
                </a:solidFill>
                <a:latin typeface="Arial Black" panose="020B0A04020102020204" pitchFamily="34" charset="0"/>
              </a:rPr>
              <a:t>“Let this lesson inspire us to look beyond numbers and see possibilities. Just as the Titanic’s story has been reborn through data, so too can our own challenges be reframed into opportunities. Whether predicting spacecraft health, decoding solar storms, or guiding the next generation of explorers, Python empowers us to listen, learn, and lead. The ship may have sunk, but the spirit of discovery sails on — and with science as our compass, the future is brighter, bolder, and boundless.”</a:t>
            </a:r>
          </a:p>
        </p:txBody>
      </p:sp>
    </p:spTree>
    <p:extLst>
      <p:ext uri="{BB962C8B-B14F-4D97-AF65-F5344CB8AC3E}">
        <p14:creationId xmlns:p14="http://schemas.microsoft.com/office/powerpoint/2010/main" val="4708939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B0271-1D4C-3232-5715-2FA0F4DE16A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8587330-3CA7-12E6-F970-7F1287E4B8DB}"/>
              </a:ext>
            </a:extLst>
          </p:cNvPr>
          <p:cNvSpPr txBox="1"/>
          <p:nvPr/>
        </p:nvSpPr>
        <p:spPr>
          <a:xfrm>
            <a:off x="2869934" y="445310"/>
            <a:ext cx="5795176" cy="400110"/>
          </a:xfrm>
          <a:prstGeom prst="rect">
            <a:avLst/>
          </a:prstGeom>
          <a:noFill/>
        </p:spPr>
        <p:txBody>
          <a:bodyPr wrap="none" rtlCol="0">
            <a:spAutoFit/>
          </a:bodyPr>
          <a:lstStyle/>
          <a:p>
            <a:pPr algn="ctr"/>
            <a:r>
              <a:rPr lang="en-US" sz="2000" dirty="0">
                <a:latin typeface="Arial Black" panose="020B0A04020102020204" pitchFamily="34" charset="0"/>
              </a:rPr>
              <a:t>SUMMER INTERNSHIP ON AI &amp; ML 2026</a:t>
            </a:r>
          </a:p>
        </p:txBody>
      </p:sp>
      <p:pic>
        <p:nvPicPr>
          <p:cNvPr id="4" name="Picture 3">
            <a:extLst>
              <a:ext uri="{FF2B5EF4-FFF2-40B4-BE49-F238E27FC236}">
                <a16:creationId xmlns:a16="http://schemas.microsoft.com/office/drawing/2014/main" id="{99ACF984-23DF-ECEE-C8A7-664D32C40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2330" y="1218094"/>
            <a:ext cx="10018644" cy="5431184"/>
          </a:xfrm>
          <a:prstGeom prst="rect">
            <a:avLst/>
          </a:prstGeom>
        </p:spPr>
      </p:pic>
    </p:spTree>
    <p:extLst>
      <p:ext uri="{BB962C8B-B14F-4D97-AF65-F5344CB8AC3E}">
        <p14:creationId xmlns:p14="http://schemas.microsoft.com/office/powerpoint/2010/main" val="37123557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10788</TotalTime>
  <Words>3791</Words>
  <Application>Microsoft Office PowerPoint</Application>
  <PresentationFormat>Widescreen</PresentationFormat>
  <Paragraphs>369</Paragraphs>
  <Slides>35</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Aptos Display</vt:lpstr>
      <vt:lpstr>Arial</vt:lpstr>
      <vt:lpstr>Arial Black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Gopalakrishnan</dc:creator>
  <cp:lastModifiedBy>Ashok Gopalakrishnan</cp:lastModifiedBy>
  <cp:revision>16</cp:revision>
  <dcterms:created xsi:type="dcterms:W3CDTF">2026-05-17T10:17:46Z</dcterms:created>
  <dcterms:modified xsi:type="dcterms:W3CDTF">2026-06-16T07:46:01Z</dcterms:modified>
</cp:coreProperties>
</file>
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6" r:id="rId3"/>
    <p:sldId id="278" r:id="rId4"/>
    <p:sldId id="270" r:id="rId5"/>
    <p:sldId id="279" r:id="rId6"/>
    <p:sldId id="280" r:id="rId7"/>
    <p:sldId id="281" r:id="rId8"/>
    <p:sldId id="282" r:id="rId9"/>
    <p:sldId id="267" r:id="rId10"/>
    <p:sldId id="257" r:id="rId11"/>
    <p:sldId id="258" r:id="rId12"/>
    <p:sldId id="259" r:id="rId13"/>
    <p:sldId id="260" r:id="rId14"/>
    <p:sldId id="261" r:id="rId15"/>
    <p:sldId id="262" r:id="rId16"/>
    <p:sldId id="263" r:id="rId17"/>
    <p:sldId id="265" r:id="rId18"/>
    <p:sldId id="268" r:id="rId19"/>
    <p:sldId id="271" r:id="rId20"/>
    <p:sldId id="272" r:id="rId21"/>
    <p:sldId id="273" r:id="rId22"/>
    <p:sldId id="274" r:id="rId23"/>
    <p:sldId id="275" r:id="rId24"/>
    <p:sldId id="269" r:id="rId25"/>
    <p:sldId id="276"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841A16-B88E-469E-8DB5-67014DCF4139}" v="24" dt="2026-06-23T07:39:38.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delSld modSld sldOrd">
      <pc:chgData name="Ashok Gopalakrishnan" userId="d8b748a0ad7c7b3a" providerId="LiveId" clId="{59FD0868-84F1-432F-883D-B36E85A19EB2}" dt="2026-06-23T07:41:29.661" v="877"/>
      <pc:docMkLst>
        <pc:docMk/>
      </pc:docMkLst>
      <pc:sldChg chg="addSp modSp mod">
        <pc:chgData name="Ashok Gopalakrishnan" userId="d8b748a0ad7c7b3a" providerId="LiveId" clId="{59FD0868-84F1-432F-883D-B36E85A19EB2}" dt="2026-06-23T03:50:46.627" v="5" actId="14100"/>
        <pc:sldMkLst>
          <pc:docMk/>
          <pc:sldMk cId="3655598127" sldId="256"/>
        </pc:sldMkLst>
        <pc:spChg chg="mod">
          <ac:chgData name="Ashok Gopalakrishnan" userId="d8b748a0ad7c7b3a" providerId="LiveId" clId="{59FD0868-84F1-432F-883D-B36E85A19EB2}" dt="2026-06-23T03:47:27.038" v="1" actId="20577"/>
          <ac:spMkLst>
            <pc:docMk/>
            <pc:sldMk cId="3655598127" sldId="256"/>
            <ac:spMk id="3" creationId="{27D5FE66-ADBC-DA38-8A2A-3AACB79F16B0}"/>
          </ac:spMkLst>
        </pc:spChg>
        <pc:picChg chg="add mod">
          <ac:chgData name="Ashok Gopalakrishnan" userId="d8b748a0ad7c7b3a" providerId="LiveId" clId="{59FD0868-84F1-432F-883D-B36E85A19EB2}" dt="2026-06-23T03:50:46.627" v="5" actId="14100"/>
          <ac:picMkLst>
            <pc:docMk/>
            <pc:sldMk cId="3655598127" sldId="256"/>
            <ac:picMk id="5" creationId="{FC9D1E71-DB17-B48B-C2EA-B54F731462E1}"/>
          </ac:picMkLst>
        </pc:picChg>
      </pc:sldChg>
      <pc:sldChg chg="addSp delSp modSp add mod">
        <pc:chgData name="Ashok Gopalakrishnan" userId="d8b748a0ad7c7b3a" providerId="LiveId" clId="{59FD0868-84F1-432F-883D-B36E85A19EB2}" dt="2026-06-23T03:55:30.890" v="41" actId="207"/>
        <pc:sldMkLst>
          <pc:docMk/>
          <pc:sldMk cId="3855974404" sldId="257"/>
        </pc:sldMkLst>
        <pc:spChg chg="del">
          <ac:chgData name="Ashok Gopalakrishnan" userId="d8b748a0ad7c7b3a" providerId="LiveId" clId="{59FD0868-84F1-432F-883D-B36E85A19EB2}" dt="2026-06-23T03:51:18.646" v="8" actId="478"/>
          <ac:spMkLst>
            <pc:docMk/>
            <pc:sldMk cId="3855974404" sldId="257"/>
            <ac:spMk id="3" creationId="{D9E76134-9BC4-EC61-180A-09AD3961B58A}"/>
          </ac:spMkLst>
        </pc:spChg>
        <pc:spChg chg="add del mod">
          <ac:chgData name="Ashok Gopalakrishnan" userId="d8b748a0ad7c7b3a" providerId="LiveId" clId="{59FD0868-84F1-432F-883D-B36E85A19EB2}" dt="2026-06-23T03:51:21.948" v="9" actId="478"/>
          <ac:spMkLst>
            <pc:docMk/>
            <pc:sldMk cId="3855974404" sldId="257"/>
            <ac:spMk id="6" creationId="{6C2E1728-42EA-F4E5-331C-BA59CF5450D1}"/>
          </ac:spMkLst>
        </pc:spChg>
        <pc:spChg chg="add mod">
          <ac:chgData name="Ashok Gopalakrishnan" userId="d8b748a0ad7c7b3a" providerId="LiveId" clId="{59FD0868-84F1-432F-883D-B36E85A19EB2}" dt="2026-06-23T03:54:05.772" v="26" actId="1076"/>
          <ac:spMkLst>
            <pc:docMk/>
            <pc:sldMk cId="3855974404" sldId="257"/>
            <ac:spMk id="8" creationId="{B02D3121-FAD5-EDBA-5247-93AC9AE3AA32}"/>
          </ac:spMkLst>
        </pc:spChg>
        <pc:spChg chg="add mod">
          <ac:chgData name="Ashok Gopalakrishnan" userId="d8b748a0ad7c7b3a" providerId="LiveId" clId="{59FD0868-84F1-432F-883D-B36E85A19EB2}" dt="2026-06-23T03:55:30.890" v="41" actId="207"/>
          <ac:spMkLst>
            <pc:docMk/>
            <pc:sldMk cId="3855974404" sldId="257"/>
            <ac:spMk id="10" creationId="{71726E96-A65F-4F5C-C1A2-188523821644}"/>
          </ac:spMkLst>
        </pc:spChg>
        <pc:picChg chg="del">
          <ac:chgData name="Ashok Gopalakrishnan" userId="d8b748a0ad7c7b3a" providerId="LiveId" clId="{59FD0868-84F1-432F-883D-B36E85A19EB2}" dt="2026-06-23T03:51:15.215" v="7" actId="478"/>
          <ac:picMkLst>
            <pc:docMk/>
            <pc:sldMk cId="3855974404" sldId="257"/>
            <ac:picMk id="5" creationId="{4C931597-6741-B4D0-CFD9-EBE8E0473348}"/>
          </ac:picMkLst>
        </pc:picChg>
      </pc:sldChg>
      <pc:sldChg chg="addSp delSp modSp add mod">
        <pc:chgData name="Ashok Gopalakrishnan" userId="d8b748a0ad7c7b3a" providerId="LiveId" clId="{59FD0868-84F1-432F-883D-B36E85A19EB2}" dt="2026-06-23T03:57:34.589" v="60" actId="12"/>
        <pc:sldMkLst>
          <pc:docMk/>
          <pc:sldMk cId="1027534348" sldId="258"/>
        </pc:sldMkLst>
        <pc:spChg chg="add mod">
          <ac:chgData name="Ashok Gopalakrishnan" userId="d8b748a0ad7c7b3a" providerId="LiveId" clId="{59FD0868-84F1-432F-883D-B36E85A19EB2}" dt="2026-06-23T03:57:34.589" v="60" actId="12"/>
          <ac:spMkLst>
            <pc:docMk/>
            <pc:sldMk cId="1027534348" sldId="258"/>
            <ac:spMk id="4" creationId="{E0A902EA-0B6A-11C2-AF94-0F3ABE54639F}"/>
          </ac:spMkLst>
        </pc:spChg>
        <pc:spChg chg="del">
          <ac:chgData name="Ashok Gopalakrishnan" userId="d8b748a0ad7c7b3a" providerId="LiveId" clId="{59FD0868-84F1-432F-883D-B36E85A19EB2}" dt="2026-06-23T03:55:51.835" v="44" actId="478"/>
          <ac:spMkLst>
            <pc:docMk/>
            <pc:sldMk cId="1027534348" sldId="258"/>
            <ac:spMk id="8" creationId="{0A417ED3-1A14-71E9-1FD0-C9EB75E9B1D6}"/>
          </ac:spMkLst>
        </pc:spChg>
        <pc:spChg chg="del">
          <ac:chgData name="Ashok Gopalakrishnan" userId="d8b748a0ad7c7b3a" providerId="LiveId" clId="{59FD0868-84F1-432F-883D-B36E85A19EB2}" dt="2026-06-23T03:55:49.208" v="43" actId="478"/>
          <ac:spMkLst>
            <pc:docMk/>
            <pc:sldMk cId="1027534348" sldId="258"/>
            <ac:spMk id="10" creationId="{D3C1BA3C-6B61-CE7A-AF28-E564542E666F}"/>
          </ac:spMkLst>
        </pc:spChg>
      </pc:sldChg>
      <pc:sldChg chg="addSp delSp modSp add mod">
        <pc:chgData name="Ashok Gopalakrishnan" userId="d8b748a0ad7c7b3a" providerId="LiveId" clId="{59FD0868-84F1-432F-883D-B36E85A19EB2}" dt="2026-06-23T03:59:59.837" v="88" actId="207"/>
        <pc:sldMkLst>
          <pc:docMk/>
          <pc:sldMk cId="334135859" sldId="259"/>
        </pc:sldMkLst>
        <pc:spChg chg="del">
          <ac:chgData name="Ashok Gopalakrishnan" userId="d8b748a0ad7c7b3a" providerId="LiveId" clId="{59FD0868-84F1-432F-883D-B36E85A19EB2}" dt="2026-06-23T03:57:47.744" v="62" actId="478"/>
          <ac:spMkLst>
            <pc:docMk/>
            <pc:sldMk cId="334135859" sldId="259"/>
            <ac:spMk id="4" creationId="{196D1540-A76A-4310-741E-C17F4A1BDCEB}"/>
          </ac:spMkLst>
        </pc:spChg>
        <pc:spChg chg="add mod">
          <ac:chgData name="Ashok Gopalakrishnan" userId="d8b748a0ad7c7b3a" providerId="LiveId" clId="{59FD0868-84F1-432F-883D-B36E85A19EB2}" dt="2026-06-23T03:59:59.837" v="88" actId="207"/>
          <ac:spMkLst>
            <pc:docMk/>
            <pc:sldMk cId="334135859" sldId="259"/>
            <ac:spMk id="5" creationId="{202677EB-091D-296C-2D8B-61AE9623CAE9}"/>
          </ac:spMkLst>
        </pc:spChg>
      </pc:sldChg>
      <pc:sldChg chg="addSp delSp modSp add mod">
        <pc:chgData name="Ashok Gopalakrishnan" userId="d8b748a0ad7c7b3a" providerId="LiveId" clId="{59FD0868-84F1-432F-883D-B36E85A19EB2}" dt="2026-06-23T04:04:35.654" v="109" actId="207"/>
        <pc:sldMkLst>
          <pc:docMk/>
          <pc:sldMk cId="3134381802" sldId="260"/>
        </pc:sldMkLst>
        <pc:spChg chg="add del">
          <ac:chgData name="Ashok Gopalakrishnan" userId="d8b748a0ad7c7b3a" providerId="LiveId" clId="{59FD0868-84F1-432F-883D-B36E85A19EB2}" dt="2026-06-23T04:01:04.095" v="93" actId="478"/>
          <ac:spMkLst>
            <pc:docMk/>
            <pc:sldMk cId="3134381802" sldId="260"/>
            <ac:spMk id="4" creationId="{28ABDB23-999C-A7B1-8607-10244B5F5EEE}"/>
          </ac:spMkLst>
        </pc:spChg>
        <pc:spChg chg="del">
          <ac:chgData name="Ashok Gopalakrishnan" userId="d8b748a0ad7c7b3a" providerId="LiveId" clId="{59FD0868-84F1-432F-883D-B36E85A19EB2}" dt="2026-06-23T04:00:13.115" v="90" actId="478"/>
          <ac:spMkLst>
            <pc:docMk/>
            <pc:sldMk cId="3134381802" sldId="260"/>
            <ac:spMk id="5" creationId="{BAA50B6E-AE3B-FF89-216A-30B27100C965}"/>
          </ac:spMkLst>
        </pc:spChg>
        <pc:spChg chg="add mod">
          <ac:chgData name="Ashok Gopalakrishnan" userId="d8b748a0ad7c7b3a" providerId="LiveId" clId="{59FD0868-84F1-432F-883D-B36E85A19EB2}" dt="2026-06-23T04:04:35.654" v="109" actId="207"/>
          <ac:spMkLst>
            <pc:docMk/>
            <pc:sldMk cId="3134381802" sldId="260"/>
            <ac:spMk id="9" creationId="{A414E734-1B01-0E98-25E2-B71F977CAAF0}"/>
          </ac:spMkLst>
        </pc:spChg>
        <pc:picChg chg="add mod">
          <ac:chgData name="Ashok Gopalakrishnan" userId="d8b748a0ad7c7b3a" providerId="LiveId" clId="{59FD0868-84F1-432F-883D-B36E85A19EB2}" dt="2026-06-23T04:03:34.563" v="101" actId="1076"/>
          <ac:picMkLst>
            <pc:docMk/>
            <pc:sldMk cId="3134381802" sldId="260"/>
            <ac:picMk id="7" creationId="{882BF047-2F36-7844-1709-0D2C7A65B7EF}"/>
          </ac:picMkLst>
        </pc:picChg>
      </pc:sldChg>
      <pc:sldChg chg="addSp delSp modSp add mod">
        <pc:chgData name="Ashok Gopalakrishnan" userId="d8b748a0ad7c7b3a" providerId="LiveId" clId="{59FD0868-84F1-432F-883D-B36E85A19EB2}" dt="2026-06-23T04:09:01.297" v="133" actId="20577"/>
        <pc:sldMkLst>
          <pc:docMk/>
          <pc:sldMk cId="944219855" sldId="261"/>
        </pc:sldMkLst>
        <pc:spChg chg="add mod">
          <ac:chgData name="Ashok Gopalakrishnan" userId="d8b748a0ad7c7b3a" providerId="LiveId" clId="{59FD0868-84F1-432F-883D-B36E85A19EB2}" dt="2026-06-23T04:06:40.135" v="124" actId="1076"/>
          <ac:spMkLst>
            <pc:docMk/>
            <pc:sldMk cId="944219855" sldId="261"/>
            <ac:spMk id="4" creationId="{ED926E5F-664A-8EE1-B6E1-3BF3597377E8}"/>
          </ac:spMkLst>
        </pc:spChg>
        <pc:spChg chg="add mod">
          <ac:chgData name="Ashok Gopalakrishnan" userId="d8b748a0ad7c7b3a" providerId="LiveId" clId="{59FD0868-84F1-432F-883D-B36E85A19EB2}" dt="2026-06-23T04:09:01.297" v="133" actId="20577"/>
          <ac:spMkLst>
            <pc:docMk/>
            <pc:sldMk cId="944219855" sldId="261"/>
            <ac:spMk id="6" creationId="{FE2D94B7-ED12-2CF3-8258-834DC0992457}"/>
          </ac:spMkLst>
        </pc:spChg>
        <pc:spChg chg="del">
          <ac:chgData name="Ashok Gopalakrishnan" userId="d8b748a0ad7c7b3a" providerId="LiveId" clId="{59FD0868-84F1-432F-883D-B36E85A19EB2}" dt="2026-06-23T04:05:51.721" v="111" actId="478"/>
          <ac:spMkLst>
            <pc:docMk/>
            <pc:sldMk cId="944219855" sldId="261"/>
            <ac:spMk id="9" creationId="{17651A36-52B4-3A79-5D18-A413F566CCA7}"/>
          </ac:spMkLst>
        </pc:spChg>
        <pc:picChg chg="del">
          <ac:chgData name="Ashok Gopalakrishnan" userId="d8b748a0ad7c7b3a" providerId="LiveId" clId="{59FD0868-84F1-432F-883D-B36E85A19EB2}" dt="2026-06-23T04:05:53.071" v="112" actId="478"/>
          <ac:picMkLst>
            <pc:docMk/>
            <pc:sldMk cId="944219855" sldId="261"/>
            <ac:picMk id="7" creationId="{0C4160B0-9358-2C2E-3660-EB4432821A04}"/>
          </ac:picMkLst>
        </pc:picChg>
      </pc:sldChg>
      <pc:sldChg chg="addSp delSp modSp add mod">
        <pc:chgData name="Ashok Gopalakrishnan" userId="d8b748a0ad7c7b3a" providerId="LiveId" clId="{59FD0868-84F1-432F-883D-B36E85A19EB2}" dt="2026-06-23T05:26:24.272" v="157" actId="207"/>
        <pc:sldMkLst>
          <pc:docMk/>
          <pc:sldMk cId="3239653585" sldId="262"/>
        </pc:sldMkLst>
        <pc:spChg chg="del">
          <ac:chgData name="Ashok Gopalakrishnan" userId="d8b748a0ad7c7b3a" providerId="LiveId" clId="{59FD0868-84F1-432F-883D-B36E85A19EB2}" dt="2026-06-23T04:09:26.853" v="135" actId="478"/>
          <ac:spMkLst>
            <pc:docMk/>
            <pc:sldMk cId="3239653585" sldId="262"/>
            <ac:spMk id="4" creationId="{E98FC99B-0ED6-3F0C-88A8-F4DC68679ECD}"/>
          </ac:spMkLst>
        </pc:spChg>
        <pc:spChg chg="add mod">
          <ac:chgData name="Ashok Gopalakrishnan" userId="d8b748a0ad7c7b3a" providerId="LiveId" clId="{59FD0868-84F1-432F-883D-B36E85A19EB2}" dt="2026-06-23T05:25:54.832" v="153" actId="1076"/>
          <ac:spMkLst>
            <pc:docMk/>
            <pc:sldMk cId="3239653585" sldId="262"/>
            <ac:spMk id="5" creationId="{BF35EFC8-1A65-1308-FB52-7F7A394D2F6E}"/>
          </ac:spMkLst>
        </pc:spChg>
        <pc:spChg chg="del">
          <ac:chgData name="Ashok Gopalakrishnan" userId="d8b748a0ad7c7b3a" providerId="LiveId" clId="{59FD0868-84F1-432F-883D-B36E85A19EB2}" dt="2026-06-23T04:09:29.734" v="136" actId="478"/>
          <ac:spMkLst>
            <pc:docMk/>
            <pc:sldMk cId="3239653585" sldId="262"/>
            <ac:spMk id="6" creationId="{A457F557-A425-921F-7A25-D9E9904C440C}"/>
          </ac:spMkLst>
        </pc:spChg>
        <pc:spChg chg="add mod">
          <ac:chgData name="Ashok Gopalakrishnan" userId="d8b748a0ad7c7b3a" providerId="LiveId" clId="{59FD0868-84F1-432F-883D-B36E85A19EB2}" dt="2026-06-23T05:26:24.272" v="157" actId="207"/>
          <ac:spMkLst>
            <pc:docMk/>
            <pc:sldMk cId="3239653585" sldId="262"/>
            <ac:spMk id="8" creationId="{9B8E78E6-BE89-BFB1-C4D0-4860AB1F3432}"/>
          </ac:spMkLst>
        </pc:spChg>
      </pc:sldChg>
      <pc:sldChg chg="addSp delSp modSp add mod">
        <pc:chgData name="Ashok Gopalakrishnan" userId="d8b748a0ad7c7b3a" providerId="LiveId" clId="{59FD0868-84F1-432F-883D-B36E85A19EB2}" dt="2026-06-23T05:29:24.018" v="174" actId="207"/>
        <pc:sldMkLst>
          <pc:docMk/>
          <pc:sldMk cId="2096087405" sldId="263"/>
        </pc:sldMkLst>
        <pc:spChg chg="add mod">
          <ac:chgData name="Ashok Gopalakrishnan" userId="d8b748a0ad7c7b3a" providerId="LiveId" clId="{59FD0868-84F1-432F-883D-B36E85A19EB2}" dt="2026-06-23T05:28:49.965" v="169" actId="1076"/>
          <ac:spMkLst>
            <pc:docMk/>
            <pc:sldMk cId="2096087405" sldId="263"/>
            <ac:spMk id="4" creationId="{6A876ED1-EC08-AB20-2EDE-C3535CF565C3}"/>
          </ac:spMkLst>
        </pc:spChg>
        <pc:spChg chg="del mod">
          <ac:chgData name="Ashok Gopalakrishnan" userId="d8b748a0ad7c7b3a" providerId="LiveId" clId="{59FD0868-84F1-432F-883D-B36E85A19EB2}" dt="2026-06-23T05:24:13.570" v="145" actId="478"/>
          <ac:spMkLst>
            <pc:docMk/>
            <pc:sldMk cId="2096087405" sldId="263"/>
            <ac:spMk id="5" creationId="{AC5B7843-3BA9-47D6-EFC3-7A6D0ED0E08D}"/>
          </ac:spMkLst>
        </pc:spChg>
        <pc:graphicFrameChg chg="add mod modGraphic">
          <ac:chgData name="Ashok Gopalakrishnan" userId="d8b748a0ad7c7b3a" providerId="LiveId" clId="{59FD0868-84F1-432F-883D-B36E85A19EB2}" dt="2026-06-23T05:29:24.018" v="174" actId="207"/>
          <ac:graphicFrameMkLst>
            <pc:docMk/>
            <pc:sldMk cId="2096087405" sldId="263"/>
            <ac:graphicFrameMk id="6" creationId="{42D914A8-95AD-86F2-B66B-34442F2C4123}"/>
          </ac:graphicFrameMkLst>
        </pc:graphicFrameChg>
      </pc:sldChg>
      <pc:sldChg chg="addSp delSp modSp add del mod">
        <pc:chgData name="Ashok Gopalakrishnan" userId="d8b748a0ad7c7b3a" providerId="LiveId" clId="{59FD0868-84F1-432F-883D-B36E85A19EB2}" dt="2026-06-23T06:25:35.342" v="451" actId="47"/>
        <pc:sldMkLst>
          <pc:docMk/>
          <pc:sldMk cId="4263685448" sldId="264"/>
        </pc:sldMkLst>
        <pc:spChg chg="del">
          <ac:chgData name="Ashok Gopalakrishnan" userId="d8b748a0ad7c7b3a" providerId="LiveId" clId="{59FD0868-84F1-432F-883D-B36E85A19EB2}" dt="2026-06-23T05:29:43.524" v="177" actId="478"/>
          <ac:spMkLst>
            <pc:docMk/>
            <pc:sldMk cId="4263685448" sldId="264"/>
            <ac:spMk id="4" creationId="{49982FC3-0D30-080F-8E8B-BB7672C1BB24}"/>
          </ac:spMkLst>
        </pc:spChg>
        <pc:spChg chg="add mod">
          <ac:chgData name="Ashok Gopalakrishnan" userId="d8b748a0ad7c7b3a" providerId="LiveId" clId="{59FD0868-84F1-432F-883D-B36E85A19EB2}" dt="2026-06-23T05:48:28.860" v="242" actId="2711"/>
          <ac:spMkLst>
            <pc:docMk/>
            <pc:sldMk cId="4263685448" sldId="264"/>
            <ac:spMk id="5" creationId="{ABFE6142-CE6A-EB35-2D39-F92ADC4FAEF1}"/>
          </ac:spMkLst>
        </pc:spChg>
        <pc:spChg chg="add mod">
          <ac:chgData name="Ashok Gopalakrishnan" userId="d8b748a0ad7c7b3a" providerId="LiveId" clId="{59FD0868-84F1-432F-883D-B36E85A19EB2}" dt="2026-06-23T05:51:19.476" v="381" actId="122"/>
          <ac:spMkLst>
            <pc:docMk/>
            <pc:sldMk cId="4263685448" sldId="264"/>
            <ac:spMk id="7" creationId="{93BD72A5-C572-3B35-3DC8-324818CCA5AB}"/>
          </ac:spMkLst>
        </pc:spChg>
        <pc:graphicFrameChg chg="del">
          <ac:chgData name="Ashok Gopalakrishnan" userId="d8b748a0ad7c7b3a" providerId="LiveId" clId="{59FD0868-84F1-432F-883D-B36E85A19EB2}" dt="2026-06-23T05:29:41.345" v="176" actId="478"/>
          <ac:graphicFrameMkLst>
            <pc:docMk/>
            <pc:sldMk cId="4263685448" sldId="264"/>
            <ac:graphicFrameMk id="6" creationId="{C26F4A7C-8CE1-A995-D3B2-B063ED7CF676}"/>
          </ac:graphicFrameMkLst>
        </pc:graphicFrameChg>
      </pc:sldChg>
      <pc:sldChg chg="addSp modSp add mod">
        <pc:chgData name="Ashok Gopalakrishnan" userId="d8b748a0ad7c7b3a" providerId="LiveId" clId="{59FD0868-84F1-432F-883D-B36E85A19EB2}" dt="2026-06-23T05:53:49.415" v="386" actId="14100"/>
        <pc:sldMkLst>
          <pc:docMk/>
          <pc:sldMk cId="1154366447" sldId="265"/>
        </pc:sldMkLst>
        <pc:picChg chg="add mod">
          <ac:chgData name="Ashok Gopalakrishnan" userId="d8b748a0ad7c7b3a" providerId="LiveId" clId="{59FD0868-84F1-432F-883D-B36E85A19EB2}" dt="2026-06-23T05:53:49.415" v="386" actId="14100"/>
          <ac:picMkLst>
            <pc:docMk/>
            <pc:sldMk cId="1154366447" sldId="265"/>
            <ac:picMk id="4" creationId="{7647C87B-E1A0-0F75-FF26-F890CB50F69E}"/>
          </ac:picMkLst>
        </pc:picChg>
      </pc:sldChg>
      <pc:sldChg chg="addSp delSp modSp add mod">
        <pc:chgData name="Ashok Gopalakrishnan" userId="d8b748a0ad7c7b3a" providerId="LiveId" clId="{59FD0868-84F1-432F-883D-B36E85A19EB2}" dt="2026-06-23T05:36:51.721" v="205" actId="1076"/>
        <pc:sldMkLst>
          <pc:docMk/>
          <pc:sldMk cId="4008380535" sldId="266"/>
        </pc:sldMkLst>
        <pc:spChg chg="del">
          <ac:chgData name="Ashok Gopalakrishnan" userId="d8b748a0ad7c7b3a" providerId="LiveId" clId="{59FD0868-84F1-432F-883D-B36E85A19EB2}" dt="2026-06-23T05:33:44.378" v="181" actId="478"/>
          <ac:spMkLst>
            <pc:docMk/>
            <pc:sldMk cId="4008380535" sldId="266"/>
            <ac:spMk id="3" creationId="{ACFD82D5-47A6-877B-70B3-2AA13120B09A}"/>
          </ac:spMkLst>
        </pc:spChg>
        <pc:spChg chg="add del mod">
          <ac:chgData name="Ashok Gopalakrishnan" userId="d8b748a0ad7c7b3a" providerId="LiveId" clId="{59FD0868-84F1-432F-883D-B36E85A19EB2}" dt="2026-06-23T05:33:47.944" v="182" actId="478"/>
          <ac:spMkLst>
            <pc:docMk/>
            <pc:sldMk cId="4008380535" sldId="266"/>
            <ac:spMk id="6" creationId="{A03FA120-CAC3-1F7B-E44A-428525BFC659}"/>
          </ac:spMkLst>
        </pc:spChg>
        <pc:spChg chg="add mod">
          <ac:chgData name="Ashok Gopalakrishnan" userId="d8b748a0ad7c7b3a" providerId="LiveId" clId="{59FD0868-84F1-432F-883D-B36E85A19EB2}" dt="2026-06-23T05:36:37.527" v="204" actId="1076"/>
          <ac:spMkLst>
            <pc:docMk/>
            <pc:sldMk cId="4008380535" sldId="266"/>
            <ac:spMk id="8" creationId="{B44F2108-F3CC-5A8D-036E-B58976957D20}"/>
          </ac:spMkLst>
        </pc:spChg>
        <pc:spChg chg="add mod">
          <ac:chgData name="Ashok Gopalakrishnan" userId="d8b748a0ad7c7b3a" providerId="LiveId" clId="{59FD0868-84F1-432F-883D-B36E85A19EB2}" dt="2026-06-23T05:36:51.721" v="205" actId="1076"/>
          <ac:spMkLst>
            <pc:docMk/>
            <pc:sldMk cId="4008380535" sldId="266"/>
            <ac:spMk id="10" creationId="{DCF552C4-2158-6098-7320-0B96E03E9ECA}"/>
          </ac:spMkLst>
        </pc:spChg>
        <pc:spChg chg="add mod">
          <ac:chgData name="Ashok Gopalakrishnan" userId="d8b748a0ad7c7b3a" providerId="LiveId" clId="{59FD0868-84F1-432F-883D-B36E85A19EB2}" dt="2026-06-23T05:36:27.063" v="203" actId="123"/>
          <ac:spMkLst>
            <pc:docMk/>
            <pc:sldMk cId="4008380535" sldId="266"/>
            <ac:spMk id="12" creationId="{8FA491C1-A725-1AAD-5A21-8D1F6FE06534}"/>
          </ac:spMkLst>
        </pc:spChg>
        <pc:picChg chg="del">
          <ac:chgData name="Ashok Gopalakrishnan" userId="d8b748a0ad7c7b3a" providerId="LiveId" clId="{59FD0868-84F1-432F-883D-B36E85A19EB2}" dt="2026-06-23T05:33:40.524" v="180" actId="478"/>
          <ac:picMkLst>
            <pc:docMk/>
            <pc:sldMk cId="4008380535" sldId="266"/>
            <ac:picMk id="5" creationId="{6BA7146C-6ACA-4493-D56D-FDE36DD0B8C9}"/>
          </ac:picMkLst>
        </pc:picChg>
      </pc:sldChg>
      <pc:sldChg chg="addSp delSp modSp add mod">
        <pc:chgData name="Ashok Gopalakrishnan" userId="d8b748a0ad7c7b3a" providerId="LiveId" clId="{59FD0868-84F1-432F-883D-B36E85A19EB2}" dt="2026-06-23T05:42:49.395" v="226" actId="14100"/>
        <pc:sldMkLst>
          <pc:docMk/>
          <pc:sldMk cId="3661910901" sldId="267"/>
        </pc:sldMkLst>
        <pc:spChg chg="add mod">
          <ac:chgData name="Ashok Gopalakrishnan" userId="d8b748a0ad7c7b3a" providerId="LiveId" clId="{59FD0868-84F1-432F-883D-B36E85A19EB2}" dt="2026-06-23T05:42:37.762" v="224" actId="14100"/>
          <ac:spMkLst>
            <pc:docMk/>
            <pc:sldMk cId="3661910901" sldId="267"/>
            <ac:spMk id="4" creationId="{D113B624-86C5-F1CD-9713-E27B464657A9}"/>
          </ac:spMkLst>
        </pc:spChg>
        <pc:spChg chg="del">
          <ac:chgData name="Ashok Gopalakrishnan" userId="d8b748a0ad7c7b3a" providerId="LiveId" clId="{59FD0868-84F1-432F-883D-B36E85A19EB2}" dt="2026-06-23T05:37:32.568" v="207" actId="478"/>
          <ac:spMkLst>
            <pc:docMk/>
            <pc:sldMk cId="3661910901" sldId="267"/>
            <ac:spMk id="8" creationId="{3CE99FB4-C2E0-F4EF-5265-AB2E5532B726}"/>
          </ac:spMkLst>
        </pc:spChg>
        <pc:spChg chg="del">
          <ac:chgData name="Ashok Gopalakrishnan" userId="d8b748a0ad7c7b3a" providerId="LiveId" clId="{59FD0868-84F1-432F-883D-B36E85A19EB2}" dt="2026-06-23T05:37:35.165" v="208" actId="478"/>
          <ac:spMkLst>
            <pc:docMk/>
            <pc:sldMk cId="3661910901" sldId="267"/>
            <ac:spMk id="10" creationId="{55D1703A-9FDC-5016-BD5E-BC484081DD2D}"/>
          </ac:spMkLst>
        </pc:spChg>
        <pc:spChg chg="del">
          <ac:chgData name="Ashok Gopalakrishnan" userId="d8b748a0ad7c7b3a" providerId="LiveId" clId="{59FD0868-84F1-432F-883D-B36E85A19EB2}" dt="2026-06-23T05:37:37.693" v="209" actId="478"/>
          <ac:spMkLst>
            <pc:docMk/>
            <pc:sldMk cId="3661910901" sldId="267"/>
            <ac:spMk id="12" creationId="{9AB1E5F6-84EE-7739-2D65-036BFCCFC8B0}"/>
          </ac:spMkLst>
        </pc:spChg>
        <pc:picChg chg="add mod">
          <ac:chgData name="Ashok Gopalakrishnan" userId="d8b748a0ad7c7b3a" providerId="LiveId" clId="{59FD0868-84F1-432F-883D-B36E85A19EB2}" dt="2026-06-23T05:42:49.395" v="226" actId="14100"/>
          <ac:picMkLst>
            <pc:docMk/>
            <pc:sldMk cId="3661910901" sldId="267"/>
            <ac:picMk id="6" creationId="{1496B354-D2AC-B284-2B1A-49AA606EE32E}"/>
          </ac:picMkLst>
        </pc:picChg>
      </pc:sldChg>
      <pc:sldChg chg="addSp delSp modSp add mod">
        <pc:chgData name="Ashok Gopalakrishnan" userId="d8b748a0ad7c7b3a" providerId="LiveId" clId="{59FD0868-84F1-432F-883D-B36E85A19EB2}" dt="2026-06-23T06:25:07.350" v="450" actId="1076"/>
        <pc:sldMkLst>
          <pc:docMk/>
          <pc:sldMk cId="472217916" sldId="268"/>
        </pc:sldMkLst>
        <pc:spChg chg="del">
          <ac:chgData name="Ashok Gopalakrishnan" userId="d8b748a0ad7c7b3a" providerId="LiveId" clId="{59FD0868-84F1-432F-883D-B36E85A19EB2}" dt="2026-06-23T06:22:07.591" v="410" actId="478"/>
          <ac:spMkLst>
            <pc:docMk/>
            <pc:sldMk cId="472217916" sldId="268"/>
            <ac:spMk id="2" creationId="{BA667F38-8924-FF62-DC59-1530F4665DC5}"/>
          </ac:spMkLst>
        </pc:spChg>
        <pc:spChg chg="add mod">
          <ac:chgData name="Ashok Gopalakrishnan" userId="d8b748a0ad7c7b3a" providerId="LiveId" clId="{59FD0868-84F1-432F-883D-B36E85A19EB2}" dt="2026-06-23T06:22:16.184" v="412" actId="1076"/>
          <ac:spMkLst>
            <pc:docMk/>
            <pc:sldMk cId="472217916" sldId="268"/>
            <ac:spMk id="5" creationId="{47B6C92F-1912-8F9F-169F-865D52183404}"/>
          </ac:spMkLst>
        </pc:spChg>
        <pc:spChg chg="add mod">
          <ac:chgData name="Ashok Gopalakrishnan" userId="d8b748a0ad7c7b3a" providerId="LiveId" clId="{59FD0868-84F1-432F-883D-B36E85A19EB2}" dt="2026-06-23T06:25:07.350" v="450" actId="1076"/>
          <ac:spMkLst>
            <pc:docMk/>
            <pc:sldMk cId="472217916" sldId="268"/>
            <ac:spMk id="7" creationId="{973E4FBD-D2B9-7D61-F9BB-AC1C4B3092BA}"/>
          </ac:spMkLst>
        </pc:spChg>
        <pc:spChg chg="add del mod">
          <ac:chgData name="Ashok Gopalakrishnan" userId="d8b748a0ad7c7b3a" providerId="LiveId" clId="{59FD0868-84F1-432F-883D-B36E85A19EB2}" dt="2026-06-23T06:22:11.501" v="411" actId="478"/>
          <ac:spMkLst>
            <pc:docMk/>
            <pc:sldMk cId="472217916" sldId="268"/>
            <ac:spMk id="9" creationId="{A3F47701-BA42-3AAC-D5AB-F741B3E71C8C}"/>
          </ac:spMkLst>
        </pc:spChg>
        <pc:picChg chg="del">
          <ac:chgData name="Ashok Gopalakrishnan" userId="d8b748a0ad7c7b3a" providerId="LiveId" clId="{59FD0868-84F1-432F-883D-B36E85A19EB2}" dt="2026-06-23T05:54:43.545" v="388" actId="478"/>
          <ac:picMkLst>
            <pc:docMk/>
            <pc:sldMk cId="472217916" sldId="268"/>
            <ac:picMk id="4" creationId="{8CD55691-8E23-2438-C745-F599209EF121}"/>
          </ac:picMkLst>
        </pc:picChg>
      </pc:sldChg>
      <pc:sldChg chg="addSp delSp modSp add mod">
        <pc:chgData name="Ashok Gopalakrishnan" userId="d8b748a0ad7c7b3a" providerId="LiveId" clId="{59FD0868-84F1-432F-883D-B36E85A19EB2}" dt="2026-06-23T07:03:45.632" v="675" actId="1076"/>
        <pc:sldMkLst>
          <pc:docMk/>
          <pc:sldMk cId="3275003987" sldId="269"/>
        </pc:sldMkLst>
        <pc:spChg chg="add mod">
          <ac:chgData name="Ashok Gopalakrishnan" userId="d8b748a0ad7c7b3a" providerId="LiveId" clId="{59FD0868-84F1-432F-883D-B36E85A19EB2}" dt="2026-06-23T07:03:45.632" v="675" actId="1076"/>
          <ac:spMkLst>
            <pc:docMk/>
            <pc:sldMk cId="3275003987" sldId="269"/>
            <ac:spMk id="3" creationId="{C9CDF2E5-EC07-9BEC-5755-DE76932E0216}"/>
          </ac:spMkLst>
        </pc:spChg>
        <pc:spChg chg="del">
          <ac:chgData name="Ashok Gopalakrishnan" userId="d8b748a0ad7c7b3a" providerId="LiveId" clId="{59FD0868-84F1-432F-883D-B36E85A19EB2}" dt="2026-06-23T06:26:28.276" v="456" actId="478"/>
          <ac:spMkLst>
            <pc:docMk/>
            <pc:sldMk cId="3275003987" sldId="269"/>
            <ac:spMk id="5" creationId="{76C742BF-9127-C81B-30E9-A8F4603A0499}"/>
          </ac:spMkLst>
        </pc:spChg>
        <pc:spChg chg="del">
          <ac:chgData name="Ashok Gopalakrishnan" userId="d8b748a0ad7c7b3a" providerId="LiveId" clId="{59FD0868-84F1-432F-883D-B36E85A19EB2}" dt="2026-06-23T06:26:22.510" v="455" actId="478"/>
          <ac:spMkLst>
            <pc:docMk/>
            <pc:sldMk cId="3275003987" sldId="269"/>
            <ac:spMk id="7" creationId="{8A4C5676-C4BD-1E29-3553-92920730B2B4}"/>
          </ac:spMkLst>
        </pc:spChg>
      </pc:sldChg>
      <pc:sldChg chg="add del">
        <pc:chgData name="Ashok Gopalakrishnan" userId="d8b748a0ad7c7b3a" providerId="LiveId" clId="{59FD0868-84F1-432F-883D-B36E85A19EB2}" dt="2026-06-23T06:26:07.191" v="453" actId="47"/>
        <pc:sldMkLst>
          <pc:docMk/>
          <pc:sldMk cId="3633858461" sldId="269"/>
        </pc:sldMkLst>
      </pc:sldChg>
      <pc:sldChg chg="addSp delSp modSp add mod ord">
        <pc:chgData name="Ashok Gopalakrishnan" userId="d8b748a0ad7c7b3a" providerId="LiveId" clId="{59FD0868-84F1-432F-883D-B36E85A19EB2}" dt="2026-06-23T07:41:29.661" v="877"/>
        <pc:sldMkLst>
          <pc:docMk/>
          <pc:sldMk cId="1875067951" sldId="270"/>
        </pc:sldMkLst>
        <pc:spChg chg="del">
          <ac:chgData name="Ashok Gopalakrishnan" userId="d8b748a0ad7c7b3a" providerId="LiveId" clId="{59FD0868-84F1-432F-883D-B36E85A19EB2}" dt="2026-06-23T06:28:17.493" v="458" actId="478"/>
          <ac:spMkLst>
            <pc:docMk/>
            <pc:sldMk cId="1875067951" sldId="270"/>
            <ac:spMk id="8" creationId="{E8A0715D-1514-7014-6B6B-5FD336E54A60}"/>
          </ac:spMkLst>
        </pc:spChg>
        <pc:spChg chg="del">
          <ac:chgData name="Ashok Gopalakrishnan" userId="d8b748a0ad7c7b3a" providerId="LiveId" clId="{59FD0868-84F1-432F-883D-B36E85A19EB2}" dt="2026-06-23T06:28:19.525" v="459" actId="478"/>
          <ac:spMkLst>
            <pc:docMk/>
            <pc:sldMk cId="1875067951" sldId="270"/>
            <ac:spMk id="10" creationId="{18E58F23-675C-4832-5B06-03E8AC511AC3}"/>
          </ac:spMkLst>
        </pc:spChg>
        <pc:spChg chg="del">
          <ac:chgData name="Ashok Gopalakrishnan" userId="d8b748a0ad7c7b3a" providerId="LiveId" clId="{59FD0868-84F1-432F-883D-B36E85A19EB2}" dt="2026-06-23T06:28:22.078" v="460" actId="478"/>
          <ac:spMkLst>
            <pc:docMk/>
            <pc:sldMk cId="1875067951" sldId="270"/>
            <ac:spMk id="12" creationId="{7C38B9A0-85C5-BDA0-E9C2-CBAD0B8E9937}"/>
          </ac:spMkLst>
        </pc:spChg>
        <pc:picChg chg="add mod">
          <ac:chgData name="Ashok Gopalakrishnan" userId="d8b748a0ad7c7b3a" providerId="LiveId" clId="{59FD0868-84F1-432F-883D-B36E85A19EB2}" dt="2026-06-23T06:28:50.103" v="464" actId="14100"/>
          <ac:picMkLst>
            <pc:docMk/>
            <pc:sldMk cId="1875067951" sldId="270"/>
            <ac:picMk id="4" creationId="{6FD94E85-0F9E-61B0-02AF-23240C4F842B}"/>
          </ac:picMkLst>
        </pc:picChg>
      </pc:sldChg>
      <pc:sldChg chg="addSp delSp modSp add mod">
        <pc:chgData name="Ashok Gopalakrishnan" userId="d8b748a0ad7c7b3a" providerId="LiveId" clId="{59FD0868-84F1-432F-883D-B36E85A19EB2}" dt="2026-06-23T06:34:20.272" v="534" actId="14100"/>
        <pc:sldMkLst>
          <pc:docMk/>
          <pc:sldMk cId="3207046565" sldId="271"/>
        </pc:sldMkLst>
        <pc:spChg chg="add mod">
          <ac:chgData name="Ashok Gopalakrishnan" userId="d8b748a0ad7c7b3a" providerId="LiveId" clId="{59FD0868-84F1-432F-883D-B36E85A19EB2}" dt="2026-06-23T06:31:13.706" v="513" actId="122"/>
          <ac:spMkLst>
            <pc:docMk/>
            <pc:sldMk cId="3207046565" sldId="271"/>
            <ac:spMk id="3" creationId="{EA95C637-527C-66A2-BAA9-2B75F9474000}"/>
          </ac:spMkLst>
        </pc:spChg>
        <pc:spChg chg="del">
          <ac:chgData name="Ashok Gopalakrishnan" userId="d8b748a0ad7c7b3a" providerId="LiveId" clId="{59FD0868-84F1-432F-883D-B36E85A19EB2}" dt="2026-06-23T06:29:55.802" v="467" actId="478"/>
          <ac:spMkLst>
            <pc:docMk/>
            <pc:sldMk cId="3207046565" sldId="271"/>
            <ac:spMk id="5" creationId="{4E5B6F5F-D42A-46F4-1FD6-44693E728C31}"/>
          </ac:spMkLst>
        </pc:spChg>
        <pc:spChg chg="add mod">
          <ac:chgData name="Ashok Gopalakrishnan" userId="d8b748a0ad7c7b3a" providerId="LiveId" clId="{59FD0868-84F1-432F-883D-B36E85A19EB2}" dt="2026-06-23T06:34:12.378" v="532" actId="1076"/>
          <ac:spMkLst>
            <pc:docMk/>
            <pc:sldMk cId="3207046565" sldId="271"/>
            <ac:spMk id="6" creationId="{8C4328CD-CFEA-5C83-A3CD-8DE3384B852C}"/>
          </ac:spMkLst>
        </pc:spChg>
        <pc:spChg chg="del">
          <ac:chgData name="Ashok Gopalakrishnan" userId="d8b748a0ad7c7b3a" providerId="LiveId" clId="{59FD0868-84F1-432F-883D-B36E85A19EB2}" dt="2026-06-23T06:29:52.604" v="466" actId="478"/>
          <ac:spMkLst>
            <pc:docMk/>
            <pc:sldMk cId="3207046565" sldId="271"/>
            <ac:spMk id="7" creationId="{AAF73A1F-A66B-ECE6-87ED-5ABC5C9ABF58}"/>
          </ac:spMkLst>
        </pc:spChg>
        <pc:spChg chg="add mod">
          <ac:chgData name="Ashok Gopalakrishnan" userId="d8b748a0ad7c7b3a" providerId="LiveId" clId="{59FD0868-84F1-432F-883D-B36E85A19EB2}" dt="2026-06-23T06:34:20.272" v="534" actId="14100"/>
          <ac:spMkLst>
            <pc:docMk/>
            <pc:sldMk cId="3207046565" sldId="271"/>
            <ac:spMk id="9" creationId="{CEE274F0-A126-9F60-B07E-F1D4F86CCCD9}"/>
          </ac:spMkLst>
        </pc:spChg>
      </pc:sldChg>
      <pc:sldChg chg="addSp delSp modSp add mod">
        <pc:chgData name="Ashok Gopalakrishnan" userId="d8b748a0ad7c7b3a" providerId="LiveId" clId="{59FD0868-84F1-432F-883D-B36E85A19EB2}" dt="2026-06-23T06:36:41.646" v="559" actId="1076"/>
        <pc:sldMkLst>
          <pc:docMk/>
          <pc:sldMk cId="3142997075" sldId="272"/>
        </pc:sldMkLst>
        <pc:spChg chg="del">
          <ac:chgData name="Ashok Gopalakrishnan" userId="d8b748a0ad7c7b3a" providerId="LiveId" clId="{59FD0868-84F1-432F-883D-B36E85A19EB2}" dt="2026-06-23T06:34:53.726" v="538" actId="478"/>
          <ac:spMkLst>
            <pc:docMk/>
            <pc:sldMk cId="3142997075" sldId="272"/>
            <ac:spMk id="3" creationId="{E796BABF-40A3-6632-5F6A-30254C460AB9}"/>
          </ac:spMkLst>
        </pc:spChg>
        <pc:spChg chg="add mod">
          <ac:chgData name="Ashok Gopalakrishnan" userId="d8b748a0ad7c7b3a" providerId="LiveId" clId="{59FD0868-84F1-432F-883D-B36E85A19EB2}" dt="2026-06-23T06:36:16.968" v="556" actId="12"/>
          <ac:spMkLst>
            <pc:docMk/>
            <pc:sldMk cId="3142997075" sldId="272"/>
            <ac:spMk id="4" creationId="{1EA696FB-AB8C-9CA2-8004-7FE5000A9AF0}"/>
          </ac:spMkLst>
        </pc:spChg>
        <pc:spChg chg="del">
          <ac:chgData name="Ashok Gopalakrishnan" userId="d8b748a0ad7c7b3a" providerId="LiveId" clId="{59FD0868-84F1-432F-883D-B36E85A19EB2}" dt="2026-06-23T06:34:51.748" v="537" actId="478"/>
          <ac:spMkLst>
            <pc:docMk/>
            <pc:sldMk cId="3142997075" sldId="272"/>
            <ac:spMk id="6" creationId="{EB53EE87-6310-5D45-994E-CF3F22565F6A}"/>
          </ac:spMkLst>
        </pc:spChg>
        <pc:spChg chg="add mod">
          <ac:chgData name="Ashok Gopalakrishnan" userId="d8b748a0ad7c7b3a" providerId="LiveId" clId="{59FD0868-84F1-432F-883D-B36E85A19EB2}" dt="2026-06-23T06:36:41.646" v="559" actId="1076"/>
          <ac:spMkLst>
            <pc:docMk/>
            <pc:sldMk cId="3142997075" sldId="272"/>
            <ac:spMk id="7" creationId="{4715BC9E-5002-65EC-56FC-0A2D5F64974B}"/>
          </ac:spMkLst>
        </pc:spChg>
        <pc:spChg chg="del">
          <ac:chgData name="Ashok Gopalakrishnan" userId="d8b748a0ad7c7b3a" providerId="LiveId" clId="{59FD0868-84F1-432F-883D-B36E85A19EB2}" dt="2026-06-23T06:34:49.382" v="536" actId="478"/>
          <ac:spMkLst>
            <pc:docMk/>
            <pc:sldMk cId="3142997075" sldId="272"/>
            <ac:spMk id="9" creationId="{0EC39F1B-1A89-8202-FBBD-8657DE18C369}"/>
          </ac:spMkLst>
        </pc:spChg>
      </pc:sldChg>
      <pc:sldChg chg="addSp delSp modSp add mod">
        <pc:chgData name="Ashok Gopalakrishnan" userId="d8b748a0ad7c7b3a" providerId="LiveId" clId="{59FD0868-84F1-432F-883D-B36E85A19EB2}" dt="2026-06-23T06:39:44.997" v="586" actId="1076"/>
        <pc:sldMkLst>
          <pc:docMk/>
          <pc:sldMk cId="2653895166" sldId="273"/>
        </pc:sldMkLst>
        <pc:spChg chg="add mod">
          <ac:chgData name="Ashok Gopalakrishnan" userId="d8b748a0ad7c7b3a" providerId="LiveId" clId="{59FD0868-84F1-432F-883D-B36E85A19EB2}" dt="2026-06-23T06:38:15.240" v="576" actId="12"/>
          <ac:spMkLst>
            <pc:docMk/>
            <pc:sldMk cId="2653895166" sldId="273"/>
            <ac:spMk id="3" creationId="{AE068AEC-40EC-F453-847E-DAA99CE14D61}"/>
          </ac:spMkLst>
        </pc:spChg>
        <pc:spChg chg="del">
          <ac:chgData name="Ashok Gopalakrishnan" userId="d8b748a0ad7c7b3a" providerId="LiveId" clId="{59FD0868-84F1-432F-883D-B36E85A19EB2}" dt="2026-06-23T06:36:56.882" v="561" actId="478"/>
          <ac:spMkLst>
            <pc:docMk/>
            <pc:sldMk cId="2653895166" sldId="273"/>
            <ac:spMk id="4" creationId="{449E0135-E69A-CD9D-06AF-FA9E92BF7FE7}"/>
          </ac:spMkLst>
        </pc:spChg>
        <pc:spChg chg="add mod">
          <ac:chgData name="Ashok Gopalakrishnan" userId="d8b748a0ad7c7b3a" providerId="LiveId" clId="{59FD0868-84F1-432F-883D-B36E85A19EB2}" dt="2026-06-23T06:39:18.426" v="583" actId="1076"/>
          <ac:spMkLst>
            <pc:docMk/>
            <pc:sldMk cId="2653895166" sldId="273"/>
            <ac:spMk id="6" creationId="{DEEF9192-4007-EC47-D54D-D68A064CC613}"/>
          </ac:spMkLst>
        </pc:spChg>
        <pc:spChg chg="del">
          <ac:chgData name="Ashok Gopalakrishnan" userId="d8b748a0ad7c7b3a" providerId="LiveId" clId="{59FD0868-84F1-432F-883D-B36E85A19EB2}" dt="2026-06-23T06:36:59.707" v="562" actId="478"/>
          <ac:spMkLst>
            <pc:docMk/>
            <pc:sldMk cId="2653895166" sldId="273"/>
            <ac:spMk id="7" creationId="{701347F4-D937-FEE5-DFCA-5209E2677863}"/>
          </ac:spMkLst>
        </pc:spChg>
        <pc:spChg chg="add mod">
          <ac:chgData name="Ashok Gopalakrishnan" userId="d8b748a0ad7c7b3a" providerId="LiveId" clId="{59FD0868-84F1-432F-883D-B36E85A19EB2}" dt="2026-06-23T06:39:24.130" v="584" actId="1076"/>
          <ac:spMkLst>
            <pc:docMk/>
            <pc:sldMk cId="2653895166" sldId="273"/>
            <ac:spMk id="9" creationId="{D79D1D24-B582-136C-1096-5D7D86919D25}"/>
          </ac:spMkLst>
        </pc:spChg>
        <pc:spChg chg="add mod">
          <ac:chgData name="Ashok Gopalakrishnan" userId="d8b748a0ad7c7b3a" providerId="LiveId" clId="{59FD0868-84F1-432F-883D-B36E85A19EB2}" dt="2026-06-23T06:39:44.997" v="586" actId="1076"/>
          <ac:spMkLst>
            <pc:docMk/>
            <pc:sldMk cId="2653895166" sldId="273"/>
            <ac:spMk id="11" creationId="{B3A8E88F-2ABB-31F1-B4F4-32D61315F3F9}"/>
          </ac:spMkLst>
        </pc:spChg>
      </pc:sldChg>
      <pc:sldChg chg="addSp delSp modSp add mod">
        <pc:chgData name="Ashok Gopalakrishnan" userId="d8b748a0ad7c7b3a" providerId="LiveId" clId="{59FD0868-84F1-432F-883D-B36E85A19EB2}" dt="2026-06-23T06:56:12.539" v="630" actId="1076"/>
        <pc:sldMkLst>
          <pc:docMk/>
          <pc:sldMk cId="3073770247" sldId="274"/>
        </pc:sldMkLst>
        <pc:spChg chg="del">
          <ac:chgData name="Ashok Gopalakrishnan" userId="d8b748a0ad7c7b3a" providerId="LiveId" clId="{59FD0868-84F1-432F-883D-B36E85A19EB2}" dt="2026-06-23T06:40:11.498" v="591" actId="478"/>
          <ac:spMkLst>
            <pc:docMk/>
            <pc:sldMk cId="3073770247" sldId="274"/>
            <ac:spMk id="3" creationId="{4793B1CA-FDB3-0FC5-C7B0-238D19F176E7}"/>
          </ac:spMkLst>
        </pc:spChg>
        <pc:spChg chg="add mod">
          <ac:chgData name="Ashok Gopalakrishnan" userId="d8b748a0ad7c7b3a" providerId="LiveId" clId="{59FD0868-84F1-432F-883D-B36E85A19EB2}" dt="2026-06-23T06:56:04.630" v="628" actId="255"/>
          <ac:spMkLst>
            <pc:docMk/>
            <pc:sldMk cId="3073770247" sldId="274"/>
            <ac:spMk id="4" creationId="{93593E2D-D081-356E-4878-7D9165BB9429}"/>
          </ac:spMkLst>
        </pc:spChg>
        <pc:spChg chg="del">
          <ac:chgData name="Ashok Gopalakrishnan" userId="d8b748a0ad7c7b3a" providerId="LiveId" clId="{59FD0868-84F1-432F-883D-B36E85A19EB2}" dt="2026-06-23T06:40:08.643" v="590" actId="478"/>
          <ac:spMkLst>
            <pc:docMk/>
            <pc:sldMk cId="3073770247" sldId="274"/>
            <ac:spMk id="6" creationId="{AF00EF82-F97E-4119-AEDE-1DBECB33779A}"/>
          </ac:spMkLst>
        </pc:spChg>
        <pc:spChg chg="add mod">
          <ac:chgData name="Ashok Gopalakrishnan" userId="d8b748a0ad7c7b3a" providerId="LiveId" clId="{59FD0868-84F1-432F-883D-B36E85A19EB2}" dt="2026-06-23T06:52:34.294" v="610" actId="1076"/>
          <ac:spMkLst>
            <pc:docMk/>
            <pc:sldMk cId="3073770247" sldId="274"/>
            <ac:spMk id="7" creationId="{57F0B906-F937-0D71-F3F0-3BC0F63DDE97}"/>
          </ac:spMkLst>
        </pc:spChg>
        <pc:spChg chg="del">
          <ac:chgData name="Ashok Gopalakrishnan" userId="d8b748a0ad7c7b3a" providerId="LiveId" clId="{59FD0868-84F1-432F-883D-B36E85A19EB2}" dt="2026-06-23T06:40:06.181" v="589" actId="478"/>
          <ac:spMkLst>
            <pc:docMk/>
            <pc:sldMk cId="3073770247" sldId="274"/>
            <ac:spMk id="9" creationId="{A74B4905-1231-AEB1-58E2-962A5B33B392}"/>
          </ac:spMkLst>
        </pc:spChg>
        <pc:spChg chg="add mod">
          <ac:chgData name="Ashok Gopalakrishnan" userId="d8b748a0ad7c7b3a" providerId="LiveId" clId="{59FD0868-84F1-432F-883D-B36E85A19EB2}" dt="2026-06-23T06:56:12.539" v="630" actId="1076"/>
          <ac:spMkLst>
            <pc:docMk/>
            <pc:sldMk cId="3073770247" sldId="274"/>
            <ac:spMk id="10" creationId="{56FD748D-76B6-728C-DD00-9EE970F5AA8F}"/>
          </ac:spMkLst>
        </pc:spChg>
        <pc:spChg chg="del">
          <ac:chgData name="Ashok Gopalakrishnan" userId="d8b748a0ad7c7b3a" providerId="LiveId" clId="{59FD0868-84F1-432F-883D-B36E85A19EB2}" dt="2026-06-23T06:40:04.082" v="588" actId="478"/>
          <ac:spMkLst>
            <pc:docMk/>
            <pc:sldMk cId="3073770247" sldId="274"/>
            <ac:spMk id="11" creationId="{5C178179-DB09-C298-6967-9C851B64FCD5}"/>
          </ac:spMkLst>
        </pc:spChg>
        <pc:spChg chg="add mod">
          <ac:chgData name="Ashok Gopalakrishnan" userId="d8b748a0ad7c7b3a" providerId="LiveId" clId="{59FD0868-84F1-432F-883D-B36E85A19EB2}" dt="2026-06-23T06:56:11.484" v="629" actId="1076"/>
          <ac:spMkLst>
            <pc:docMk/>
            <pc:sldMk cId="3073770247" sldId="274"/>
            <ac:spMk id="13" creationId="{E6233548-A235-F34D-942E-1CBBFA22858D}"/>
          </ac:spMkLst>
        </pc:spChg>
      </pc:sldChg>
      <pc:sldChg chg="addSp delSp modSp add mod">
        <pc:chgData name="Ashok Gopalakrishnan" userId="d8b748a0ad7c7b3a" providerId="LiveId" clId="{59FD0868-84F1-432F-883D-B36E85A19EB2}" dt="2026-06-23T07:01:55.191" v="667" actId="122"/>
        <pc:sldMkLst>
          <pc:docMk/>
          <pc:sldMk cId="3709373912" sldId="275"/>
        </pc:sldMkLst>
        <pc:spChg chg="add mod">
          <ac:chgData name="Ashok Gopalakrishnan" userId="d8b748a0ad7c7b3a" providerId="LiveId" clId="{59FD0868-84F1-432F-883D-B36E85A19EB2}" dt="2026-06-23T06:57:44.880" v="648" actId="1076"/>
          <ac:spMkLst>
            <pc:docMk/>
            <pc:sldMk cId="3709373912" sldId="275"/>
            <ac:spMk id="3" creationId="{B6B19A12-3FCF-ABA4-A802-E606209DB4E1}"/>
          </ac:spMkLst>
        </pc:spChg>
        <pc:spChg chg="del">
          <ac:chgData name="Ashok Gopalakrishnan" userId="d8b748a0ad7c7b3a" providerId="LiveId" clId="{59FD0868-84F1-432F-883D-B36E85A19EB2}" dt="2026-06-23T06:56:39.925" v="635" actId="478"/>
          <ac:spMkLst>
            <pc:docMk/>
            <pc:sldMk cId="3709373912" sldId="275"/>
            <ac:spMk id="4" creationId="{3A6B520E-D04E-299C-F2DC-6EF428DF004B}"/>
          </ac:spMkLst>
        </pc:spChg>
        <pc:spChg chg="add mod">
          <ac:chgData name="Ashok Gopalakrishnan" userId="d8b748a0ad7c7b3a" providerId="LiveId" clId="{59FD0868-84F1-432F-883D-B36E85A19EB2}" dt="2026-06-23T06:58:12.424" v="651" actId="1076"/>
          <ac:spMkLst>
            <pc:docMk/>
            <pc:sldMk cId="3709373912" sldId="275"/>
            <ac:spMk id="6" creationId="{AF8FCFD3-346E-081D-BAC9-D4CB08A3A7BB}"/>
          </ac:spMkLst>
        </pc:spChg>
        <pc:spChg chg="del">
          <ac:chgData name="Ashok Gopalakrishnan" userId="d8b748a0ad7c7b3a" providerId="LiveId" clId="{59FD0868-84F1-432F-883D-B36E85A19EB2}" dt="2026-06-23T06:56:37.359" v="634" actId="478"/>
          <ac:spMkLst>
            <pc:docMk/>
            <pc:sldMk cId="3709373912" sldId="275"/>
            <ac:spMk id="7" creationId="{83C3BB92-E0D2-6301-E357-83BC11272401}"/>
          </ac:spMkLst>
        </pc:spChg>
        <pc:spChg chg="add mod">
          <ac:chgData name="Ashok Gopalakrishnan" userId="d8b748a0ad7c7b3a" providerId="LiveId" clId="{59FD0868-84F1-432F-883D-B36E85A19EB2}" dt="2026-06-23T07:01:19.238" v="660" actId="1076"/>
          <ac:spMkLst>
            <pc:docMk/>
            <pc:sldMk cId="3709373912" sldId="275"/>
            <ac:spMk id="9" creationId="{E44E2837-5F44-2958-1B38-3E1B443355F9}"/>
          </ac:spMkLst>
        </pc:spChg>
        <pc:spChg chg="del">
          <ac:chgData name="Ashok Gopalakrishnan" userId="d8b748a0ad7c7b3a" providerId="LiveId" clId="{59FD0868-84F1-432F-883D-B36E85A19EB2}" dt="2026-06-23T06:56:34.268" v="633" actId="478"/>
          <ac:spMkLst>
            <pc:docMk/>
            <pc:sldMk cId="3709373912" sldId="275"/>
            <ac:spMk id="10" creationId="{74D5E358-6E2E-1360-8F79-FC5FD40B022C}"/>
          </ac:spMkLst>
        </pc:spChg>
        <pc:spChg chg="add mod">
          <ac:chgData name="Ashok Gopalakrishnan" userId="d8b748a0ad7c7b3a" providerId="LiveId" clId="{59FD0868-84F1-432F-883D-B36E85A19EB2}" dt="2026-06-23T07:01:55.191" v="667" actId="122"/>
          <ac:spMkLst>
            <pc:docMk/>
            <pc:sldMk cId="3709373912" sldId="275"/>
            <ac:spMk id="12" creationId="{30139CE6-9896-7454-D5A7-73B2AD8C2469}"/>
          </ac:spMkLst>
        </pc:spChg>
        <pc:spChg chg="del">
          <ac:chgData name="Ashok Gopalakrishnan" userId="d8b748a0ad7c7b3a" providerId="LiveId" clId="{59FD0868-84F1-432F-883D-B36E85A19EB2}" dt="2026-06-23T06:56:31.722" v="632" actId="478"/>
          <ac:spMkLst>
            <pc:docMk/>
            <pc:sldMk cId="3709373912" sldId="275"/>
            <ac:spMk id="13" creationId="{094F8222-1F99-4D73-B76E-FB3B65717687}"/>
          </ac:spMkLst>
        </pc:spChg>
      </pc:sldChg>
      <pc:sldChg chg="addSp delSp modSp add mod">
        <pc:chgData name="Ashok Gopalakrishnan" userId="d8b748a0ad7c7b3a" providerId="LiveId" clId="{59FD0868-84F1-432F-883D-B36E85A19EB2}" dt="2026-06-23T07:14:29.783" v="714" actId="207"/>
        <pc:sldMkLst>
          <pc:docMk/>
          <pc:sldMk cId="2930334254" sldId="276"/>
        </pc:sldMkLst>
        <pc:spChg chg="del">
          <ac:chgData name="Ashok Gopalakrishnan" userId="d8b748a0ad7c7b3a" providerId="LiveId" clId="{59FD0868-84F1-432F-883D-B36E85A19EB2}" dt="2026-06-23T07:04:14.844" v="677" actId="478"/>
          <ac:spMkLst>
            <pc:docMk/>
            <pc:sldMk cId="2930334254" sldId="276"/>
            <ac:spMk id="3" creationId="{594AF7ED-9713-C109-D1D4-50950B492BA0}"/>
          </ac:spMkLst>
        </pc:spChg>
        <pc:spChg chg="add mod">
          <ac:chgData name="Ashok Gopalakrishnan" userId="d8b748a0ad7c7b3a" providerId="LiveId" clId="{59FD0868-84F1-432F-883D-B36E85A19EB2}" dt="2026-06-23T07:10:46.330" v="703" actId="1076"/>
          <ac:spMkLst>
            <pc:docMk/>
            <pc:sldMk cId="2930334254" sldId="276"/>
            <ac:spMk id="6" creationId="{7BC9F971-5F60-3A4C-CFD5-477A7C878F61}"/>
          </ac:spMkLst>
        </pc:spChg>
        <pc:spChg chg="add mod">
          <ac:chgData name="Ashok Gopalakrishnan" userId="d8b748a0ad7c7b3a" providerId="LiveId" clId="{59FD0868-84F1-432F-883D-B36E85A19EB2}" dt="2026-06-23T07:10:52.142" v="704" actId="1076"/>
          <ac:spMkLst>
            <pc:docMk/>
            <pc:sldMk cId="2930334254" sldId="276"/>
            <ac:spMk id="8" creationId="{677067D0-DCBC-1CC7-C689-F9D7B2A37649}"/>
          </ac:spMkLst>
        </pc:spChg>
        <pc:spChg chg="add mod">
          <ac:chgData name="Ashok Gopalakrishnan" userId="d8b748a0ad7c7b3a" providerId="LiveId" clId="{59FD0868-84F1-432F-883D-B36E85A19EB2}" dt="2026-06-23T07:14:29.783" v="714" actId="207"/>
          <ac:spMkLst>
            <pc:docMk/>
            <pc:sldMk cId="2930334254" sldId="276"/>
            <ac:spMk id="10" creationId="{D29BD597-15F9-8D1D-58F3-222DFC28DAE7}"/>
          </ac:spMkLst>
        </pc:spChg>
        <pc:picChg chg="add mod">
          <ac:chgData name="Ashok Gopalakrishnan" userId="d8b748a0ad7c7b3a" providerId="LiveId" clId="{59FD0868-84F1-432F-883D-B36E85A19EB2}" dt="2026-06-23T07:11:07.777" v="707" actId="1076"/>
          <ac:picMkLst>
            <pc:docMk/>
            <pc:sldMk cId="2930334254" sldId="276"/>
            <ac:picMk id="4" creationId="{73F370AF-F26B-1E53-8028-AC75F675ABB7}"/>
          </ac:picMkLst>
        </pc:picChg>
      </pc:sldChg>
      <pc:sldChg chg="addSp delSp modSp add mod">
        <pc:chgData name="Ashok Gopalakrishnan" userId="d8b748a0ad7c7b3a" providerId="LiveId" clId="{59FD0868-84F1-432F-883D-B36E85A19EB2}" dt="2026-06-23T07:19:17.835" v="722" actId="14100"/>
        <pc:sldMkLst>
          <pc:docMk/>
          <pc:sldMk cId="2811609149" sldId="277"/>
        </pc:sldMkLst>
        <pc:spChg chg="del">
          <ac:chgData name="Ashok Gopalakrishnan" userId="d8b748a0ad7c7b3a" providerId="LiveId" clId="{59FD0868-84F1-432F-883D-B36E85A19EB2}" dt="2026-06-23T07:14:56.527" v="718" actId="478"/>
          <ac:spMkLst>
            <pc:docMk/>
            <pc:sldMk cId="2811609149" sldId="277"/>
            <ac:spMk id="6" creationId="{76C408F7-AA4F-7019-DDA2-C161186D1C73}"/>
          </ac:spMkLst>
        </pc:spChg>
        <pc:spChg chg="del">
          <ac:chgData name="Ashok Gopalakrishnan" userId="d8b748a0ad7c7b3a" providerId="LiveId" clId="{59FD0868-84F1-432F-883D-B36E85A19EB2}" dt="2026-06-23T07:14:54.045" v="717" actId="478"/>
          <ac:spMkLst>
            <pc:docMk/>
            <pc:sldMk cId="2811609149" sldId="277"/>
            <ac:spMk id="8" creationId="{36A4B458-EAE2-BAFD-F9C2-ECB12F7F15AC}"/>
          </ac:spMkLst>
        </pc:spChg>
        <pc:spChg chg="del">
          <ac:chgData name="Ashok Gopalakrishnan" userId="d8b748a0ad7c7b3a" providerId="LiveId" clId="{59FD0868-84F1-432F-883D-B36E85A19EB2}" dt="2026-06-23T07:14:59.210" v="719" actId="478"/>
          <ac:spMkLst>
            <pc:docMk/>
            <pc:sldMk cId="2811609149" sldId="277"/>
            <ac:spMk id="10" creationId="{E6262939-26B0-307C-4E16-3CE75AE64631}"/>
          </ac:spMkLst>
        </pc:spChg>
        <pc:picChg chg="add mod">
          <ac:chgData name="Ashok Gopalakrishnan" userId="d8b748a0ad7c7b3a" providerId="LiveId" clId="{59FD0868-84F1-432F-883D-B36E85A19EB2}" dt="2026-06-23T07:19:17.835" v="722" actId="14100"/>
          <ac:picMkLst>
            <pc:docMk/>
            <pc:sldMk cId="2811609149" sldId="277"/>
            <ac:picMk id="3" creationId="{0121B705-44EE-5F20-E047-B1D240E1A174}"/>
          </ac:picMkLst>
        </pc:picChg>
        <pc:picChg chg="del">
          <ac:chgData name="Ashok Gopalakrishnan" userId="d8b748a0ad7c7b3a" providerId="LiveId" clId="{59FD0868-84F1-432F-883D-B36E85A19EB2}" dt="2026-06-23T07:14:51.369" v="716" actId="478"/>
          <ac:picMkLst>
            <pc:docMk/>
            <pc:sldMk cId="2811609149" sldId="277"/>
            <ac:picMk id="4" creationId="{BB095C12-F2EC-6F35-BDE4-C7EB3EF0CCCF}"/>
          </ac:picMkLst>
        </pc:picChg>
      </pc:sldChg>
      <pc:sldChg chg="addSp delSp modSp add mod">
        <pc:chgData name="Ashok Gopalakrishnan" userId="d8b748a0ad7c7b3a" providerId="LiveId" clId="{59FD0868-84F1-432F-883D-B36E85A19EB2}" dt="2026-06-23T07:41:05.435" v="875" actId="1076"/>
        <pc:sldMkLst>
          <pc:docMk/>
          <pc:sldMk cId="921126190" sldId="278"/>
        </pc:sldMkLst>
        <pc:spChg chg="add mod">
          <ac:chgData name="Ashok Gopalakrishnan" userId="d8b748a0ad7c7b3a" providerId="LiveId" clId="{59FD0868-84F1-432F-883D-B36E85A19EB2}" dt="2026-06-23T07:41:05.435" v="875" actId="1076"/>
          <ac:spMkLst>
            <pc:docMk/>
            <pc:sldMk cId="921126190" sldId="278"/>
            <ac:spMk id="4" creationId="{DE448D7D-F305-C83B-84F5-286FF77A7718}"/>
          </ac:spMkLst>
        </pc:spChg>
        <pc:spChg chg="del">
          <ac:chgData name="Ashok Gopalakrishnan" userId="d8b748a0ad7c7b3a" providerId="LiveId" clId="{59FD0868-84F1-432F-883D-B36E85A19EB2}" dt="2026-06-23T07:22:31.838" v="726" actId="478"/>
          <ac:spMkLst>
            <pc:docMk/>
            <pc:sldMk cId="921126190" sldId="278"/>
            <ac:spMk id="8" creationId="{82A15D9B-51FA-39F1-8242-5DF0E55E68D5}"/>
          </ac:spMkLst>
        </pc:spChg>
        <pc:spChg chg="del">
          <ac:chgData name="Ashok Gopalakrishnan" userId="d8b748a0ad7c7b3a" providerId="LiveId" clId="{59FD0868-84F1-432F-883D-B36E85A19EB2}" dt="2026-06-23T07:22:26.817" v="724" actId="478"/>
          <ac:spMkLst>
            <pc:docMk/>
            <pc:sldMk cId="921126190" sldId="278"/>
            <ac:spMk id="10" creationId="{6FE3581F-39E1-EABD-97F3-D6FAD8C2C461}"/>
          </ac:spMkLst>
        </pc:spChg>
        <pc:spChg chg="del">
          <ac:chgData name="Ashok Gopalakrishnan" userId="d8b748a0ad7c7b3a" providerId="LiveId" clId="{59FD0868-84F1-432F-883D-B36E85A19EB2}" dt="2026-06-23T07:22:29.103" v="725" actId="478"/>
          <ac:spMkLst>
            <pc:docMk/>
            <pc:sldMk cId="921126190" sldId="278"/>
            <ac:spMk id="12" creationId="{C62796CF-5BB2-8C7F-DC5A-6A34CF0C5ED6}"/>
          </ac:spMkLst>
        </pc:spChg>
      </pc:sldChg>
      <pc:sldChg chg="addSp delSp modSp add mod">
        <pc:chgData name="Ashok Gopalakrishnan" userId="d8b748a0ad7c7b3a" providerId="LiveId" clId="{59FD0868-84F1-432F-883D-B36E85A19EB2}" dt="2026-06-23T07:26:16.956" v="759" actId="207"/>
        <pc:sldMkLst>
          <pc:docMk/>
          <pc:sldMk cId="4234520800" sldId="279"/>
        </pc:sldMkLst>
        <pc:spChg chg="del">
          <ac:chgData name="Ashok Gopalakrishnan" userId="d8b748a0ad7c7b3a" providerId="LiveId" clId="{59FD0868-84F1-432F-883D-B36E85A19EB2}" dt="2026-06-23T07:25:45.111" v="752" actId="478"/>
          <ac:spMkLst>
            <pc:docMk/>
            <pc:sldMk cId="4234520800" sldId="279"/>
            <ac:spMk id="2" creationId="{7DCB67F7-599C-2C1C-1C2D-879F6BD63B72}"/>
          </ac:spMkLst>
        </pc:spChg>
        <pc:spChg chg="del">
          <ac:chgData name="Ashok Gopalakrishnan" userId="d8b748a0ad7c7b3a" providerId="LiveId" clId="{59FD0868-84F1-432F-883D-B36E85A19EB2}" dt="2026-06-23T07:23:43.490" v="734" actId="478"/>
          <ac:spMkLst>
            <pc:docMk/>
            <pc:sldMk cId="4234520800" sldId="279"/>
            <ac:spMk id="4" creationId="{E9319E94-3C79-8D57-E3ED-A1878306BA4C}"/>
          </ac:spMkLst>
        </pc:spChg>
        <pc:spChg chg="add mod">
          <ac:chgData name="Ashok Gopalakrishnan" userId="d8b748a0ad7c7b3a" providerId="LiveId" clId="{59FD0868-84F1-432F-883D-B36E85A19EB2}" dt="2026-06-23T07:26:12.393" v="758" actId="1076"/>
          <ac:spMkLst>
            <pc:docMk/>
            <pc:sldMk cId="4234520800" sldId="279"/>
            <ac:spMk id="5" creationId="{8726BAFD-C9D0-FAEB-E1F9-B1A9689253C2}"/>
          </ac:spMkLst>
        </pc:spChg>
        <pc:spChg chg="add del mod">
          <ac:chgData name="Ashok Gopalakrishnan" userId="d8b748a0ad7c7b3a" providerId="LiveId" clId="{59FD0868-84F1-432F-883D-B36E85A19EB2}" dt="2026-06-23T07:25:47.676" v="753" actId="478"/>
          <ac:spMkLst>
            <pc:docMk/>
            <pc:sldMk cId="4234520800" sldId="279"/>
            <ac:spMk id="8" creationId="{E412ACAF-9908-4454-289B-4B2846FAA9FE}"/>
          </ac:spMkLst>
        </pc:spChg>
        <pc:graphicFrameChg chg="add mod modGraphic">
          <ac:chgData name="Ashok Gopalakrishnan" userId="d8b748a0ad7c7b3a" providerId="LiveId" clId="{59FD0868-84F1-432F-883D-B36E85A19EB2}" dt="2026-06-23T07:26:16.956" v="759" actId="207"/>
          <ac:graphicFrameMkLst>
            <pc:docMk/>
            <pc:sldMk cId="4234520800" sldId="279"/>
            <ac:graphicFrameMk id="6" creationId="{D2B0CFBA-48BE-8BBF-31F2-B15A842E2A6F}"/>
          </ac:graphicFrameMkLst>
        </pc:graphicFrameChg>
      </pc:sldChg>
      <pc:sldChg chg="addSp delSp modSp add mod">
        <pc:chgData name="Ashok Gopalakrishnan" userId="d8b748a0ad7c7b3a" providerId="LiveId" clId="{59FD0868-84F1-432F-883D-B36E85A19EB2}" dt="2026-06-23T07:29:56.728" v="796" actId="207"/>
        <pc:sldMkLst>
          <pc:docMk/>
          <pc:sldMk cId="779002650" sldId="280"/>
        </pc:sldMkLst>
        <pc:spChg chg="add mod">
          <ac:chgData name="Ashok Gopalakrishnan" userId="d8b748a0ad7c7b3a" providerId="LiveId" clId="{59FD0868-84F1-432F-883D-B36E85A19EB2}" dt="2026-06-23T07:28:13.194" v="783" actId="207"/>
          <ac:spMkLst>
            <pc:docMk/>
            <pc:sldMk cId="779002650" sldId="280"/>
            <ac:spMk id="3" creationId="{E8A41CED-C3E9-3D3E-9176-39361B345515}"/>
          </ac:spMkLst>
        </pc:spChg>
        <pc:spChg chg="del">
          <ac:chgData name="Ashok Gopalakrishnan" userId="d8b748a0ad7c7b3a" providerId="LiveId" clId="{59FD0868-84F1-432F-883D-B36E85A19EB2}" dt="2026-06-23T07:27:04.284" v="762" actId="478"/>
          <ac:spMkLst>
            <pc:docMk/>
            <pc:sldMk cId="779002650" sldId="280"/>
            <ac:spMk id="5" creationId="{DF237A9B-DA62-51E4-6CF1-7F2D603DC958}"/>
          </ac:spMkLst>
        </pc:spChg>
        <pc:spChg chg="add mod">
          <ac:chgData name="Ashok Gopalakrishnan" userId="d8b748a0ad7c7b3a" providerId="LiveId" clId="{59FD0868-84F1-432F-883D-B36E85A19EB2}" dt="2026-06-23T07:29:56.728" v="796" actId="207"/>
          <ac:spMkLst>
            <pc:docMk/>
            <pc:sldMk cId="779002650" sldId="280"/>
            <ac:spMk id="7" creationId="{ECA3F429-A2B0-72D8-1E0F-6DE4A4FBA7F9}"/>
          </ac:spMkLst>
        </pc:spChg>
        <pc:graphicFrameChg chg="del">
          <ac:chgData name="Ashok Gopalakrishnan" userId="d8b748a0ad7c7b3a" providerId="LiveId" clId="{59FD0868-84F1-432F-883D-B36E85A19EB2}" dt="2026-06-23T07:27:02.155" v="761" actId="478"/>
          <ac:graphicFrameMkLst>
            <pc:docMk/>
            <pc:sldMk cId="779002650" sldId="280"/>
            <ac:graphicFrameMk id="6" creationId="{6D98BD55-B349-A0C2-667C-FB14852A1C6D}"/>
          </ac:graphicFrameMkLst>
        </pc:graphicFrameChg>
      </pc:sldChg>
      <pc:sldChg chg="addSp delSp modSp add mod">
        <pc:chgData name="Ashok Gopalakrishnan" userId="d8b748a0ad7c7b3a" providerId="LiveId" clId="{59FD0868-84F1-432F-883D-B36E85A19EB2}" dt="2026-06-23T07:35:00.680" v="816" actId="14100"/>
        <pc:sldMkLst>
          <pc:docMk/>
          <pc:sldMk cId="3312407494" sldId="281"/>
        </pc:sldMkLst>
        <pc:spChg chg="del">
          <ac:chgData name="Ashok Gopalakrishnan" userId="d8b748a0ad7c7b3a" providerId="LiveId" clId="{59FD0868-84F1-432F-883D-B36E85A19EB2}" dt="2026-06-23T07:30:13.350" v="799" actId="478"/>
          <ac:spMkLst>
            <pc:docMk/>
            <pc:sldMk cId="3312407494" sldId="281"/>
            <ac:spMk id="3" creationId="{049C023E-3472-DE12-CD56-1BACDEBBC1F6}"/>
          </ac:spMkLst>
        </pc:spChg>
        <pc:spChg chg="add del mod">
          <ac:chgData name="Ashok Gopalakrishnan" userId="d8b748a0ad7c7b3a" providerId="LiveId" clId="{59FD0868-84F1-432F-883D-B36E85A19EB2}" dt="2026-06-23T07:34:55.523" v="815" actId="478"/>
          <ac:spMkLst>
            <pc:docMk/>
            <pc:sldMk cId="3312407494" sldId="281"/>
            <ac:spMk id="6" creationId="{D986852F-FE3D-92E3-16FF-1EC73BB83A0D}"/>
          </ac:spMkLst>
        </pc:spChg>
        <pc:spChg chg="del">
          <ac:chgData name="Ashok Gopalakrishnan" userId="d8b748a0ad7c7b3a" providerId="LiveId" clId="{59FD0868-84F1-432F-883D-B36E85A19EB2}" dt="2026-06-23T07:30:10.545" v="798" actId="478"/>
          <ac:spMkLst>
            <pc:docMk/>
            <pc:sldMk cId="3312407494" sldId="281"/>
            <ac:spMk id="7" creationId="{72D6E35B-FB62-DF7D-256A-21A907CD949D}"/>
          </ac:spMkLst>
        </pc:spChg>
        <pc:picChg chg="add mod">
          <ac:chgData name="Ashok Gopalakrishnan" userId="d8b748a0ad7c7b3a" providerId="LiveId" clId="{59FD0868-84F1-432F-883D-B36E85A19EB2}" dt="2026-06-23T07:35:00.680" v="816" actId="14100"/>
          <ac:picMkLst>
            <pc:docMk/>
            <pc:sldMk cId="3312407494" sldId="281"/>
            <ac:picMk id="4" creationId="{46273859-44CA-F5EF-B5CD-3005D913F64F}"/>
          </ac:picMkLst>
        </pc:picChg>
      </pc:sldChg>
      <pc:sldChg chg="addSp delSp modSp add mod">
        <pc:chgData name="Ashok Gopalakrishnan" userId="d8b748a0ad7c7b3a" providerId="LiveId" clId="{59FD0868-84F1-432F-883D-B36E85A19EB2}" dt="2026-06-23T07:40:24.908" v="874" actId="1076"/>
        <pc:sldMkLst>
          <pc:docMk/>
          <pc:sldMk cId="519005706" sldId="282"/>
        </pc:sldMkLst>
        <pc:spChg chg="add mod">
          <ac:chgData name="Ashok Gopalakrishnan" userId="d8b748a0ad7c7b3a" providerId="LiveId" clId="{59FD0868-84F1-432F-883D-B36E85A19EB2}" dt="2026-06-23T07:36:11.501" v="839" actId="207"/>
          <ac:spMkLst>
            <pc:docMk/>
            <pc:sldMk cId="519005706" sldId="282"/>
            <ac:spMk id="3" creationId="{3B82BAB5-5623-BC2C-1A5C-21CBF8A1F500}"/>
          </ac:spMkLst>
        </pc:spChg>
        <pc:spChg chg="add mod">
          <ac:chgData name="Ashok Gopalakrishnan" userId="d8b748a0ad7c7b3a" providerId="LiveId" clId="{59FD0868-84F1-432F-883D-B36E85A19EB2}" dt="2026-06-23T07:39:38.598" v="865"/>
          <ac:spMkLst>
            <pc:docMk/>
            <pc:sldMk cId="519005706" sldId="282"/>
            <ac:spMk id="6" creationId="{E077E66F-7AB4-F1CB-DBD3-3837227153A3}"/>
          </ac:spMkLst>
        </pc:spChg>
        <pc:spChg chg="add mod">
          <ac:chgData name="Ashok Gopalakrishnan" userId="d8b748a0ad7c7b3a" providerId="LiveId" clId="{59FD0868-84F1-432F-883D-B36E85A19EB2}" dt="2026-06-23T07:40:24.908" v="874" actId="1076"/>
          <ac:spMkLst>
            <pc:docMk/>
            <pc:sldMk cId="519005706" sldId="282"/>
            <ac:spMk id="8" creationId="{790B02B6-4736-48E4-5FDA-CA55BA4AFDF7}"/>
          </ac:spMkLst>
        </pc:spChg>
        <pc:picChg chg="del">
          <ac:chgData name="Ashok Gopalakrishnan" userId="d8b748a0ad7c7b3a" providerId="LiveId" clId="{59FD0868-84F1-432F-883D-B36E85A19EB2}" dt="2026-06-23T07:35:11.745" v="818" actId="478"/>
          <ac:picMkLst>
            <pc:docMk/>
            <pc:sldMk cId="519005706" sldId="282"/>
            <ac:picMk id="4" creationId="{7A033D42-E8C9-53B0-0825-B0BF6A3258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62972-5034-4B84-A6DD-D21065FA6BE8}"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266495-6120-430D-AC16-1542BDD93FBC}" type="slidenum">
              <a:rPr lang="en-US" smtClean="0"/>
              <a:t>‹#›</a:t>
            </a:fld>
            <a:endParaRPr lang="en-US"/>
          </a:p>
        </p:txBody>
      </p:sp>
    </p:spTree>
    <p:extLst>
      <p:ext uri="{BB962C8B-B14F-4D97-AF65-F5344CB8AC3E}">
        <p14:creationId xmlns:p14="http://schemas.microsoft.com/office/powerpoint/2010/main" val="3993435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266495-6120-430D-AC16-1542BDD93FBC}" type="slidenum">
              <a:rPr lang="en-US" smtClean="0"/>
              <a:t>6</a:t>
            </a:fld>
            <a:endParaRPr lang="en-US"/>
          </a:p>
        </p:txBody>
      </p:sp>
    </p:spTree>
    <p:extLst>
      <p:ext uri="{BB962C8B-B14F-4D97-AF65-F5344CB8AC3E}">
        <p14:creationId xmlns:p14="http://schemas.microsoft.com/office/powerpoint/2010/main" val="2902254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CF3ED-AD37-7AEE-C947-DA72F8938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E5B6F-61E6-BF1F-3C70-17F92FDF5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76024-8209-9E19-5B3F-5006CC4FCD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92158-2860-550F-7BC1-26FF37FC94A9}"/>
              </a:ext>
            </a:extLst>
          </p:cNvPr>
          <p:cNvSpPr>
            <a:spLocks noGrp="1"/>
          </p:cNvSpPr>
          <p:nvPr>
            <p:ph type="sldNum" sz="quarter" idx="5"/>
          </p:nvPr>
        </p:nvSpPr>
        <p:spPr/>
        <p:txBody>
          <a:bodyPr/>
          <a:lstStyle/>
          <a:p>
            <a:fld id="{F1266495-6120-430D-AC16-1542BDD93FBC}" type="slidenum">
              <a:rPr lang="en-US" smtClean="0"/>
              <a:t>7</a:t>
            </a:fld>
            <a:endParaRPr lang="en-US"/>
          </a:p>
        </p:txBody>
      </p:sp>
    </p:spTree>
    <p:extLst>
      <p:ext uri="{BB962C8B-B14F-4D97-AF65-F5344CB8AC3E}">
        <p14:creationId xmlns:p14="http://schemas.microsoft.com/office/powerpoint/2010/main" val="4117279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38687-7D22-39DF-BD79-42DBB8AC6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620CE-5A2D-272D-0EF6-FDD6BFAA9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EF1CF-2771-B51D-6E9F-F1CB4FCABE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F5530-EF11-4DA3-F14D-2489F6C9CC5B}"/>
              </a:ext>
            </a:extLst>
          </p:cNvPr>
          <p:cNvSpPr>
            <a:spLocks noGrp="1"/>
          </p:cNvSpPr>
          <p:nvPr>
            <p:ph type="sldNum" sz="quarter" idx="5"/>
          </p:nvPr>
        </p:nvSpPr>
        <p:spPr/>
        <p:txBody>
          <a:bodyPr/>
          <a:lstStyle/>
          <a:p>
            <a:fld id="{F1266495-6120-430D-AC16-1542BDD93FBC}" type="slidenum">
              <a:rPr lang="en-US" smtClean="0"/>
              <a:t>8</a:t>
            </a:fld>
            <a:endParaRPr lang="en-US"/>
          </a:p>
        </p:txBody>
      </p:sp>
    </p:spTree>
    <p:extLst>
      <p:ext uri="{BB962C8B-B14F-4D97-AF65-F5344CB8AC3E}">
        <p14:creationId xmlns:p14="http://schemas.microsoft.com/office/powerpoint/2010/main" val="3787500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266495-6120-430D-AC16-1542BDD93FBC}" type="slidenum">
              <a:rPr lang="en-US" smtClean="0"/>
              <a:t>23</a:t>
            </a:fld>
            <a:endParaRPr lang="en-US"/>
          </a:p>
        </p:txBody>
      </p:sp>
    </p:spTree>
    <p:extLst>
      <p:ext uri="{BB962C8B-B14F-4D97-AF65-F5344CB8AC3E}">
        <p14:creationId xmlns:p14="http://schemas.microsoft.com/office/powerpoint/2010/main" val="478145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F0ADF-A4B4-FA13-24DC-576AF6C8B1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A11E64-7C91-7EA6-DFE3-7CB11F64F8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B1A5CE-6929-AB38-54E4-E5004602F5E6}"/>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5" name="Footer Placeholder 4">
            <a:extLst>
              <a:ext uri="{FF2B5EF4-FFF2-40B4-BE49-F238E27FC236}">
                <a16:creationId xmlns:a16="http://schemas.microsoft.com/office/drawing/2014/main" id="{14778E02-09AC-153A-AA6E-01924C07E4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1593FA-7DA3-A322-2C8E-53F218ACEB1A}"/>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2519295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0D2D3-071A-E740-32C5-E2E57C074D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24EBC2-E1BE-AB77-DD37-3A2EF6EEE0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4E0FF8-2626-DCCC-7A5D-4894CCD5A776}"/>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5" name="Footer Placeholder 4">
            <a:extLst>
              <a:ext uri="{FF2B5EF4-FFF2-40B4-BE49-F238E27FC236}">
                <a16:creationId xmlns:a16="http://schemas.microsoft.com/office/drawing/2014/main" id="{00BFBBDF-F7E6-8148-8BE8-FB8FA6B94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7C657-DC75-2729-4BAA-C11BB4119C2E}"/>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1622077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E211-0447-2C41-5058-214A79DE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1FE995-1D28-E0F3-6483-24822BB66D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54D1D5-1E47-04CE-45DE-C1B9F942A969}"/>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5" name="Footer Placeholder 4">
            <a:extLst>
              <a:ext uri="{FF2B5EF4-FFF2-40B4-BE49-F238E27FC236}">
                <a16:creationId xmlns:a16="http://schemas.microsoft.com/office/drawing/2014/main" id="{D5DBC462-05AD-1D78-E025-A40D5BAE2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759781-37B7-4733-1767-6602E186B1B9}"/>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4012693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7CBD8-A920-E17A-087C-CB5CBCBD1F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71FED6-9E0A-B6C6-546F-E722C3D93F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B2BB09-0ACD-24A6-C988-EB8344DA6E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BA344A-55AA-FDE4-43B5-21AFAEDD00D0}"/>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6" name="Footer Placeholder 5">
            <a:extLst>
              <a:ext uri="{FF2B5EF4-FFF2-40B4-BE49-F238E27FC236}">
                <a16:creationId xmlns:a16="http://schemas.microsoft.com/office/drawing/2014/main" id="{3FEFF77A-32FC-D2F5-E346-899D962205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05AFC-5263-E6BE-AB48-D6193FF1F1CF}"/>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3158962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B79E-03ED-88F6-8342-B54764431E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74DAF1-1EB4-4280-731D-C4196A564D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01F5E7-E4CE-F0C2-FACA-AA7829499A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0C3527-D74E-60BC-35AE-7ED0785D7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321BFD-3405-C04A-B2C4-8EB4A8FFCE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54BF1B-C3E2-FD50-8689-8C86F75CAB59}"/>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8" name="Footer Placeholder 7">
            <a:extLst>
              <a:ext uri="{FF2B5EF4-FFF2-40B4-BE49-F238E27FC236}">
                <a16:creationId xmlns:a16="http://schemas.microsoft.com/office/drawing/2014/main" id="{A393CF88-B0AE-5D41-F5EA-D17BA5FAEA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1D87E0-73E1-0B6B-A5A9-DD3B29399298}"/>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78987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2353C-4095-E7F3-F28A-593D0AC046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00F80B-73AF-8BE2-35E3-D0446DCDEECF}"/>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4" name="Footer Placeholder 3">
            <a:extLst>
              <a:ext uri="{FF2B5EF4-FFF2-40B4-BE49-F238E27FC236}">
                <a16:creationId xmlns:a16="http://schemas.microsoft.com/office/drawing/2014/main" id="{91402A11-B5EB-38FE-69C2-9315736D51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66E136-B417-E537-2A18-DD7FA3E48B20}"/>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1002200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C03547-F39A-53E7-7A64-780A5A441EF1}"/>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3" name="Footer Placeholder 2">
            <a:extLst>
              <a:ext uri="{FF2B5EF4-FFF2-40B4-BE49-F238E27FC236}">
                <a16:creationId xmlns:a16="http://schemas.microsoft.com/office/drawing/2014/main" id="{BD8B137F-06E3-F101-CED8-0DB298AD7B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320325-6477-E1DC-D505-586C8007D98C}"/>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2181636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8DD1-0945-A0AC-42B7-1060E83306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381D5E-1EB7-3149-C70F-EF99063D85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7BD3E0-DA6E-8C5B-15F7-1A1F8A379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DA3035-065D-CB99-2C41-8B1B2DABD6D2}"/>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6" name="Footer Placeholder 5">
            <a:extLst>
              <a:ext uri="{FF2B5EF4-FFF2-40B4-BE49-F238E27FC236}">
                <a16:creationId xmlns:a16="http://schemas.microsoft.com/office/drawing/2014/main" id="{7F497CFC-FFB2-4E84-99BC-4BB6AF8009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2A4FEE-8092-5D4C-4288-A5D43060001B}"/>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1969382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65A80-CE45-0EE0-3EFC-3D65901EE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D88D34-374B-433E-14FD-DD60E48503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BEB548-5CF7-4419-9ECA-6DA69C3D18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DF1AE5-275B-A93F-0227-1BC0B98E3133}"/>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6" name="Footer Placeholder 5">
            <a:extLst>
              <a:ext uri="{FF2B5EF4-FFF2-40B4-BE49-F238E27FC236}">
                <a16:creationId xmlns:a16="http://schemas.microsoft.com/office/drawing/2014/main" id="{6AABCC1B-34C5-B89C-20CF-D9D10AEAF3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95F13-D35A-77D1-0AF6-36EDEEDB5189}"/>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1557208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BD12-E9ED-0C3A-C6DA-A7574A6074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2E66B9-45D4-5214-23C0-168F3DEB2A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15F77B-6F00-0482-539B-0CABF234CC95}"/>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5" name="Footer Placeholder 4">
            <a:extLst>
              <a:ext uri="{FF2B5EF4-FFF2-40B4-BE49-F238E27FC236}">
                <a16:creationId xmlns:a16="http://schemas.microsoft.com/office/drawing/2014/main" id="{4F810E17-2E4A-1717-B180-BE4B405D89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ED208-1BDC-E4E9-6EAB-26B7A3C5FF6F}"/>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2878790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8481A6-37C4-6766-EBA8-F9E0C5E7CD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B14FA9-8A3E-4EE3-FF40-6B3BF121F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48410-D1FF-F3F6-8A7E-B701965F9746}"/>
              </a:ext>
            </a:extLst>
          </p:cNvPr>
          <p:cNvSpPr>
            <a:spLocks noGrp="1"/>
          </p:cNvSpPr>
          <p:nvPr>
            <p:ph type="dt" sz="half" idx="10"/>
          </p:nvPr>
        </p:nvSpPr>
        <p:spPr/>
        <p:txBody>
          <a:bodyPr/>
          <a:lstStyle/>
          <a:p>
            <a:fld id="{76753AC5-8BAA-4C44-A61D-6606EDBBDF27}" type="datetimeFigureOut">
              <a:rPr lang="en-US" smtClean="0"/>
              <a:t>6/23/2026</a:t>
            </a:fld>
            <a:endParaRPr lang="en-US"/>
          </a:p>
        </p:txBody>
      </p:sp>
      <p:sp>
        <p:nvSpPr>
          <p:cNvPr id="5" name="Footer Placeholder 4">
            <a:extLst>
              <a:ext uri="{FF2B5EF4-FFF2-40B4-BE49-F238E27FC236}">
                <a16:creationId xmlns:a16="http://schemas.microsoft.com/office/drawing/2014/main" id="{9C048382-89CD-BFE9-169B-7C0ACFE72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F3E994-4484-EC5A-D2A7-D76BAEFECF5C}"/>
              </a:ext>
            </a:extLst>
          </p:cNvPr>
          <p:cNvSpPr>
            <a:spLocks noGrp="1"/>
          </p:cNvSpPr>
          <p:nvPr>
            <p:ph type="sldNum" sz="quarter" idx="12"/>
          </p:nvPr>
        </p:nvSpPr>
        <p:spPr/>
        <p:txBody>
          <a:bodyPr/>
          <a:lstStyle/>
          <a:p>
            <a:fld id="{B00B8199-0697-419D-890D-263C7D079D20}" type="slidenum">
              <a:rPr lang="en-US" smtClean="0"/>
              <a:t>‹#›</a:t>
            </a:fld>
            <a:endParaRPr lang="en-US"/>
          </a:p>
        </p:txBody>
      </p:sp>
    </p:spTree>
    <p:extLst>
      <p:ext uri="{BB962C8B-B14F-4D97-AF65-F5344CB8AC3E}">
        <p14:creationId xmlns:p14="http://schemas.microsoft.com/office/powerpoint/2010/main" val="1908136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123954-6544-31BF-5946-9E05174712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18107D-ADDF-E950-C0CA-7CD1AE19D6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87949-3C2C-0B22-E993-D5635434EC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753AC5-8BAA-4C44-A61D-6606EDBBDF27}" type="datetimeFigureOut">
              <a:rPr lang="en-US" smtClean="0"/>
              <a:t>6/23/2026</a:t>
            </a:fld>
            <a:endParaRPr lang="en-US"/>
          </a:p>
        </p:txBody>
      </p:sp>
      <p:sp>
        <p:nvSpPr>
          <p:cNvPr id="5" name="Footer Placeholder 4">
            <a:extLst>
              <a:ext uri="{FF2B5EF4-FFF2-40B4-BE49-F238E27FC236}">
                <a16:creationId xmlns:a16="http://schemas.microsoft.com/office/drawing/2014/main" id="{D1689B1F-7CEC-3658-41B2-16481B72A5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AAFEF0-BDBB-05E8-AEE8-8439BC979D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0B8199-0697-419D-890D-263C7D079D20}" type="slidenum">
              <a:rPr lang="en-US" smtClean="0"/>
              <a:t>‹#›</a:t>
            </a:fld>
            <a:endParaRPr lang="en-US"/>
          </a:p>
        </p:txBody>
      </p:sp>
    </p:spTree>
    <p:extLst>
      <p:ext uri="{BB962C8B-B14F-4D97-AF65-F5344CB8AC3E}">
        <p14:creationId xmlns:p14="http://schemas.microsoft.com/office/powerpoint/2010/main" val="2565408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pandas/introduction-to-pandas-in-python/" TargetMode="External"/><Relationship Id="rId2" Type="http://schemas.openxmlformats.org/officeDocument/2006/relationships/hyperlink" Target="https://www.geeksforgeeks.org/python/introduction-to-numpy/" TargetMode="External"/><Relationship Id="rId1" Type="http://schemas.openxmlformats.org/officeDocument/2006/relationships/slideLayout" Target="../slideLayouts/slideLayout1.xml"/><Relationship Id="rId5" Type="http://schemas.openxmlformats.org/officeDocument/2006/relationships/hyperlink" Target="https://www.geeksforgeeks.org/machine-learning/learning-model-building-scikit-learn-python-machine-learning-library/" TargetMode="External"/><Relationship Id="rId4" Type="http://schemas.openxmlformats.org/officeDocument/2006/relationships/hyperlink" Target="https://www.geeksforgeeks.org/python/pyplot-in-matplotlib/"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6C1C4-41CD-87AA-564C-884205214CBF}"/>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3" name="Subtitle 2">
            <a:extLst>
              <a:ext uri="{FF2B5EF4-FFF2-40B4-BE49-F238E27FC236}">
                <a16:creationId xmlns:a16="http://schemas.microsoft.com/office/drawing/2014/main" id="{27D5FE66-ADBC-DA38-8A2A-3AACB79F16B0}"/>
              </a:ext>
            </a:extLst>
          </p:cNvPr>
          <p:cNvSpPr>
            <a:spLocks noGrp="1"/>
          </p:cNvSpPr>
          <p:nvPr>
            <p:ph type="subTitle" idx="1"/>
          </p:nvPr>
        </p:nvSpPr>
        <p:spPr>
          <a:xfrm>
            <a:off x="1524000" y="5117691"/>
            <a:ext cx="9144000" cy="1655762"/>
          </a:xfrm>
        </p:spPr>
        <p:txBody>
          <a:bodyPr>
            <a:normAutofit lnSpcReduction="10000"/>
          </a:bodyPr>
          <a:lstStyle/>
          <a:p>
            <a:r>
              <a:rPr lang="en-US" dirty="0">
                <a:latin typeface="Arial Black" panose="020B0A04020102020204" pitchFamily="34" charset="0"/>
              </a:rPr>
              <a:t>Dr Ashok Gopalakrishnan</a:t>
            </a:r>
          </a:p>
          <a:p>
            <a:r>
              <a:rPr lang="en-US" dirty="0">
                <a:latin typeface="Arial Black" panose="020B0A04020102020204" pitchFamily="34" charset="0"/>
              </a:rPr>
              <a:t>Professor Emeritus</a:t>
            </a:r>
          </a:p>
          <a:p>
            <a:r>
              <a:rPr lang="en-US" dirty="0">
                <a:latin typeface="Arial Black" panose="020B0A04020102020204" pitchFamily="34" charset="0"/>
              </a:rPr>
              <a:t>UN Fellow for Post Doctoral Research @ The German Academy of Sciences, Leipzig, Berlin</a:t>
            </a:r>
          </a:p>
        </p:txBody>
      </p:sp>
      <p:pic>
        <p:nvPicPr>
          <p:cNvPr id="5" name="Picture 4">
            <a:extLst>
              <a:ext uri="{FF2B5EF4-FFF2-40B4-BE49-F238E27FC236}">
                <a16:creationId xmlns:a16="http://schemas.microsoft.com/office/drawing/2014/main" id="{FC9D1E71-DB17-B48B-C2EA-B54F73146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303" y="1143641"/>
            <a:ext cx="8288594" cy="3771598"/>
          </a:xfrm>
          <a:prstGeom prst="rect">
            <a:avLst/>
          </a:prstGeom>
        </p:spPr>
      </p:pic>
    </p:spTree>
    <p:extLst>
      <p:ext uri="{BB962C8B-B14F-4D97-AF65-F5344CB8AC3E}">
        <p14:creationId xmlns:p14="http://schemas.microsoft.com/office/powerpoint/2010/main" val="3655598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A481E-9FC8-3AEA-89DB-3D62B61BD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44512-ACA4-3346-24E3-31E6D441F15D}"/>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8" name="TextBox 7">
            <a:extLst>
              <a:ext uri="{FF2B5EF4-FFF2-40B4-BE49-F238E27FC236}">
                <a16:creationId xmlns:a16="http://schemas.microsoft.com/office/drawing/2014/main" id="{B44F2108-F3CC-5A8D-036E-B58976957D20}"/>
              </a:ext>
            </a:extLst>
          </p:cNvPr>
          <p:cNvSpPr txBox="1"/>
          <p:nvPr/>
        </p:nvSpPr>
        <p:spPr>
          <a:xfrm>
            <a:off x="1111045" y="1328252"/>
            <a:ext cx="9773264" cy="1477328"/>
          </a:xfrm>
          <a:prstGeom prst="rect">
            <a:avLst/>
          </a:prstGeom>
          <a:noFill/>
        </p:spPr>
        <p:txBody>
          <a:bodyPr wrap="square">
            <a:spAutoFit/>
          </a:bodyPr>
          <a:lstStyle/>
          <a:p>
            <a:pPr algn="just"/>
            <a:r>
              <a:rPr lang="en-US" dirty="0">
                <a:latin typeface="Arial Black" panose="020B0A04020102020204" pitchFamily="34" charset="0"/>
              </a:rPr>
              <a:t>“Imagine you’re trying to predict whether a passenger on the Titanic survived or not. The outcome isn’t a number like fare or age — it’s a category: </a:t>
            </a:r>
            <a:r>
              <a:rPr lang="en-US" i="1" dirty="0">
                <a:latin typeface="Arial Black" panose="020B0A04020102020204" pitchFamily="34" charset="0"/>
              </a:rPr>
              <a:t>yes</a:t>
            </a:r>
            <a:r>
              <a:rPr lang="en-US" dirty="0">
                <a:latin typeface="Arial Black" panose="020B0A04020102020204" pitchFamily="34" charset="0"/>
              </a:rPr>
              <a:t> or </a:t>
            </a:r>
            <a:r>
              <a:rPr lang="en-US" i="1" dirty="0">
                <a:latin typeface="Arial Black" panose="020B0A04020102020204" pitchFamily="34" charset="0"/>
              </a:rPr>
              <a:t>no</a:t>
            </a:r>
            <a:r>
              <a:rPr lang="en-US" dirty="0">
                <a:latin typeface="Arial Black" panose="020B0A04020102020204" pitchFamily="34" charset="0"/>
              </a:rPr>
              <a:t>. This is where </a:t>
            </a:r>
            <a:r>
              <a:rPr lang="en-US" b="1" dirty="0">
                <a:latin typeface="Arial Black" panose="020B0A04020102020204" pitchFamily="34" charset="0"/>
              </a:rPr>
              <a:t>Logistic Regression</a:t>
            </a:r>
            <a:r>
              <a:rPr lang="en-US" dirty="0">
                <a:latin typeface="Arial Black" panose="020B0A04020102020204" pitchFamily="34" charset="0"/>
              </a:rPr>
              <a:t> comes in. Unlike linear regression, which predicts continuous values, logistic regression helps us classify outcomes into categories.”</a:t>
            </a:r>
          </a:p>
        </p:txBody>
      </p:sp>
      <p:sp>
        <p:nvSpPr>
          <p:cNvPr id="10" name="TextBox 9">
            <a:extLst>
              <a:ext uri="{FF2B5EF4-FFF2-40B4-BE49-F238E27FC236}">
                <a16:creationId xmlns:a16="http://schemas.microsoft.com/office/drawing/2014/main" id="{DCF552C4-2158-6098-7320-0B96E03E9ECA}"/>
              </a:ext>
            </a:extLst>
          </p:cNvPr>
          <p:cNvSpPr txBox="1"/>
          <p:nvPr/>
        </p:nvSpPr>
        <p:spPr>
          <a:xfrm>
            <a:off x="1111045" y="2832986"/>
            <a:ext cx="9773264" cy="1477328"/>
          </a:xfrm>
          <a:prstGeom prst="rect">
            <a:avLst/>
          </a:prstGeom>
          <a:noFill/>
        </p:spPr>
        <p:txBody>
          <a:bodyPr wrap="square">
            <a:spAutoFit/>
          </a:bodyPr>
          <a:lstStyle/>
          <a:p>
            <a:pPr algn="just"/>
            <a:r>
              <a:rPr lang="en-US" dirty="0">
                <a:latin typeface="Arial Black" panose="020B0A04020102020204" pitchFamily="34" charset="0"/>
              </a:rPr>
              <a:t>“At its heart, logistic regression uses the </a:t>
            </a:r>
            <a:r>
              <a:rPr lang="en-US" b="1" dirty="0">
                <a:latin typeface="Arial Black" panose="020B0A04020102020204" pitchFamily="34" charset="0"/>
              </a:rPr>
              <a:t>sigmoid function</a:t>
            </a:r>
            <a:r>
              <a:rPr lang="en-US" dirty="0">
                <a:latin typeface="Arial Black" panose="020B0A04020102020204" pitchFamily="34" charset="0"/>
              </a:rPr>
              <a:t> — an S‑shaped curve that maps any input into a probability between 0 and 1. If the probability is above 0.5, we classify it as ‘yes’; if below 0.5, we classify it as ‘no’. This makes logistic regression perfect for problems like survival prediction, spam detection, or medical diagnosis.”</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8FA491C1-A725-1AAD-5A21-8D1F6FE06534}"/>
                  </a:ext>
                </a:extLst>
              </p:cNvPr>
              <p:cNvSpPr txBox="1"/>
              <p:nvPr/>
            </p:nvSpPr>
            <p:spPr>
              <a:xfrm>
                <a:off x="1032387" y="4550642"/>
                <a:ext cx="9773264" cy="2002343"/>
              </a:xfrm>
              <a:prstGeom prst="rect">
                <a:avLst/>
              </a:prstGeom>
              <a:noFill/>
            </p:spPr>
            <p:txBody>
              <a:bodyPr wrap="square">
                <a:spAutoFit/>
              </a:bodyPr>
              <a:lstStyle/>
              <a:p>
                <a:pPr algn="just">
                  <a:buNone/>
                </a:pPr>
                <a:r>
                  <a:rPr lang="en-US" dirty="0">
                    <a:effectLst/>
                    <a:latin typeface="Arial Black" panose="020B0A04020102020204" pitchFamily="34" charset="0"/>
                  </a:rPr>
                  <a:t>“The equation looks like this:</a:t>
                </a:r>
                <a:endParaRPr lang="en-US" dirty="0">
                  <a:latin typeface="Arial Black" panose="020B0A04020102020204" pitchFamily="34" charset="0"/>
                </a:endParaRPr>
              </a:p>
              <a:p>
                <a:pPr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nor/>
                            </m:rPr>
                            <a:rPr lang="en-US" b="0" i="1">
                              <a:latin typeface="Arial Black" panose="020B0A04020102020204" pitchFamily="34" charset="0"/>
                            </a:rPr>
                            <m:t>event</m:t>
                          </m:r>
                        </m:e>
                      </m:d>
                      <m:r>
                        <a:rPr lang="en-US" b="0" i="0">
                          <a:latin typeface="Cambria Math" panose="02040503050406030204" pitchFamily="18" charset="0"/>
                        </a:rPr>
                        <m:t>=</m:t>
                      </m:r>
                      <m:f>
                        <m:fPr>
                          <m:ctrlPr>
                            <a:rPr lang="en-US" b="0" i="1">
                              <a:latin typeface="Cambria Math" panose="02040503050406030204" pitchFamily="18" charset="0"/>
                            </a:rPr>
                          </m:ctrlPr>
                        </m:fPr>
                        <m:num>
                          <m:r>
                            <a:rPr lang="en-US" b="0" i="0">
                              <a:latin typeface="Cambria Math" panose="02040503050406030204" pitchFamily="18" charset="0"/>
                            </a:rPr>
                            <m:t>1</m:t>
                          </m:r>
                        </m:num>
                        <m:den>
                          <m:r>
                            <a:rPr lang="en-US" b="0" i="0">
                              <a:latin typeface="Cambria Math" panose="02040503050406030204" pitchFamily="18" charset="0"/>
                            </a:rPr>
                            <m:t>1+</m:t>
                          </m:r>
                          <m:sSup>
                            <m:sSupPr>
                              <m:ctrlPr>
                                <a:rPr lang="en-US" b="0" i="1">
                                  <a:latin typeface="Cambria Math" panose="02040503050406030204" pitchFamily="18" charset="0"/>
                                </a:rPr>
                              </m:ctrlPr>
                            </m:sSupPr>
                            <m:e>
                              <m:r>
                                <a:rPr lang="en-US" b="0" i="1">
                                  <a:latin typeface="Cambria Math" panose="02040503050406030204" pitchFamily="18" charset="0"/>
                                </a:rPr>
                                <m:t>𝑒</m:t>
                              </m:r>
                            </m:e>
                            <m:sup>
                              <m:r>
                                <a:rPr lang="en-US" b="0" i="0">
                                  <a:latin typeface="Cambria Math" panose="02040503050406030204" pitchFamily="18" charset="0"/>
                                </a:rPr>
                                <m:t>−</m:t>
                              </m:r>
                              <m:r>
                                <a:rPr lang="en-US" b="0" i="1">
                                  <a:latin typeface="Cambria Math" panose="02040503050406030204" pitchFamily="18" charset="0"/>
                                </a:rPr>
                                <m:t>𝑧</m:t>
                              </m:r>
                            </m:sup>
                          </m:sSup>
                        </m:den>
                      </m:f>
                      <m:r>
                        <a:rPr lang="en-US" b="0" i="0">
                          <a:latin typeface="Cambria Math" panose="02040503050406030204" pitchFamily="18" charset="0"/>
                        </a:rPr>
                        <m:t>, </m:t>
                      </m:r>
                      <m:r>
                        <a:rPr lang="en-US" b="0" i="1">
                          <a:latin typeface="Cambria Math" panose="02040503050406030204" pitchFamily="18" charset="0"/>
                        </a:rPr>
                        <m:t>𝑧</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0</m:t>
                          </m:r>
                        </m:sub>
                      </m:sSub>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1</m:t>
                          </m:r>
                        </m:sub>
                      </m:sSub>
                      <m:sSub>
                        <m:sSubPr>
                          <m:ctrlPr>
                            <a:rPr lang="en-US" b="0" i="1">
                              <a:latin typeface="Cambria Math" panose="02040503050406030204" pitchFamily="18" charset="0"/>
                            </a:rPr>
                          </m:ctrlPr>
                        </m:sSubPr>
                        <m:e>
                          <m:r>
                            <a:rPr lang="en-US" b="0" i="1">
                              <a:latin typeface="Cambria Math" panose="02040503050406030204" pitchFamily="18" charset="0"/>
                            </a:rPr>
                            <m:t>𝑥</m:t>
                          </m:r>
                        </m:e>
                        <m:sub>
                          <m:r>
                            <a:rPr lang="en-US" b="0" i="0">
                              <a:latin typeface="Cambria Math" panose="02040503050406030204" pitchFamily="18" charset="0"/>
                            </a:rPr>
                            <m:t>1</m:t>
                          </m:r>
                        </m:sub>
                      </m:sSub>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2</m:t>
                          </m:r>
                        </m:sub>
                      </m:sSub>
                      <m:sSub>
                        <m:sSubPr>
                          <m:ctrlPr>
                            <a:rPr lang="en-US" b="0" i="1">
                              <a:latin typeface="Cambria Math" panose="02040503050406030204" pitchFamily="18" charset="0"/>
                            </a:rPr>
                          </m:ctrlPr>
                        </m:sSubPr>
                        <m:e>
                          <m:r>
                            <a:rPr lang="en-US" b="0" i="1">
                              <a:latin typeface="Cambria Math" panose="02040503050406030204" pitchFamily="18" charset="0"/>
                            </a:rPr>
                            <m:t>𝑥</m:t>
                          </m:r>
                        </m:e>
                        <m:sub>
                          <m:r>
                            <a:rPr lang="en-US" b="0" i="0">
                              <a:latin typeface="Cambria Math" panose="02040503050406030204" pitchFamily="18" charset="0"/>
                            </a:rPr>
                            <m:t>2</m:t>
                          </m:r>
                        </m:sub>
                      </m:sSub>
                      <m:r>
                        <a:rPr lang="en-US" b="0" i="0">
                          <a:latin typeface="Cambria Math" panose="02040503050406030204" pitchFamily="18" charset="0"/>
                        </a:rPr>
                        <m:t>+…</m:t>
                      </m:r>
                    </m:oMath>
                  </m:oMathPara>
                </a14:m>
                <a:endParaRPr lang="en-US" b="0" dirty="0">
                  <a:latin typeface="Arial Black" panose="020B0A04020102020204" pitchFamily="34" charset="0"/>
                </a:endParaRPr>
              </a:p>
              <a:p>
                <a:pPr algn="just">
                  <a:buNone/>
                </a:pPr>
                <a:r>
                  <a:rPr lang="en-US" dirty="0">
                    <a:effectLst/>
                    <a:latin typeface="Arial Black" panose="020B0A04020102020204" pitchFamily="34" charset="0"/>
                  </a:rPr>
                  <a:t>Here, </a:t>
                </a:r>
                <a14:m>
                  <m:oMath xmlns:m="http://schemas.openxmlformats.org/officeDocument/2006/math">
                    <m:r>
                      <a:rPr lang="en-US" i="1">
                        <a:latin typeface="Cambria Math" panose="02040503050406030204" pitchFamily="18" charset="0"/>
                      </a:rPr>
                      <m:t>𝑧</m:t>
                    </m:r>
                  </m:oMath>
                </a14:m>
                <a:r>
                  <a:rPr lang="en-US" dirty="0">
                    <a:effectLst/>
                    <a:latin typeface="Arial Black" panose="020B0A04020102020204" pitchFamily="34" charset="0"/>
                  </a:rPr>
                  <a:t>is a linear combination of features — age, class, fare, gender — and the sigmoid curve transforms it into a probability. On a plot, you’ll see data points scattered, and the logistic curve bending to separate survivors from non‑survivors.”</a:t>
                </a:r>
                <a:endParaRPr lang="en-US" dirty="0">
                  <a:latin typeface="Arial Black" panose="020B0A04020102020204" pitchFamily="34" charset="0"/>
                </a:endParaRPr>
              </a:p>
            </p:txBody>
          </p:sp>
        </mc:Choice>
        <mc:Fallback>
          <p:sp>
            <p:nvSpPr>
              <p:cNvPr id="12" name="TextBox 11">
                <a:extLst>
                  <a:ext uri="{FF2B5EF4-FFF2-40B4-BE49-F238E27FC236}">
                    <a16:creationId xmlns:a16="http://schemas.microsoft.com/office/drawing/2014/main" id="{8FA491C1-A725-1AAD-5A21-8D1F6FE06534}"/>
                  </a:ext>
                </a:extLst>
              </p:cNvPr>
              <p:cNvSpPr txBox="1">
                <a:spLocks noRot="1" noChangeAspect="1" noMove="1" noResize="1" noEditPoints="1" noAdjustHandles="1" noChangeArrowheads="1" noChangeShapeType="1" noTextEdit="1"/>
              </p:cNvSpPr>
              <p:nvPr/>
            </p:nvSpPr>
            <p:spPr>
              <a:xfrm>
                <a:off x="1032387" y="4550642"/>
                <a:ext cx="9773264" cy="2002343"/>
              </a:xfrm>
              <a:prstGeom prst="rect">
                <a:avLst/>
              </a:prstGeom>
              <a:blipFill>
                <a:blip r:embed="rId2"/>
                <a:stretch>
                  <a:fillRect l="-499" t="-1520" r="-499" b="-3647"/>
                </a:stretch>
              </a:blipFill>
            </p:spPr>
            <p:txBody>
              <a:bodyPr/>
              <a:lstStyle/>
              <a:p>
                <a:r>
                  <a:rPr lang="en-US">
                    <a:noFill/>
                  </a:rPr>
                  <a:t> </a:t>
                </a:r>
              </a:p>
            </p:txBody>
          </p:sp>
        </mc:Fallback>
      </mc:AlternateContent>
    </p:spTree>
    <p:extLst>
      <p:ext uri="{BB962C8B-B14F-4D97-AF65-F5344CB8AC3E}">
        <p14:creationId xmlns:p14="http://schemas.microsoft.com/office/powerpoint/2010/main" val="4008380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35AD-BE3B-411B-CFF4-19A19502C3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B8E88-1966-ACE7-C0F1-CFD71AD3C899}"/>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4" name="TextBox 3">
            <a:extLst>
              <a:ext uri="{FF2B5EF4-FFF2-40B4-BE49-F238E27FC236}">
                <a16:creationId xmlns:a16="http://schemas.microsoft.com/office/drawing/2014/main" id="{DE448D7D-F305-C83B-84F5-286FF77A7718}"/>
              </a:ext>
            </a:extLst>
          </p:cNvPr>
          <p:cNvSpPr txBox="1"/>
          <p:nvPr/>
        </p:nvSpPr>
        <p:spPr>
          <a:xfrm>
            <a:off x="1160207" y="2485469"/>
            <a:ext cx="10225548" cy="1477328"/>
          </a:xfrm>
          <a:prstGeom prst="rect">
            <a:avLst/>
          </a:prstGeom>
          <a:noFill/>
        </p:spPr>
        <p:txBody>
          <a:bodyPr wrap="square">
            <a:spAutoFit/>
          </a:bodyPr>
          <a:lstStyle/>
          <a:p>
            <a:pPr algn="just"/>
            <a:r>
              <a:rPr lang="en-US" b="1" dirty="0">
                <a:latin typeface="Arial Black" panose="020B0A04020102020204" pitchFamily="34" charset="0"/>
              </a:rPr>
              <a:t>Logistic regression is increasingly used in space science to classify, predict, and interpret complex mission data — from rocket launch success to stellar classification and solar event detection.</a:t>
            </a:r>
            <a:r>
              <a:rPr lang="en-US" dirty="0">
                <a:latin typeface="Arial Black" panose="020B0A04020102020204" pitchFamily="34" charset="0"/>
              </a:rPr>
              <a:t> It helps scientists make binary decisions (e.g., success/failure, flare/no flare) based on multiple mission or observational parameters.</a:t>
            </a:r>
          </a:p>
        </p:txBody>
      </p:sp>
    </p:spTree>
    <p:extLst>
      <p:ext uri="{BB962C8B-B14F-4D97-AF65-F5344CB8AC3E}">
        <p14:creationId xmlns:p14="http://schemas.microsoft.com/office/powerpoint/2010/main" val="921126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CD2A9-2BEB-E2F1-F988-B89052154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F3A11-32CC-37C2-20D0-73C4EB79A13B}"/>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pic>
        <p:nvPicPr>
          <p:cNvPr id="4" name="Picture 3">
            <a:extLst>
              <a:ext uri="{FF2B5EF4-FFF2-40B4-BE49-F238E27FC236}">
                <a16:creationId xmlns:a16="http://schemas.microsoft.com/office/drawing/2014/main" id="{6FD94E85-0F9E-61B0-02AF-23240C4F84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66" y="1429195"/>
            <a:ext cx="11562734" cy="5081158"/>
          </a:xfrm>
          <a:prstGeom prst="rect">
            <a:avLst/>
          </a:prstGeom>
        </p:spPr>
      </p:pic>
    </p:spTree>
    <p:extLst>
      <p:ext uri="{BB962C8B-B14F-4D97-AF65-F5344CB8AC3E}">
        <p14:creationId xmlns:p14="http://schemas.microsoft.com/office/powerpoint/2010/main" val="1875067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2A10F-8569-368A-8BB1-B01BDA87DE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26BAFD-C9D0-FAEB-E1F9-B1A9689253C2}"/>
              </a:ext>
            </a:extLst>
          </p:cNvPr>
          <p:cNvSpPr txBox="1"/>
          <p:nvPr/>
        </p:nvSpPr>
        <p:spPr>
          <a:xfrm>
            <a:off x="2369575" y="226665"/>
            <a:ext cx="7787149" cy="400110"/>
          </a:xfrm>
          <a:prstGeom prst="rect">
            <a:avLst/>
          </a:prstGeom>
          <a:noFill/>
        </p:spPr>
        <p:txBody>
          <a:bodyPr wrap="square">
            <a:spAutoFit/>
          </a:bodyPr>
          <a:lstStyle/>
          <a:p>
            <a:r>
              <a:rPr lang="en-US" sz="2000" dirty="0">
                <a:solidFill>
                  <a:srgbClr val="FF0000"/>
                </a:solidFill>
                <a:latin typeface="Arial Black" panose="020B0A04020102020204" pitchFamily="34" charset="0"/>
              </a:rPr>
              <a:t>Applications of Logistic Regression in Space Science</a:t>
            </a:r>
          </a:p>
        </p:txBody>
      </p:sp>
      <p:graphicFrame>
        <p:nvGraphicFramePr>
          <p:cNvPr id="6" name="Table 5">
            <a:extLst>
              <a:ext uri="{FF2B5EF4-FFF2-40B4-BE49-F238E27FC236}">
                <a16:creationId xmlns:a16="http://schemas.microsoft.com/office/drawing/2014/main" id="{D2B0CFBA-48BE-8BBF-31F2-B15A842E2A6F}"/>
              </a:ext>
            </a:extLst>
          </p:cNvPr>
          <p:cNvGraphicFramePr>
            <a:graphicFrameLocks noGrp="1"/>
          </p:cNvGraphicFramePr>
          <p:nvPr>
            <p:extLst>
              <p:ext uri="{D42A27DB-BD31-4B8C-83A1-F6EECF244321}">
                <p14:modId xmlns:p14="http://schemas.microsoft.com/office/powerpoint/2010/main" val="1944900437"/>
              </p:ext>
            </p:extLst>
          </p:nvPr>
        </p:nvGraphicFramePr>
        <p:xfrm>
          <a:off x="530941" y="825320"/>
          <a:ext cx="11031793" cy="5605960"/>
        </p:xfrm>
        <a:graphic>
          <a:graphicData uri="http://schemas.openxmlformats.org/drawingml/2006/table">
            <a:tbl>
              <a:tblPr/>
              <a:tblGrid>
                <a:gridCol w="3637665">
                  <a:extLst>
                    <a:ext uri="{9D8B030D-6E8A-4147-A177-3AD203B41FA5}">
                      <a16:colId xmlns:a16="http://schemas.microsoft.com/office/drawing/2014/main" val="1544550441"/>
                    </a:ext>
                  </a:extLst>
                </a:gridCol>
                <a:gridCol w="3697064">
                  <a:extLst>
                    <a:ext uri="{9D8B030D-6E8A-4147-A177-3AD203B41FA5}">
                      <a16:colId xmlns:a16="http://schemas.microsoft.com/office/drawing/2014/main" val="3940554050"/>
                    </a:ext>
                  </a:extLst>
                </a:gridCol>
                <a:gridCol w="3697064">
                  <a:extLst>
                    <a:ext uri="{9D8B030D-6E8A-4147-A177-3AD203B41FA5}">
                      <a16:colId xmlns:a16="http://schemas.microsoft.com/office/drawing/2014/main" val="2677253174"/>
                    </a:ext>
                  </a:extLst>
                </a:gridCol>
              </a:tblGrid>
              <a:tr h="217567">
                <a:tc>
                  <a:txBody>
                    <a:bodyPr/>
                    <a:lstStyle/>
                    <a:p>
                      <a:pPr>
                        <a:buNone/>
                      </a:pPr>
                      <a:r>
                        <a:rPr lang="en-US" sz="1400">
                          <a:solidFill>
                            <a:srgbClr val="FF0000"/>
                          </a:solidFill>
                          <a:latin typeface="Arial Black" panose="020B0A04020102020204" pitchFamily="34" charset="0"/>
                        </a:rPr>
                        <a:t>Domain</a:t>
                      </a:r>
                    </a:p>
                  </a:txBody>
                  <a:tcPr marL="54392" marR="54392" marT="27196" marB="27196" anchor="ctr">
                    <a:lnL>
                      <a:noFill/>
                    </a:lnL>
                    <a:lnR>
                      <a:noFill/>
                    </a:lnR>
                    <a:lnT>
                      <a:noFill/>
                    </a:lnT>
                    <a:lnB>
                      <a:noFill/>
                    </a:lnB>
                    <a:noFill/>
                  </a:tcPr>
                </a:tc>
                <a:tc>
                  <a:txBody>
                    <a:bodyPr/>
                    <a:lstStyle/>
                    <a:p>
                      <a:pPr>
                        <a:buNone/>
                      </a:pPr>
                      <a:r>
                        <a:rPr lang="en-US" sz="1400">
                          <a:solidFill>
                            <a:srgbClr val="FF0000"/>
                          </a:solidFill>
                          <a:latin typeface="Arial Black" panose="020B0A04020102020204" pitchFamily="34" charset="0"/>
                        </a:rPr>
                        <a:t>Example Use</a:t>
                      </a:r>
                    </a:p>
                  </a:txBody>
                  <a:tcPr marL="54392" marR="54392" marT="27196" marB="27196" anchor="ctr">
                    <a:lnL>
                      <a:noFill/>
                    </a:lnL>
                    <a:lnR>
                      <a:noFill/>
                    </a:lnR>
                    <a:lnT>
                      <a:noFill/>
                    </a:lnT>
                    <a:lnB>
                      <a:noFill/>
                    </a:lnB>
                    <a:noFill/>
                  </a:tcPr>
                </a:tc>
                <a:tc>
                  <a:txBody>
                    <a:bodyPr/>
                    <a:lstStyle/>
                    <a:p>
                      <a:pPr>
                        <a:buNone/>
                      </a:pPr>
                      <a:r>
                        <a:rPr lang="en-US" sz="1400" dirty="0">
                          <a:solidFill>
                            <a:srgbClr val="FF0000"/>
                          </a:solidFill>
                          <a:latin typeface="Arial Black" panose="020B0A04020102020204" pitchFamily="34" charset="0"/>
                        </a:rPr>
                        <a:t>Key Insights</a:t>
                      </a:r>
                    </a:p>
                  </a:txBody>
                  <a:tcPr marL="54392" marR="54392" marT="27196" marB="27196" anchor="ctr">
                    <a:lnL>
                      <a:noFill/>
                    </a:lnL>
                    <a:lnR>
                      <a:noFill/>
                    </a:lnR>
                    <a:lnT>
                      <a:noFill/>
                    </a:lnT>
                    <a:lnB>
                      <a:noFill/>
                    </a:lnB>
                    <a:noFill/>
                  </a:tcPr>
                </a:tc>
                <a:extLst>
                  <a:ext uri="{0D108BD9-81ED-4DB2-BD59-A6C34878D82A}">
                    <a16:rowId xmlns:a16="http://schemas.microsoft.com/office/drawing/2014/main" val="3601375809"/>
                  </a:ext>
                </a:extLst>
              </a:tr>
              <a:tr h="1033443">
                <a:tc>
                  <a:txBody>
                    <a:bodyPr/>
                    <a:lstStyle/>
                    <a:p>
                      <a:pPr>
                        <a:buNone/>
                      </a:pPr>
                      <a:r>
                        <a:rPr lang="en-US" sz="1400" b="1">
                          <a:latin typeface="Arial Black" panose="020B0A04020102020204" pitchFamily="34" charset="0"/>
                        </a:rPr>
                        <a:t>Rocket Launch Analysis</a:t>
                      </a:r>
                      <a:endParaRPr lang="en-US" sz="1400">
                        <a:latin typeface="Arial Black" panose="020B0A04020102020204" pitchFamily="34" charset="0"/>
                      </a:endParaRPr>
                    </a:p>
                  </a:txBody>
                  <a:tcPr marL="54392" marR="54392" marT="27196" marB="27196" anchor="ctr">
                    <a:lnL>
                      <a:noFill/>
                    </a:lnL>
                    <a:lnR>
                      <a:noFill/>
                    </a:lnR>
                    <a:lnT>
                      <a:noFill/>
                    </a:lnT>
                    <a:lnB>
                      <a:noFill/>
                    </a:lnB>
                    <a:noFill/>
                  </a:tcPr>
                </a:tc>
                <a:tc>
                  <a:txBody>
                    <a:bodyPr/>
                    <a:lstStyle/>
                    <a:p>
                      <a:pPr>
                        <a:buNone/>
                      </a:pPr>
                      <a:r>
                        <a:rPr lang="en-US" sz="1400" dirty="0">
                          <a:latin typeface="Arial Black" panose="020B0A04020102020204" pitchFamily="34" charset="0"/>
                        </a:rPr>
                        <a:t>Predicting whether a rocket launch will succeed based on features like launch year, rocket status, payload mass, and booster reuse.</a:t>
                      </a:r>
                    </a:p>
                  </a:txBody>
                  <a:tcPr marL="54392" marR="54392" marT="27196" marB="27196" anchor="ctr">
                    <a:lnL>
                      <a:noFill/>
                    </a:lnL>
                    <a:lnR>
                      <a:noFill/>
                    </a:lnR>
                    <a:lnT>
                      <a:noFill/>
                    </a:lnT>
                    <a:lnB>
                      <a:noFill/>
                    </a:lnB>
                    <a:noFill/>
                  </a:tcPr>
                </a:tc>
                <a:tc>
                  <a:txBody>
                    <a:bodyPr/>
                    <a:lstStyle/>
                    <a:p>
                      <a:pPr>
                        <a:buNone/>
                      </a:pPr>
                      <a:r>
                        <a:rPr lang="en-US" sz="1400" dirty="0">
                          <a:latin typeface="Arial Black" panose="020B0A04020102020204" pitchFamily="34" charset="0"/>
                        </a:rPr>
                        <a:t>Logistic regression models trained on datasets such as the </a:t>
                      </a:r>
                      <a:r>
                        <a:rPr lang="en-US" sz="1400" i="1" dirty="0">
                          <a:latin typeface="Arial Black" panose="020B0A04020102020204" pitchFamily="34" charset="0"/>
                        </a:rPr>
                        <a:t>Kaggle Space Missions</a:t>
                      </a:r>
                      <a:r>
                        <a:rPr lang="en-US" sz="1400" dirty="0">
                          <a:latin typeface="Arial Black" panose="020B0A04020102020204" pitchFamily="34" charset="0"/>
                        </a:rPr>
                        <a:t> or </a:t>
                      </a:r>
                      <a:r>
                        <a:rPr lang="en-US" sz="1400" i="1" dirty="0">
                          <a:latin typeface="Arial Black" panose="020B0A04020102020204" pitchFamily="34" charset="0"/>
                        </a:rPr>
                        <a:t>SpaceX Falcon 9</a:t>
                      </a:r>
                      <a:r>
                        <a:rPr lang="en-US" sz="1400" dirty="0">
                          <a:latin typeface="Arial Black" panose="020B0A04020102020204" pitchFamily="34" charset="0"/>
                        </a:rPr>
                        <a:t> data achieved strong predictive accuracy for binary outcomes (success/failure).</a:t>
                      </a:r>
                    </a:p>
                  </a:txBody>
                  <a:tcPr marL="54392" marR="54392" marT="27196" marB="27196" anchor="ctr">
                    <a:lnL>
                      <a:noFill/>
                    </a:lnL>
                    <a:lnR>
                      <a:noFill/>
                    </a:lnR>
                    <a:lnT>
                      <a:noFill/>
                    </a:lnT>
                    <a:lnB>
                      <a:noFill/>
                    </a:lnB>
                    <a:noFill/>
                  </a:tcPr>
                </a:tc>
                <a:extLst>
                  <a:ext uri="{0D108BD9-81ED-4DB2-BD59-A6C34878D82A}">
                    <a16:rowId xmlns:a16="http://schemas.microsoft.com/office/drawing/2014/main" val="972218209"/>
                  </a:ext>
                </a:extLst>
              </a:tr>
              <a:tr h="870268">
                <a:tc>
                  <a:txBody>
                    <a:bodyPr/>
                    <a:lstStyle/>
                    <a:p>
                      <a:pPr>
                        <a:buNone/>
                      </a:pPr>
                      <a:r>
                        <a:rPr lang="en-US" sz="1400" b="1">
                          <a:latin typeface="Arial Black" panose="020B0A04020102020204" pitchFamily="34" charset="0"/>
                        </a:rPr>
                        <a:t>Reusable Rocket Landings (SpaceX Falcon 9)</a:t>
                      </a:r>
                      <a:endParaRPr lang="en-US" sz="1400">
                        <a:latin typeface="Arial Black" panose="020B0A04020102020204" pitchFamily="34" charset="0"/>
                      </a:endParaRPr>
                    </a:p>
                  </a:txBody>
                  <a:tcPr marL="54392" marR="54392" marT="27196" marB="27196" anchor="ctr">
                    <a:lnL>
                      <a:noFill/>
                    </a:lnL>
                    <a:lnR>
                      <a:noFill/>
                    </a:lnR>
                    <a:lnT>
                      <a:noFill/>
                    </a:lnT>
                    <a:lnB>
                      <a:noFill/>
                    </a:lnB>
                    <a:noFill/>
                  </a:tcPr>
                </a:tc>
                <a:tc>
                  <a:txBody>
                    <a:bodyPr/>
                    <a:lstStyle/>
                    <a:p>
                      <a:pPr>
                        <a:buNone/>
                      </a:pPr>
                      <a:r>
                        <a:rPr lang="en-US" sz="1400">
                          <a:latin typeface="Arial Black" panose="020B0A04020102020204" pitchFamily="34" charset="0"/>
                        </a:rPr>
                        <a:t>Classifying successful vs. unsuccessful booster landings using parameters like payload mass, flight count, and reuse status.</a:t>
                      </a:r>
                    </a:p>
                  </a:txBody>
                  <a:tcPr marL="54392" marR="54392" marT="27196" marB="27196" anchor="ctr">
                    <a:lnL>
                      <a:noFill/>
                    </a:lnL>
                    <a:lnR>
                      <a:noFill/>
                    </a:lnR>
                    <a:lnT>
                      <a:noFill/>
                    </a:lnT>
                    <a:lnB>
                      <a:noFill/>
                    </a:lnB>
                    <a:noFill/>
                  </a:tcPr>
                </a:tc>
                <a:tc>
                  <a:txBody>
                    <a:bodyPr/>
                    <a:lstStyle/>
                    <a:p>
                      <a:pPr>
                        <a:buNone/>
                      </a:pPr>
                      <a:r>
                        <a:rPr lang="en-US" sz="1400" dirty="0">
                          <a:latin typeface="Arial Black" panose="020B0A04020102020204" pitchFamily="34" charset="0"/>
                        </a:rPr>
                        <a:t>The model’s coefficients reveal which factors most influence landing success — e.g., reused boosters and lower payload mass increase success probability.</a:t>
                      </a:r>
                    </a:p>
                  </a:txBody>
                  <a:tcPr marL="54392" marR="54392" marT="27196" marB="27196" anchor="ctr">
                    <a:lnL>
                      <a:noFill/>
                    </a:lnL>
                    <a:lnR>
                      <a:noFill/>
                    </a:lnR>
                    <a:lnT>
                      <a:noFill/>
                    </a:lnT>
                    <a:lnB>
                      <a:noFill/>
                    </a:lnB>
                    <a:noFill/>
                  </a:tcPr>
                </a:tc>
                <a:extLst>
                  <a:ext uri="{0D108BD9-81ED-4DB2-BD59-A6C34878D82A}">
                    <a16:rowId xmlns:a16="http://schemas.microsoft.com/office/drawing/2014/main" val="3744435399"/>
                  </a:ext>
                </a:extLst>
              </a:tr>
              <a:tr h="1033443">
                <a:tc>
                  <a:txBody>
                    <a:bodyPr/>
                    <a:lstStyle/>
                    <a:p>
                      <a:pPr>
                        <a:buNone/>
                      </a:pPr>
                      <a:r>
                        <a:rPr lang="en-US" sz="1400" b="1">
                          <a:latin typeface="Arial Black" panose="020B0A04020102020204" pitchFamily="34" charset="0"/>
                        </a:rPr>
                        <a:t>Stellar Classification</a:t>
                      </a:r>
                      <a:endParaRPr lang="en-US" sz="1400">
                        <a:latin typeface="Arial Black" panose="020B0A04020102020204" pitchFamily="34" charset="0"/>
                      </a:endParaRPr>
                    </a:p>
                  </a:txBody>
                  <a:tcPr marL="54392" marR="54392" marT="27196" marB="27196" anchor="ctr">
                    <a:lnL>
                      <a:noFill/>
                    </a:lnL>
                    <a:lnR>
                      <a:noFill/>
                    </a:lnR>
                    <a:lnT>
                      <a:noFill/>
                    </a:lnT>
                    <a:lnB>
                      <a:noFill/>
                    </a:lnB>
                    <a:noFill/>
                  </a:tcPr>
                </a:tc>
                <a:tc>
                  <a:txBody>
                    <a:bodyPr/>
                    <a:lstStyle/>
                    <a:p>
                      <a:pPr>
                        <a:buNone/>
                      </a:pPr>
                      <a:r>
                        <a:rPr lang="en-US" sz="1400">
                          <a:latin typeface="Arial Black" panose="020B0A04020102020204" pitchFamily="34" charset="0"/>
                        </a:rPr>
                        <a:t>Categorizing stars based on color–color diagrams and spectral data.</a:t>
                      </a:r>
                    </a:p>
                  </a:txBody>
                  <a:tcPr marL="54392" marR="54392" marT="27196" marB="27196" anchor="ctr">
                    <a:lnL>
                      <a:noFill/>
                    </a:lnL>
                    <a:lnR>
                      <a:noFill/>
                    </a:lnR>
                    <a:lnT>
                      <a:noFill/>
                    </a:lnT>
                    <a:lnB>
                      <a:noFill/>
                    </a:lnB>
                    <a:noFill/>
                  </a:tcPr>
                </a:tc>
                <a:tc>
                  <a:txBody>
                    <a:bodyPr/>
                    <a:lstStyle/>
                    <a:p>
                      <a:pPr>
                        <a:buNone/>
                      </a:pPr>
                      <a:r>
                        <a:rPr lang="en-US" sz="1400" dirty="0">
                          <a:latin typeface="Arial Black" panose="020B0A04020102020204" pitchFamily="34" charset="0"/>
                        </a:rPr>
                        <a:t>Logistic regression helps separate stellar types (e.g., main‑sequence vs. giants) using photometric features, providing interpretable coefficients for astrophysical relationships.</a:t>
                      </a:r>
                    </a:p>
                  </a:txBody>
                  <a:tcPr marL="54392" marR="54392" marT="27196" marB="27196" anchor="ctr">
                    <a:lnL>
                      <a:noFill/>
                    </a:lnL>
                    <a:lnR>
                      <a:noFill/>
                    </a:lnR>
                    <a:lnT>
                      <a:noFill/>
                    </a:lnT>
                    <a:lnB>
                      <a:noFill/>
                    </a:lnB>
                    <a:noFill/>
                  </a:tcPr>
                </a:tc>
                <a:extLst>
                  <a:ext uri="{0D108BD9-81ED-4DB2-BD59-A6C34878D82A}">
                    <a16:rowId xmlns:a16="http://schemas.microsoft.com/office/drawing/2014/main" val="51910005"/>
                  </a:ext>
                </a:extLst>
              </a:tr>
              <a:tr h="1196618">
                <a:tc>
                  <a:txBody>
                    <a:bodyPr/>
                    <a:lstStyle/>
                    <a:p>
                      <a:pPr>
                        <a:buNone/>
                      </a:pPr>
                      <a:r>
                        <a:rPr lang="en-US" sz="1400" b="1">
                          <a:latin typeface="Arial Black" panose="020B0A04020102020204" pitchFamily="34" charset="0"/>
                        </a:rPr>
                        <a:t>Solar Event Detection (Aditya‑L1, NASA missions)</a:t>
                      </a:r>
                      <a:endParaRPr lang="en-US" sz="1400">
                        <a:latin typeface="Arial Black" panose="020B0A04020102020204" pitchFamily="34" charset="0"/>
                      </a:endParaRPr>
                    </a:p>
                  </a:txBody>
                  <a:tcPr marL="54392" marR="54392" marT="27196" marB="27196" anchor="ctr">
                    <a:lnL>
                      <a:noFill/>
                    </a:lnL>
                    <a:lnR>
                      <a:noFill/>
                    </a:lnR>
                    <a:lnT>
                      <a:noFill/>
                    </a:lnT>
                    <a:lnB>
                      <a:noFill/>
                    </a:lnB>
                    <a:noFill/>
                  </a:tcPr>
                </a:tc>
                <a:tc>
                  <a:txBody>
                    <a:bodyPr/>
                    <a:lstStyle/>
                    <a:p>
                      <a:pPr>
                        <a:buNone/>
                      </a:pPr>
                      <a:r>
                        <a:rPr lang="en-US" sz="1400">
                          <a:latin typeface="Arial Black" panose="020B0A04020102020204" pitchFamily="34" charset="0"/>
                        </a:rPr>
                        <a:t>Classifying coronal mass ejections (CMEs) or flare events vs. quiet periods using solar wind and X‑ray data.</a:t>
                      </a:r>
                    </a:p>
                  </a:txBody>
                  <a:tcPr marL="54392" marR="54392" marT="27196" marB="27196" anchor="ctr">
                    <a:lnL>
                      <a:noFill/>
                    </a:lnL>
                    <a:lnR>
                      <a:noFill/>
                    </a:lnR>
                    <a:lnT>
                      <a:noFill/>
                    </a:lnT>
                    <a:lnB>
                      <a:noFill/>
                    </a:lnB>
                    <a:noFill/>
                  </a:tcPr>
                </a:tc>
                <a:tc>
                  <a:txBody>
                    <a:bodyPr/>
                    <a:lstStyle/>
                    <a:p>
                      <a:pPr>
                        <a:buNone/>
                      </a:pPr>
                      <a:r>
                        <a:rPr lang="en-US" sz="1400" dirty="0">
                          <a:latin typeface="Arial Black" panose="020B0A04020102020204" pitchFamily="34" charset="0"/>
                        </a:rPr>
                        <a:t>Logistic regression converts continuous sensor readings into probabilities of event occurrence, aiding real‑time space‑weather prediction. </a:t>
                      </a:r>
                      <a:r>
                        <a:rPr lang="en-US" sz="1400" i="1" dirty="0">
                          <a:latin typeface="Arial Black" panose="020B0A04020102020204" pitchFamily="34" charset="0"/>
                        </a:rPr>
                        <a:t>(Inference based on current solar data analysis practices.)</a:t>
                      </a:r>
                      <a:endParaRPr lang="en-US" sz="1400" dirty="0">
                        <a:latin typeface="Arial Black" panose="020B0A04020102020204" pitchFamily="34" charset="0"/>
                      </a:endParaRPr>
                    </a:p>
                  </a:txBody>
                  <a:tcPr marL="54392" marR="54392" marT="27196" marB="27196" anchor="ctr">
                    <a:lnL>
                      <a:noFill/>
                    </a:lnL>
                    <a:lnR>
                      <a:noFill/>
                    </a:lnR>
                    <a:lnT>
                      <a:noFill/>
                    </a:lnT>
                    <a:lnB>
                      <a:noFill/>
                    </a:lnB>
                    <a:noFill/>
                  </a:tcPr>
                </a:tc>
                <a:extLst>
                  <a:ext uri="{0D108BD9-81ED-4DB2-BD59-A6C34878D82A}">
                    <a16:rowId xmlns:a16="http://schemas.microsoft.com/office/drawing/2014/main" val="2508224056"/>
                  </a:ext>
                </a:extLst>
              </a:tr>
            </a:tbl>
          </a:graphicData>
        </a:graphic>
      </p:graphicFrame>
    </p:spTree>
    <p:extLst>
      <p:ext uri="{BB962C8B-B14F-4D97-AF65-F5344CB8AC3E}">
        <p14:creationId xmlns:p14="http://schemas.microsoft.com/office/powerpoint/2010/main" val="4234520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5C04-305A-8296-5F59-64D66BC165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A41CED-C3E9-3D3E-9176-39361B345515}"/>
              </a:ext>
            </a:extLst>
          </p:cNvPr>
          <p:cNvSpPr txBox="1"/>
          <p:nvPr/>
        </p:nvSpPr>
        <p:spPr>
          <a:xfrm>
            <a:off x="1012721" y="476297"/>
            <a:ext cx="10402529" cy="2862322"/>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Why Logistic Regression Works Well in Space Research</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Binary outcomes:</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Many space problems are yes/no — launch success, flare occurrence, signal detection.</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Interpretability:</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Coefficients show how each variable (e.g., payload mass, solar flux) affects the log‑odds of success or event detection.</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Efficiency:</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Works well with limited datasets typical of mission telemetry or observational campaigns.</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Robustness:</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Less prone to overfitting than complex models, making it ideal for early‑stage mission analytics.</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ECA3F429-A2B0-72D8-1E0F-6DE4A4FBA7F9}"/>
              </a:ext>
            </a:extLst>
          </p:cNvPr>
          <p:cNvSpPr txBox="1"/>
          <p:nvPr/>
        </p:nvSpPr>
        <p:spPr>
          <a:xfrm>
            <a:off x="1278194" y="3625645"/>
            <a:ext cx="10009239" cy="2862322"/>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Example Insight</a:t>
            </a:r>
          </a:p>
          <a:p>
            <a:pPr algn="just">
              <a:buNone/>
            </a:pPr>
            <a:endParaRPr lang="en-US" b="1" dirty="0">
              <a:latin typeface="Arial Black" panose="020B0A04020102020204" pitchFamily="34" charset="0"/>
            </a:endParaRPr>
          </a:p>
          <a:p>
            <a:pPr algn="just">
              <a:buNone/>
            </a:pPr>
            <a:r>
              <a:rPr lang="en-US" dirty="0">
                <a:effectLst/>
                <a:latin typeface="Arial Black" panose="020B0A04020102020204" pitchFamily="34" charset="0"/>
              </a:rPr>
              <a:t>In a </a:t>
            </a:r>
            <a:r>
              <a:rPr lang="en-US" i="1" dirty="0">
                <a:effectLst/>
                <a:latin typeface="Arial Black" panose="020B0A04020102020204" pitchFamily="34" charset="0"/>
              </a:rPr>
              <a:t>rocket‑launch </a:t>
            </a:r>
            <a:r>
              <a:rPr lang="en-US" i="1" dirty="0">
                <a:solidFill>
                  <a:srgbClr val="FF0000"/>
                </a:solidFill>
                <a:effectLst/>
                <a:latin typeface="Arial Black" panose="020B0A04020102020204" pitchFamily="34" charset="0"/>
              </a:rPr>
              <a:t>success prediction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study, logistic regression identified </a:t>
            </a:r>
            <a:r>
              <a:rPr lang="en-US" b="1" dirty="0">
                <a:effectLst/>
                <a:latin typeface="Arial Black" panose="020B0A04020102020204" pitchFamily="34" charset="0"/>
              </a:rPr>
              <a:t>launch year</a:t>
            </a:r>
            <a:r>
              <a:rPr lang="en-US" dirty="0">
                <a:effectLst/>
                <a:latin typeface="Arial Black" panose="020B0A04020102020204" pitchFamily="34" charset="0"/>
              </a:rPr>
              <a:t> as the most influential feature, while </a:t>
            </a:r>
            <a:r>
              <a:rPr lang="en-US" b="1" dirty="0">
                <a:effectLst/>
                <a:latin typeface="Arial Black" panose="020B0A04020102020204" pitchFamily="34" charset="0"/>
              </a:rPr>
              <a:t>rocket status code</a:t>
            </a:r>
            <a:r>
              <a:rPr lang="en-US" dirty="0">
                <a:effectLst/>
                <a:latin typeface="Arial Black" panose="020B0A04020102020204" pitchFamily="34" charset="0"/>
              </a:rPr>
              <a:t> had weaker correlation. Hyperparameter tuning (C = 0.01, penalty = ‘l1’, solver = ‘</a:t>
            </a:r>
            <a:r>
              <a:rPr lang="en-US" dirty="0" err="1">
                <a:effectLst/>
                <a:latin typeface="Arial Black" panose="020B0A04020102020204" pitchFamily="34" charset="0"/>
              </a:rPr>
              <a:t>liblinear</a:t>
            </a:r>
            <a:r>
              <a:rPr lang="en-US" dirty="0">
                <a:effectLst/>
                <a:latin typeface="Arial Black" panose="020B0A04020102020204" pitchFamily="34" charset="0"/>
              </a:rPr>
              <a:t>’) optimized accuracy.</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Similarly, in </a:t>
            </a:r>
            <a:r>
              <a:rPr lang="en-US" i="1" dirty="0">
                <a:solidFill>
                  <a:srgbClr val="FF0000"/>
                </a:solidFill>
                <a:effectLst/>
                <a:latin typeface="Arial Black" panose="020B0A04020102020204" pitchFamily="34" charset="0"/>
              </a:rPr>
              <a:t>stellar classification</a:t>
            </a:r>
            <a:r>
              <a:rPr lang="en-US" dirty="0">
                <a:effectLst/>
                <a:latin typeface="Arial Black" panose="020B0A04020102020204" pitchFamily="34" charset="0"/>
              </a:rPr>
              <a:t>, logistic regression achieved reliable separation of star types using photometric colors, demonstrating its value for </a:t>
            </a:r>
            <a:r>
              <a:rPr lang="en-US" b="1" dirty="0">
                <a:effectLst/>
                <a:latin typeface="Arial Black" panose="020B0A04020102020204" pitchFamily="34" charset="0"/>
              </a:rPr>
              <a:t>interpretable astrophysical modeling</a:t>
            </a:r>
            <a:r>
              <a:rPr lang="en-US" dirty="0">
                <a:effectLst/>
                <a:latin typeface="Arial Black" panose="020B0A04020102020204" pitchFamily="34" charset="0"/>
              </a:rPr>
              <a:t>.</a:t>
            </a:r>
            <a:endParaRPr lang="en-US" dirty="0">
              <a:latin typeface="Arial Black" panose="020B0A04020102020204" pitchFamily="34" charset="0"/>
            </a:endParaRPr>
          </a:p>
        </p:txBody>
      </p:sp>
    </p:spTree>
    <p:extLst>
      <p:ext uri="{BB962C8B-B14F-4D97-AF65-F5344CB8AC3E}">
        <p14:creationId xmlns:p14="http://schemas.microsoft.com/office/powerpoint/2010/main" val="779002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0FDA7-6964-78CF-D0F8-A09F613603B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6273859-44CA-F5EF-B5CD-3005D913F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8" y="0"/>
            <a:ext cx="12113342" cy="6857999"/>
          </a:xfrm>
          <a:prstGeom prst="rect">
            <a:avLst/>
          </a:prstGeom>
        </p:spPr>
      </p:pic>
    </p:spTree>
    <p:extLst>
      <p:ext uri="{BB962C8B-B14F-4D97-AF65-F5344CB8AC3E}">
        <p14:creationId xmlns:p14="http://schemas.microsoft.com/office/powerpoint/2010/main" val="331240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CA0FF-4C93-F7DE-046B-6F4A036DC2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82BAB5-5623-BC2C-1A5C-21CBF8A1F500}"/>
              </a:ext>
            </a:extLst>
          </p:cNvPr>
          <p:cNvSpPr txBox="1"/>
          <p:nvPr/>
        </p:nvSpPr>
        <p:spPr>
          <a:xfrm>
            <a:off x="432619" y="382720"/>
            <a:ext cx="11513574" cy="2585323"/>
          </a:xfrm>
          <a:prstGeom prst="rect">
            <a:avLst/>
          </a:prstGeom>
          <a:noFill/>
        </p:spPr>
        <p:txBody>
          <a:bodyPr wrap="square">
            <a:spAutoFit/>
          </a:bodyPr>
          <a:lstStyle/>
          <a:p>
            <a:pPr algn="just">
              <a:buNone/>
            </a:pPr>
            <a:r>
              <a:rPr lang="en-US" sz="1600" b="1" dirty="0">
                <a:solidFill>
                  <a:srgbClr val="FF0000"/>
                </a:solidFill>
                <a:latin typeface="Arial Black" panose="020B0A04020102020204" pitchFamily="34" charset="0"/>
              </a:rPr>
              <a:t>Rocket Launch &amp; Booster Landing</a:t>
            </a:r>
          </a:p>
          <a:p>
            <a:pPr marL="285750" indent="-285750" algn="just">
              <a:buFont typeface="Arial" panose="020B0604020202020204" pitchFamily="34" charset="0"/>
              <a:buChar char="•"/>
            </a:pPr>
            <a:r>
              <a:rPr lang="en-US" sz="1600" dirty="0">
                <a:effectLst/>
                <a:latin typeface="Arial Black" panose="020B0A04020102020204" pitchFamily="34" charset="0"/>
              </a:rPr>
              <a:t>Logistic regression is used to </a:t>
            </a:r>
            <a:r>
              <a:rPr lang="en-US" sz="1600" b="1" dirty="0">
                <a:effectLst/>
                <a:latin typeface="Arial Black" panose="020B0A04020102020204" pitchFamily="34" charset="0"/>
              </a:rPr>
              <a:t>predict launch success or failure</a:t>
            </a:r>
            <a:r>
              <a:rPr lang="en-US" sz="1600" dirty="0">
                <a:effectLst/>
                <a:latin typeface="Arial Black" panose="020B0A04020102020204" pitchFamily="34" charset="0"/>
              </a:rPr>
              <a:t> based on features like payload mass, launch site, booster reuse, and weather conditions.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SpaceX Falcon 9 studies show logistic regression can classify </a:t>
            </a:r>
            <a:r>
              <a:rPr lang="en-US" sz="1600" b="1" dirty="0">
                <a:effectLst/>
                <a:latin typeface="Arial Black" panose="020B0A04020102020204" pitchFamily="34" charset="0"/>
              </a:rPr>
              <a:t>successful vs. unsuccessful booster landings</a:t>
            </a:r>
            <a:r>
              <a:rPr lang="en-US" sz="1600" dirty="0">
                <a:effectLst/>
                <a:latin typeface="Arial Black" panose="020B0A04020102020204" pitchFamily="34" charset="0"/>
              </a:rPr>
              <a:t>, with coefficients revealing which factors most strongly influence outcomes.</a:t>
            </a:r>
            <a:endParaRPr lang="en-US" sz="1600" dirty="0">
              <a:latin typeface="Arial Black" panose="020B0A04020102020204" pitchFamily="34" charset="0"/>
            </a:endParaRPr>
          </a:p>
          <a:p>
            <a:pPr algn="just">
              <a:buNone/>
            </a:pPr>
            <a:r>
              <a:rPr lang="en-US" sz="1600" b="1" dirty="0">
                <a:solidFill>
                  <a:srgbClr val="FF0000"/>
                </a:solidFill>
                <a:latin typeface="Arial Black" panose="020B0A04020102020204" pitchFamily="34" charset="0"/>
              </a:rPr>
              <a:t>Solar Physics &amp; Space Weather</a:t>
            </a:r>
          </a:p>
          <a:p>
            <a:pPr marL="285750" indent="-285750" algn="just">
              <a:buFont typeface="Arial" panose="020B0604020202020204" pitchFamily="34" charset="0"/>
              <a:buChar char="•"/>
            </a:pPr>
            <a:r>
              <a:rPr lang="en-US" sz="1600" dirty="0">
                <a:effectLst/>
                <a:latin typeface="Arial Black" panose="020B0A04020102020204" pitchFamily="34" charset="0"/>
              </a:rPr>
              <a:t>Missions like </a:t>
            </a:r>
            <a:r>
              <a:rPr lang="en-US" sz="1600" b="1" dirty="0">
                <a:effectLst/>
                <a:latin typeface="Arial Black" panose="020B0A04020102020204" pitchFamily="34" charset="0"/>
              </a:rPr>
              <a:t>Aditya‑L1</a:t>
            </a:r>
            <a:r>
              <a:rPr lang="en-US" sz="1600" dirty="0">
                <a:effectLst/>
                <a:latin typeface="Arial Black" panose="020B0A04020102020204" pitchFamily="34" charset="0"/>
              </a:rPr>
              <a:t> and NASA’s SOHO use logistic regression to classify </a:t>
            </a:r>
            <a:r>
              <a:rPr lang="en-US" sz="1600" b="1" dirty="0">
                <a:effectLst/>
                <a:latin typeface="Arial Black" panose="020B0A04020102020204" pitchFamily="34" charset="0"/>
              </a:rPr>
              <a:t>solar flare or CME occurrence vs. quiet periods</a:t>
            </a:r>
            <a:r>
              <a:rPr lang="en-US" sz="1600" dirty="0">
                <a:effectLst/>
                <a:latin typeface="Arial Black" panose="020B0A04020102020204" pitchFamily="34" charset="0"/>
              </a:rPr>
              <a:t>.</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Input features: solar wind speed, X‑ray flux, magnetic field strength.</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Output: probability of an event, aiding </a:t>
            </a:r>
            <a:r>
              <a:rPr lang="en-US" sz="1600" b="1" dirty="0">
                <a:effectLst/>
                <a:latin typeface="Arial Black" panose="020B0A04020102020204" pitchFamily="34" charset="0"/>
              </a:rPr>
              <a:t>satellite protection and astronaut safety</a:t>
            </a:r>
            <a:r>
              <a:rPr lang="en-US" dirty="0">
                <a:effectLst/>
              </a:rPr>
              <a:t>.</a:t>
            </a:r>
            <a:endParaRPr lang="en-US" dirty="0"/>
          </a:p>
        </p:txBody>
      </p:sp>
      <p:sp>
        <p:nvSpPr>
          <p:cNvPr id="6" name="TextBox 5">
            <a:extLst>
              <a:ext uri="{FF2B5EF4-FFF2-40B4-BE49-F238E27FC236}">
                <a16:creationId xmlns:a16="http://schemas.microsoft.com/office/drawing/2014/main" id="{E077E66F-7AB4-F1CB-DBD3-3837227153A3}"/>
              </a:ext>
            </a:extLst>
          </p:cNvPr>
          <p:cNvSpPr txBox="1"/>
          <p:nvPr/>
        </p:nvSpPr>
        <p:spPr>
          <a:xfrm>
            <a:off x="432619" y="2968043"/>
            <a:ext cx="11513574" cy="2554545"/>
          </a:xfrm>
          <a:prstGeom prst="rect">
            <a:avLst/>
          </a:prstGeom>
          <a:noFill/>
        </p:spPr>
        <p:txBody>
          <a:bodyPr wrap="square">
            <a:spAutoFit/>
          </a:bodyPr>
          <a:lstStyle/>
          <a:p>
            <a:pPr algn="just">
              <a:buNone/>
            </a:pPr>
            <a:r>
              <a:rPr lang="en-US" sz="1600" b="1" dirty="0">
                <a:solidFill>
                  <a:srgbClr val="FF0000"/>
                </a:solidFill>
                <a:latin typeface="Arial Black" panose="020B0A04020102020204" pitchFamily="34" charset="0"/>
              </a:rPr>
              <a:t>Stellar &amp; Exoplanet Classification</a:t>
            </a:r>
          </a:p>
          <a:p>
            <a:pPr marL="285750" indent="-285750" algn="just">
              <a:buFont typeface="Arial" panose="020B0604020202020204" pitchFamily="34" charset="0"/>
              <a:buChar char="•"/>
            </a:pPr>
            <a:r>
              <a:rPr lang="en-US" sz="1600" dirty="0">
                <a:effectLst/>
                <a:latin typeface="Arial Black" panose="020B0A04020102020204" pitchFamily="34" charset="0"/>
              </a:rPr>
              <a:t>Astronomers apply logistic regression to </a:t>
            </a:r>
            <a:r>
              <a:rPr lang="en-US" sz="1600" b="1" dirty="0">
                <a:effectLst/>
                <a:latin typeface="Arial Black" panose="020B0A04020102020204" pitchFamily="34" charset="0"/>
              </a:rPr>
              <a:t>categorize stars</a:t>
            </a:r>
            <a:r>
              <a:rPr lang="en-US" sz="1600" dirty="0">
                <a:effectLst/>
                <a:latin typeface="Arial Black" panose="020B0A04020102020204" pitchFamily="34" charset="0"/>
              </a:rPr>
              <a:t> (main‑sequence vs. giants) using photometric color indices.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In exoplanet detection, logistic regression helps classify </a:t>
            </a:r>
            <a:r>
              <a:rPr lang="en-US" sz="1600" b="1" dirty="0">
                <a:effectLst/>
                <a:latin typeface="Arial Black" panose="020B0A04020102020204" pitchFamily="34" charset="0"/>
              </a:rPr>
              <a:t>light‑curve signals</a:t>
            </a:r>
            <a:r>
              <a:rPr lang="en-US" sz="1600" dirty="0">
                <a:effectLst/>
                <a:latin typeface="Arial Black" panose="020B0A04020102020204" pitchFamily="34" charset="0"/>
              </a:rPr>
              <a:t> as planet transit vs. noise.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Its interpretability makes it ideal for </a:t>
            </a:r>
            <a:r>
              <a:rPr lang="en-US" sz="1600" b="1" dirty="0">
                <a:effectLst/>
                <a:latin typeface="Arial Black" panose="020B0A04020102020204" pitchFamily="34" charset="0"/>
              </a:rPr>
              <a:t>small telescope datasets</a:t>
            </a:r>
            <a:r>
              <a:rPr lang="en-US" sz="1600" dirty="0">
                <a:effectLst/>
                <a:latin typeface="Arial Black" panose="020B0A04020102020204" pitchFamily="34" charset="0"/>
              </a:rPr>
              <a:t>.</a:t>
            </a:r>
            <a:endParaRPr lang="en-US" sz="1600" dirty="0">
              <a:latin typeface="Arial Black" panose="020B0A04020102020204" pitchFamily="34" charset="0"/>
            </a:endParaRPr>
          </a:p>
          <a:p>
            <a:pPr algn="just">
              <a:buNone/>
            </a:pPr>
            <a:r>
              <a:rPr lang="en-US" sz="1600" b="1" dirty="0">
                <a:solidFill>
                  <a:srgbClr val="FF0000"/>
                </a:solidFill>
                <a:latin typeface="Arial Black" panose="020B0A04020102020204" pitchFamily="34" charset="0"/>
              </a:rPr>
              <a:t>Satellite Health Monitoring</a:t>
            </a:r>
          </a:p>
          <a:p>
            <a:pPr marL="285750" indent="-285750" algn="just">
              <a:buFont typeface="Arial" panose="020B0604020202020204" pitchFamily="34" charset="0"/>
              <a:buChar char="•"/>
            </a:pPr>
            <a:r>
              <a:rPr lang="en-US" sz="1600" dirty="0">
                <a:effectLst/>
                <a:latin typeface="Arial Black" panose="020B0A04020102020204" pitchFamily="34" charset="0"/>
              </a:rPr>
              <a:t>Telemetry data (temperature, voltage, vibration) can be modeled with logistic regression to predict </a:t>
            </a:r>
            <a:r>
              <a:rPr lang="en-US" sz="1600" b="1" dirty="0">
                <a:effectLst/>
                <a:latin typeface="Arial Black" panose="020B0A04020102020204" pitchFamily="34" charset="0"/>
              </a:rPr>
              <a:t>healthy vs. faulty states</a:t>
            </a:r>
            <a:r>
              <a:rPr lang="en-US" sz="1600" dirty="0">
                <a:effectLst/>
                <a:latin typeface="Arial Black" panose="020B0A04020102020204" pitchFamily="34" charset="0"/>
              </a:rPr>
              <a:t>.</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Supports </a:t>
            </a:r>
            <a:r>
              <a:rPr lang="en-US" sz="1600" b="1" dirty="0">
                <a:effectLst/>
                <a:latin typeface="Arial Black" panose="020B0A04020102020204" pitchFamily="34" charset="0"/>
              </a:rPr>
              <a:t>predictive maintenance</a:t>
            </a:r>
            <a:r>
              <a:rPr lang="en-US" sz="1600" dirty="0">
                <a:effectLst/>
                <a:latin typeface="Arial Black" panose="020B0A04020102020204" pitchFamily="34" charset="0"/>
              </a:rPr>
              <a:t> and </a:t>
            </a:r>
            <a:r>
              <a:rPr lang="en-US" sz="1600" b="1" dirty="0">
                <a:effectLst/>
                <a:latin typeface="Arial Black" panose="020B0A04020102020204" pitchFamily="34" charset="0"/>
              </a:rPr>
              <a:t>autonomous onboard decisions</a:t>
            </a:r>
            <a:r>
              <a:rPr lang="en-US" sz="1600" dirty="0">
                <a:effectLst/>
                <a:latin typeface="Arial Black" panose="020B0A04020102020204" pitchFamily="34" charset="0"/>
              </a:rPr>
              <a:t>.</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790B02B6-4736-48E4-5FDA-CA55BA4AFDF7}"/>
              </a:ext>
            </a:extLst>
          </p:cNvPr>
          <p:cNvSpPr txBox="1"/>
          <p:nvPr/>
        </p:nvSpPr>
        <p:spPr>
          <a:xfrm>
            <a:off x="511277" y="5688157"/>
            <a:ext cx="11434916" cy="923330"/>
          </a:xfrm>
          <a:prstGeom prst="rect">
            <a:avLst/>
          </a:prstGeom>
          <a:noFill/>
        </p:spPr>
        <p:txBody>
          <a:bodyPr wrap="square">
            <a:spAutoFit/>
          </a:bodyPr>
          <a:lstStyle/>
          <a:p>
            <a:pPr algn="ctr"/>
            <a:r>
              <a:rPr lang="en-US" dirty="0">
                <a:solidFill>
                  <a:srgbClr val="C00000"/>
                </a:solidFill>
                <a:latin typeface="Arial Black" panose="020B0A04020102020204" pitchFamily="34" charset="0"/>
              </a:rPr>
              <a:t>In short, logistic regression is a </a:t>
            </a:r>
            <a:r>
              <a:rPr lang="en-US" b="1" dirty="0">
                <a:solidFill>
                  <a:srgbClr val="C00000"/>
                </a:solidFill>
                <a:latin typeface="Arial Black" panose="020B0A04020102020204" pitchFamily="34" charset="0"/>
              </a:rPr>
              <a:t>bridge between data science and astrophysics</a:t>
            </a:r>
            <a:r>
              <a:rPr lang="en-US" dirty="0">
                <a:solidFill>
                  <a:srgbClr val="C00000"/>
                </a:solidFill>
                <a:latin typeface="Arial Black" panose="020B0A04020102020204" pitchFamily="34" charset="0"/>
              </a:rPr>
              <a:t> — helping scientists classify cosmic phenomena, predict mission outcomes, and safeguard space assets.</a:t>
            </a:r>
          </a:p>
        </p:txBody>
      </p:sp>
    </p:spTree>
    <p:extLst>
      <p:ext uri="{BB962C8B-B14F-4D97-AF65-F5344CB8AC3E}">
        <p14:creationId xmlns:p14="http://schemas.microsoft.com/office/powerpoint/2010/main" val="51900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733C6-3931-9CAC-3E54-F9967C41C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D6F67-6634-DEA7-B1B5-72343B56A57A}"/>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4" name="TextBox 3">
            <a:extLst>
              <a:ext uri="{FF2B5EF4-FFF2-40B4-BE49-F238E27FC236}">
                <a16:creationId xmlns:a16="http://schemas.microsoft.com/office/drawing/2014/main" id="{D113B624-86C5-F1CD-9713-E27B464657A9}"/>
              </a:ext>
            </a:extLst>
          </p:cNvPr>
          <p:cNvSpPr txBox="1"/>
          <p:nvPr/>
        </p:nvSpPr>
        <p:spPr>
          <a:xfrm>
            <a:off x="609600" y="1056043"/>
            <a:ext cx="10835147" cy="1200329"/>
          </a:xfrm>
          <a:prstGeom prst="rect">
            <a:avLst/>
          </a:prstGeom>
          <a:noFill/>
        </p:spPr>
        <p:txBody>
          <a:bodyPr wrap="square">
            <a:spAutoFit/>
          </a:bodyPr>
          <a:lstStyle/>
          <a:p>
            <a:pPr algn="just"/>
            <a:r>
              <a:rPr lang="en-US" dirty="0">
                <a:latin typeface="Arial Black" panose="020B0A04020102020204" pitchFamily="34" charset="0"/>
              </a:rPr>
              <a:t>“So, logistic regression is more than just math — it’s a way of turning uncertainty into clarity. It allows us to say not just </a:t>
            </a:r>
            <a:r>
              <a:rPr lang="en-US" i="1" dirty="0">
                <a:latin typeface="Arial Black" panose="020B0A04020102020204" pitchFamily="34" charset="0"/>
              </a:rPr>
              <a:t>what might happen</a:t>
            </a:r>
            <a:r>
              <a:rPr lang="en-US" dirty="0">
                <a:latin typeface="Arial Black" panose="020B0A04020102020204" pitchFamily="34" charset="0"/>
              </a:rPr>
              <a:t>, but </a:t>
            </a:r>
            <a:r>
              <a:rPr lang="en-US" i="1" dirty="0">
                <a:latin typeface="Arial Black" panose="020B0A04020102020204" pitchFamily="34" charset="0"/>
              </a:rPr>
              <a:t>how likely it is to happen</a:t>
            </a:r>
            <a:r>
              <a:rPr lang="en-US" dirty="0">
                <a:latin typeface="Arial Black" panose="020B0A04020102020204" pitchFamily="34" charset="0"/>
              </a:rPr>
              <a:t>. Whether we’re studying human behavior or solar events, logistic regression is a powerful tool for classification and decision‑making.”</a:t>
            </a:r>
          </a:p>
        </p:txBody>
      </p:sp>
      <p:pic>
        <p:nvPicPr>
          <p:cNvPr id="6" name="Picture 5">
            <a:extLst>
              <a:ext uri="{FF2B5EF4-FFF2-40B4-BE49-F238E27FC236}">
                <a16:creationId xmlns:a16="http://schemas.microsoft.com/office/drawing/2014/main" id="{1496B354-D2AC-B284-2B1A-49AA606EE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2501489"/>
            <a:ext cx="10658168" cy="4189361"/>
          </a:xfrm>
          <a:prstGeom prst="rect">
            <a:avLst/>
          </a:prstGeom>
        </p:spPr>
      </p:pic>
    </p:spTree>
    <p:extLst>
      <p:ext uri="{BB962C8B-B14F-4D97-AF65-F5344CB8AC3E}">
        <p14:creationId xmlns:p14="http://schemas.microsoft.com/office/powerpoint/2010/main" val="3661910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E7D75-A2F1-B44D-C9A1-8059492A3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777AB-2512-1E3C-82B7-7E8604E6C917}"/>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8" name="TextBox 7">
            <a:extLst>
              <a:ext uri="{FF2B5EF4-FFF2-40B4-BE49-F238E27FC236}">
                <a16:creationId xmlns:a16="http://schemas.microsoft.com/office/drawing/2014/main" id="{B02D3121-FAD5-EDBA-5247-93AC9AE3AA32}"/>
              </a:ext>
            </a:extLst>
          </p:cNvPr>
          <p:cNvSpPr txBox="1"/>
          <p:nvPr/>
        </p:nvSpPr>
        <p:spPr>
          <a:xfrm>
            <a:off x="1071716" y="1226194"/>
            <a:ext cx="9812594" cy="2364750"/>
          </a:xfrm>
          <a:prstGeom prst="rect">
            <a:avLst/>
          </a:prstGeom>
          <a:noFill/>
        </p:spPr>
        <p:txBody>
          <a:bodyPr wrap="square">
            <a:spAutoFit/>
          </a:bodyPr>
          <a:lstStyle/>
          <a:p>
            <a:pPr algn="just" rtl="0" fontAlgn="base">
              <a:spcAft>
                <a:spcPts val="750"/>
              </a:spcAft>
              <a:buNone/>
            </a:pPr>
            <a:r>
              <a:rPr lang="en-US" b="0" i="0" dirty="0">
                <a:effectLst/>
                <a:latin typeface="Arial Black" panose="020B0A04020102020204" pitchFamily="34" charset="0"/>
              </a:rPr>
              <a:t>Logistic Regression is a supervised machine learning algorithm used for classification problems. Unlike linear regression, which predicts continuous values it predicts the probability that an input belongs to a specific class.</a:t>
            </a:r>
          </a:p>
          <a:p>
            <a:pPr marL="285750" indent="-285750" algn="just" fontAlgn="base">
              <a:spcAft>
                <a:spcPts val="1800"/>
              </a:spcAft>
              <a:buFont typeface="Arial" panose="020B0604020202020204" pitchFamily="34" charset="0"/>
              <a:buChar char="•"/>
            </a:pPr>
            <a:r>
              <a:rPr lang="en-US" b="0" i="0" dirty="0">
                <a:effectLst/>
                <a:latin typeface="Arial Black" panose="020B0A04020102020204" pitchFamily="34" charset="0"/>
              </a:rPr>
              <a:t>It is used for binary classification where the output can be one of two possible categories such as Yes/No, True/False or 0/1.</a:t>
            </a:r>
          </a:p>
          <a:p>
            <a:pPr marL="285750" indent="-285750" algn="just" fontAlgn="base">
              <a:spcAft>
                <a:spcPts val="1800"/>
              </a:spcAft>
              <a:buFont typeface="Arial" panose="020B0604020202020204" pitchFamily="34" charset="0"/>
              <a:buChar char="•"/>
            </a:pPr>
            <a:r>
              <a:rPr lang="en-US" b="0" i="0" dirty="0">
                <a:effectLst/>
                <a:latin typeface="Arial Black" panose="020B0A04020102020204" pitchFamily="34" charset="0"/>
              </a:rPr>
              <a:t>It uses sigmoid function to convert inputs into a probability value between 0 and 1.</a:t>
            </a:r>
          </a:p>
        </p:txBody>
      </p:sp>
      <p:sp>
        <p:nvSpPr>
          <p:cNvPr id="10" name="TextBox 9">
            <a:extLst>
              <a:ext uri="{FF2B5EF4-FFF2-40B4-BE49-F238E27FC236}">
                <a16:creationId xmlns:a16="http://schemas.microsoft.com/office/drawing/2014/main" id="{71726E96-A65F-4F5C-C1A2-188523821644}"/>
              </a:ext>
            </a:extLst>
          </p:cNvPr>
          <p:cNvSpPr txBox="1"/>
          <p:nvPr/>
        </p:nvSpPr>
        <p:spPr>
          <a:xfrm>
            <a:off x="275303" y="3729215"/>
            <a:ext cx="11533239" cy="3046988"/>
          </a:xfrm>
          <a:prstGeom prst="rect">
            <a:avLst/>
          </a:prstGeom>
          <a:noFill/>
        </p:spPr>
        <p:txBody>
          <a:bodyPr wrap="square">
            <a:spAutoFit/>
          </a:bodyPr>
          <a:lstStyle/>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Binomial Logistic Regression:</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Used when the dependent variable has only two possible categories, such as Yes/No, Pass/Fail, or 0/1. It is the most common type and is used for binary classification tasks.</a:t>
            </a: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Multinomial Logistic Regression:</a:t>
            </a:r>
            <a:r>
              <a:rPr lang="en-US" b="0" i="0" dirty="0">
                <a:solidFill>
                  <a:srgbClr val="273239"/>
                </a:solidFill>
                <a:effectLst/>
                <a:latin typeface="Arial Black" panose="020B0A04020102020204" pitchFamily="34" charset="0"/>
              </a:rPr>
              <a:t> Used when the dependent variable has three or more unordered categories. For example, classifying animals as cat, dog, or sheep. It extends logistic regression to handle multiple classes.</a:t>
            </a: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Ordinal Logistic Regression:</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Used when the dependent variable has three or more categories with a natural order, such as Low, Medium, and High. It considers the ranking of categories during prediction.</a:t>
            </a:r>
          </a:p>
        </p:txBody>
      </p:sp>
    </p:spTree>
    <p:extLst>
      <p:ext uri="{BB962C8B-B14F-4D97-AF65-F5344CB8AC3E}">
        <p14:creationId xmlns:p14="http://schemas.microsoft.com/office/powerpoint/2010/main" val="3855974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8B69E-D991-C676-CB0D-461A8C869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2B504-ECD6-1898-C8FE-554AAEE228C1}"/>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4" name="TextBox 3">
            <a:extLst>
              <a:ext uri="{FF2B5EF4-FFF2-40B4-BE49-F238E27FC236}">
                <a16:creationId xmlns:a16="http://schemas.microsoft.com/office/drawing/2014/main" id="{E0A902EA-0B6A-11C2-AF94-0F3ABE54639F}"/>
              </a:ext>
            </a:extLst>
          </p:cNvPr>
          <p:cNvSpPr txBox="1"/>
          <p:nvPr/>
        </p:nvSpPr>
        <p:spPr>
          <a:xfrm>
            <a:off x="1273277" y="1622447"/>
            <a:ext cx="9645445" cy="4216539"/>
          </a:xfrm>
          <a:prstGeom prst="rect">
            <a:avLst/>
          </a:prstGeom>
          <a:noFill/>
        </p:spPr>
        <p:txBody>
          <a:bodyPr wrap="square">
            <a:spAutoFit/>
          </a:bodyPr>
          <a:lstStyle/>
          <a:p>
            <a:pPr algn="ctr" fontAlgn="base">
              <a:lnSpc>
                <a:spcPts val="2100"/>
              </a:lnSpc>
              <a:buNone/>
            </a:pPr>
            <a:r>
              <a:rPr lang="en-US" sz="2000" b="1" i="0" dirty="0">
                <a:solidFill>
                  <a:srgbClr val="FF0000"/>
                </a:solidFill>
                <a:effectLst/>
                <a:latin typeface="Arial Black" panose="020B0A04020102020204" pitchFamily="34" charset="0"/>
              </a:rPr>
              <a:t>Understanding Sigmoid Function</a:t>
            </a:r>
          </a:p>
          <a:p>
            <a:pPr algn="l" fontAlgn="base">
              <a:lnSpc>
                <a:spcPts val="2100"/>
              </a:lnSpc>
              <a:buNone/>
            </a:pPr>
            <a:endParaRPr lang="en-US" b="1" i="0" dirty="0">
              <a:solidFill>
                <a:srgbClr val="273239"/>
              </a:solidFill>
              <a:effectLst/>
              <a:latin typeface="Nunito" pitchFamily="2" charset="0"/>
            </a:endParaRPr>
          </a:p>
          <a:p>
            <a:pPr algn="just" rtl="0" fontAlgn="base">
              <a:spcAft>
                <a:spcPts val="750"/>
              </a:spcAft>
              <a:buNone/>
            </a:pPr>
            <a:r>
              <a:rPr lang="en-US" b="0" i="0" dirty="0">
                <a:solidFill>
                  <a:srgbClr val="273239"/>
                </a:solidFill>
                <a:effectLst/>
                <a:latin typeface="Arial Black" panose="020B0A04020102020204" pitchFamily="34" charset="0"/>
              </a:rPr>
              <a:t>1. The sigmoid function is a key component of Logistic Regression that converts the model's raw output into a probability value between 0 and 1.</a:t>
            </a:r>
          </a:p>
          <a:p>
            <a:pPr algn="just" rtl="0" fontAlgn="base">
              <a:spcAft>
                <a:spcPts val="750"/>
              </a:spcAft>
              <a:buNone/>
            </a:pPr>
            <a:r>
              <a:rPr lang="en-US" b="0" i="0" dirty="0">
                <a:solidFill>
                  <a:srgbClr val="273239"/>
                </a:solidFill>
                <a:effectLst/>
                <a:latin typeface="Arial Black" panose="020B0A04020102020204" pitchFamily="34" charset="0"/>
              </a:rPr>
              <a:t>2. This function takes any real number and maps it into the range 0 to 1 forming an "S" shaped curve called the sigmoid curve or logistic curve. Because probabilities must lie between 0 and 1, the sigmoid function is perfect for this purpose.</a:t>
            </a:r>
          </a:p>
          <a:p>
            <a:pPr algn="just" rtl="0" fontAlgn="base">
              <a:spcAft>
                <a:spcPts val="750"/>
              </a:spcAft>
              <a:buNone/>
            </a:pPr>
            <a:r>
              <a:rPr lang="en-US" b="0" i="0" dirty="0">
                <a:solidFill>
                  <a:srgbClr val="273239"/>
                </a:solidFill>
                <a:effectLst/>
                <a:latin typeface="Arial Black" panose="020B0A04020102020204" pitchFamily="34" charset="0"/>
              </a:rPr>
              <a:t>3. In logistic regression, we use a threshold value usually 0.5 to decide the class label.</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If the sigmoid output is same or above the threshold, the input is classified as Class 1.</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If it is below the threshold, the input is classified as Class 0.</a:t>
            </a:r>
          </a:p>
        </p:txBody>
      </p:sp>
    </p:spTree>
    <p:extLst>
      <p:ext uri="{BB962C8B-B14F-4D97-AF65-F5344CB8AC3E}">
        <p14:creationId xmlns:p14="http://schemas.microsoft.com/office/powerpoint/2010/main" val="1027534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EB4D9-B7CF-0CF4-0C6E-30367B9F0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067F2-82A7-2F26-6FE1-345FBF66F9B2}"/>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5" name="TextBox 4">
            <a:extLst>
              <a:ext uri="{FF2B5EF4-FFF2-40B4-BE49-F238E27FC236}">
                <a16:creationId xmlns:a16="http://schemas.microsoft.com/office/drawing/2014/main" id="{202677EB-091D-296C-2D8B-61AE9623CAE9}"/>
              </a:ext>
            </a:extLst>
          </p:cNvPr>
          <p:cNvSpPr txBox="1"/>
          <p:nvPr/>
        </p:nvSpPr>
        <p:spPr>
          <a:xfrm>
            <a:off x="1101211" y="1596386"/>
            <a:ext cx="9714271" cy="4601260"/>
          </a:xfrm>
          <a:prstGeom prst="rect">
            <a:avLst/>
          </a:prstGeom>
          <a:noFill/>
        </p:spPr>
        <p:txBody>
          <a:bodyPr wrap="square">
            <a:spAutoFit/>
          </a:bodyPr>
          <a:lstStyle/>
          <a:p>
            <a:pPr algn="ctr" fontAlgn="base">
              <a:lnSpc>
                <a:spcPts val="2100"/>
              </a:lnSpc>
              <a:buNone/>
            </a:pPr>
            <a:r>
              <a:rPr lang="en-US" sz="2000" b="1" i="0" dirty="0">
                <a:solidFill>
                  <a:srgbClr val="FF0000"/>
                </a:solidFill>
                <a:effectLst/>
                <a:latin typeface="Arial Black" panose="020B0A04020102020204" pitchFamily="34" charset="0"/>
              </a:rPr>
              <a:t>Assumptions</a:t>
            </a:r>
          </a:p>
          <a:p>
            <a:pPr algn="just" fontAlgn="base">
              <a:lnSpc>
                <a:spcPts val="2100"/>
              </a:lnSpc>
              <a:buNone/>
            </a:pPr>
            <a:endParaRPr lang="en-US" b="1" i="0" dirty="0">
              <a:solidFill>
                <a:srgbClr val="FF0000"/>
              </a:solidFill>
              <a:effectLst/>
              <a:latin typeface="Arial Black" panose="020B0A04020102020204" pitchFamily="34" charset="0"/>
            </a:endParaRP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Independent Observations:</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Each data point should be independent of the others, meaning there should be no dependence between observations.</a:t>
            </a: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Binary Dependent Variable:</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The target variable is typically binary and can take only two values, such as 0/1 or Yes/No. For multiclass problems, extensions such as </a:t>
            </a:r>
            <a:r>
              <a:rPr lang="en-US" b="0" i="0" dirty="0" err="1">
                <a:solidFill>
                  <a:srgbClr val="273239"/>
                </a:solidFill>
                <a:effectLst/>
                <a:latin typeface="Arial Black" panose="020B0A04020102020204" pitchFamily="34" charset="0"/>
              </a:rPr>
              <a:t>Softmax</a:t>
            </a:r>
            <a:r>
              <a:rPr lang="en-US" b="0" i="0" dirty="0">
                <a:solidFill>
                  <a:srgbClr val="273239"/>
                </a:solidFill>
                <a:effectLst/>
                <a:latin typeface="Arial Black" panose="020B0A04020102020204" pitchFamily="34" charset="0"/>
              </a:rPr>
              <a:t>-based logistic regression are used.</a:t>
            </a: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Linearity of Log-Odds:</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The independent variables should have a linear relationship with the log-odds of the dependent variable.</a:t>
            </a: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No Extreme Outliers:</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Extreme outliers can distort coefficient estimates and negatively affect model performance.</a:t>
            </a:r>
          </a:p>
          <a:p>
            <a:pPr marL="342900" indent="-342900" algn="just" fontAlgn="base">
              <a:spcAft>
                <a:spcPts val="1800"/>
              </a:spcAft>
              <a:buFont typeface="+mj-lt"/>
              <a:buAutoNum type="arabicPeriod"/>
            </a:pPr>
            <a:r>
              <a:rPr lang="en-US" b="1" i="0" dirty="0">
                <a:solidFill>
                  <a:srgbClr val="FF0000"/>
                </a:solidFill>
                <a:effectLst/>
                <a:latin typeface="Arial Black" panose="020B0A04020102020204" pitchFamily="34" charset="0"/>
              </a:rPr>
              <a:t>Large Sample Size:</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A sufficiently large dataset helps produce more reliable and stable predictions.</a:t>
            </a:r>
          </a:p>
        </p:txBody>
      </p:sp>
    </p:spTree>
    <p:extLst>
      <p:ext uri="{BB962C8B-B14F-4D97-AF65-F5344CB8AC3E}">
        <p14:creationId xmlns:p14="http://schemas.microsoft.com/office/powerpoint/2010/main" val="334135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A1CB-BB13-54AE-D354-235FAD75B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F0488-BFC5-D93B-3049-53573F191B9C}"/>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pic>
        <p:nvPicPr>
          <p:cNvPr id="7" name="Picture 6">
            <a:extLst>
              <a:ext uri="{FF2B5EF4-FFF2-40B4-BE49-F238E27FC236}">
                <a16:creationId xmlns:a16="http://schemas.microsoft.com/office/drawing/2014/main" id="{882BF047-2F36-7844-1709-0D2C7A65B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3210"/>
            <a:ext cx="7397812" cy="4128441"/>
          </a:xfrm>
          <a:prstGeom prst="rect">
            <a:avLst/>
          </a:prstGeom>
        </p:spPr>
      </p:pic>
      <p:sp>
        <p:nvSpPr>
          <p:cNvPr id="9" name="TextBox 8">
            <a:extLst>
              <a:ext uri="{FF2B5EF4-FFF2-40B4-BE49-F238E27FC236}">
                <a16:creationId xmlns:a16="http://schemas.microsoft.com/office/drawing/2014/main" id="{A414E734-1B01-0E98-25E2-B71F977CAAF0}"/>
              </a:ext>
            </a:extLst>
          </p:cNvPr>
          <p:cNvSpPr txBox="1"/>
          <p:nvPr/>
        </p:nvSpPr>
        <p:spPr>
          <a:xfrm>
            <a:off x="7757652" y="1140341"/>
            <a:ext cx="3681219" cy="2062103"/>
          </a:xfrm>
          <a:prstGeom prst="rect">
            <a:avLst/>
          </a:prstGeom>
          <a:noFill/>
        </p:spPr>
        <p:txBody>
          <a:bodyPr wrap="square">
            <a:spAutoFit/>
          </a:bodyPr>
          <a:lstStyle/>
          <a:p>
            <a:pPr algn="just"/>
            <a:r>
              <a:rPr lang="en-US" sz="1600" b="0" i="0" dirty="0">
                <a:solidFill>
                  <a:srgbClr val="273239"/>
                </a:solidFill>
                <a:effectLst/>
                <a:latin typeface="Arial Black" panose="020B0A04020102020204" pitchFamily="34" charset="0"/>
              </a:rPr>
              <a:t>Logistic regression computes a linear combination of input features </a:t>
            </a:r>
            <a:r>
              <a:rPr lang="en-US" sz="1600" b="0" i="0" dirty="0">
                <a:solidFill>
                  <a:srgbClr val="FF0000"/>
                </a:solidFill>
                <a:effectLst/>
                <a:latin typeface="Arial Black" panose="020B0A04020102020204" pitchFamily="34" charset="0"/>
              </a:rPr>
              <a:t>(z = </a:t>
            </a:r>
            <a:r>
              <a:rPr lang="en-US" sz="1600" b="0" i="0" dirty="0" err="1">
                <a:solidFill>
                  <a:srgbClr val="FF0000"/>
                </a:solidFill>
                <a:effectLst/>
                <a:latin typeface="Arial Black" panose="020B0A04020102020204" pitchFamily="34" charset="0"/>
              </a:rPr>
              <a:t>w·X</a:t>
            </a:r>
            <a:r>
              <a:rPr lang="en-US" sz="1600" b="0" i="0" dirty="0">
                <a:solidFill>
                  <a:srgbClr val="FF0000"/>
                </a:solidFill>
                <a:effectLst/>
                <a:latin typeface="Arial Black" panose="020B0A04020102020204" pitchFamily="34" charset="0"/>
              </a:rPr>
              <a:t> + b) </a:t>
            </a:r>
            <a:r>
              <a:rPr lang="en-US" sz="1600" b="0" i="0" dirty="0">
                <a:solidFill>
                  <a:srgbClr val="273239"/>
                </a:solidFill>
                <a:effectLst/>
                <a:latin typeface="Arial Black" panose="020B0A04020102020204" pitchFamily="34" charset="0"/>
              </a:rPr>
              <a:t>and passes it through a sigmoid function to produce a probability between 0 and 1. This probability is then used to assign the input to a class.</a:t>
            </a:r>
            <a:endParaRPr lang="en-US" sz="1600" dirty="0">
              <a:latin typeface="Arial Black" panose="020B0A04020102020204" pitchFamily="34" charset="0"/>
            </a:endParaRPr>
          </a:p>
        </p:txBody>
      </p:sp>
    </p:spTree>
    <p:extLst>
      <p:ext uri="{BB962C8B-B14F-4D97-AF65-F5344CB8AC3E}">
        <p14:creationId xmlns:p14="http://schemas.microsoft.com/office/powerpoint/2010/main" val="3134381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25E30-68C8-9738-51A1-87D120D41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6B440-5BAA-119E-0AC8-E73C0A48E784}"/>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D926E5F-664A-8EE1-B6E1-3BF3597377E8}"/>
                  </a:ext>
                </a:extLst>
              </p:cNvPr>
              <p:cNvSpPr txBox="1"/>
              <p:nvPr/>
            </p:nvSpPr>
            <p:spPr>
              <a:xfrm>
                <a:off x="717755" y="1284699"/>
                <a:ext cx="10569677" cy="3031599"/>
              </a:xfrm>
              <a:prstGeom prst="rect">
                <a:avLst/>
              </a:prstGeom>
              <a:noFill/>
            </p:spPr>
            <p:txBody>
              <a:bodyPr wrap="square">
                <a:spAutoFit/>
              </a:bodyPr>
              <a:lstStyle/>
              <a:p>
                <a:pPr algn="just" rtl="0" fontAlgn="base">
                  <a:spcAft>
                    <a:spcPts val="750"/>
                  </a:spcAft>
                  <a:buNone/>
                </a:pPr>
                <a:r>
                  <a:rPr lang="en-US" b="0" i="0" dirty="0">
                    <a:solidFill>
                      <a:srgbClr val="273239"/>
                    </a:solidFill>
                    <a:effectLst/>
                    <a:latin typeface="Arial Black" panose="020B0A04020102020204" pitchFamily="34" charset="0"/>
                  </a:rPr>
                  <a:t>As shown above the sigmoid function converts the continuous variable data into the probability </a:t>
                </a:r>
                <a:r>
                  <a:rPr lang="en-US" b="0" i="0" dirty="0" err="1">
                    <a:solidFill>
                      <a:srgbClr val="273239"/>
                    </a:solidFill>
                    <a:effectLst/>
                    <a:latin typeface="Arial Black" panose="020B0A04020102020204" pitchFamily="34" charset="0"/>
                  </a:rPr>
                  <a:t>i.e</a:t>
                </a:r>
                <a:r>
                  <a:rPr lang="en-US" b="0" i="0" dirty="0">
                    <a:solidFill>
                      <a:srgbClr val="273239"/>
                    </a:solidFill>
                    <a:effectLst/>
                    <a:latin typeface="Arial Black" panose="020B0A04020102020204" pitchFamily="34" charset="0"/>
                  </a:rPr>
                  <a:t> between 0 and 1. </a:t>
                </a:r>
              </a:p>
              <a:p>
                <a:pPr marL="285750" indent="-285750" algn="just" fontAlgn="base">
                  <a:spcAft>
                    <a:spcPts val="1800"/>
                  </a:spcAft>
                  <a:buFont typeface="Arial" panose="020B0604020202020204" pitchFamily="34" charset="0"/>
                  <a:buChar char="•"/>
                </a:pPr>
                <a14:m>
                  <m:oMath xmlns:m="http://schemas.openxmlformats.org/officeDocument/2006/math">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r>
                      <m:rPr>
                        <m:nor/>
                      </m:rPr>
                      <a:rPr lang="en-US" b="0" i="1">
                        <a:latin typeface="Arial Black" panose="020B0A04020102020204" pitchFamily="34" charset="0"/>
                      </a:rPr>
                      <m:t>   </m:t>
                    </m:r>
                  </m:oMath>
                </a14:m>
                <a:r>
                  <a:rPr lang="en-US" b="0" i="0" dirty="0">
                    <a:solidFill>
                      <a:srgbClr val="273239"/>
                    </a:solidFill>
                    <a:effectLst/>
                    <a:latin typeface="Arial Black" panose="020B0A04020102020204" pitchFamily="34" charset="0"/>
                  </a:rPr>
                  <a:t> tends towards 1 as </a:t>
                </a:r>
                <a14:m>
                  <m:oMath xmlns:m="http://schemas.openxmlformats.org/officeDocument/2006/math">
                    <m:r>
                      <a:rPr lang="en-US" i="1">
                        <a:latin typeface="Cambria Math" panose="02040503050406030204" pitchFamily="18" charset="0"/>
                      </a:rPr>
                      <m:t>𝑧</m:t>
                    </m:r>
                    <m:r>
                      <a:rPr lang="en-US" i="0">
                        <a:latin typeface="Cambria Math" panose="02040503050406030204" pitchFamily="18" charset="0"/>
                      </a:rPr>
                      <m:t>→</m:t>
                    </m:r>
                    <m:r>
                      <a:rPr lang="en-US" i="0">
                        <a:latin typeface="Cambria Math" panose="02040503050406030204" pitchFamily="18" charset="0"/>
                      </a:rPr>
                      <m:t>∞</m:t>
                    </m:r>
                  </m:oMath>
                </a14:m>
                <a:endParaRPr lang="en-US" b="0" i="0" dirty="0">
                  <a:solidFill>
                    <a:srgbClr val="273239"/>
                  </a:solidFill>
                  <a:effectLst/>
                  <a:latin typeface="Arial Black" panose="020B0A04020102020204" pitchFamily="34" charset="0"/>
                </a:endParaRPr>
              </a:p>
              <a:p>
                <a:pPr marL="285750" indent="-285750" algn="just" fontAlgn="base">
                  <a:spcAft>
                    <a:spcPts val="1800"/>
                  </a:spcAft>
                  <a:buFont typeface="Arial" panose="020B0604020202020204" pitchFamily="34" charset="0"/>
                  <a:buChar char="•"/>
                </a:pPr>
                <a14:m>
                  <m:oMath xmlns:m="http://schemas.openxmlformats.org/officeDocument/2006/math">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r>
                      <m:rPr>
                        <m:nor/>
                      </m:rPr>
                      <a:rPr lang="en-US" b="0" i="1">
                        <a:latin typeface="Arial Black" panose="020B0A04020102020204" pitchFamily="34" charset="0"/>
                      </a:rPr>
                      <m:t>   </m:t>
                    </m:r>
                  </m:oMath>
                </a14:m>
                <a:r>
                  <a:rPr lang="en-US" b="0" i="0" dirty="0">
                    <a:solidFill>
                      <a:srgbClr val="273239"/>
                    </a:solidFill>
                    <a:effectLst/>
                    <a:latin typeface="Arial Black" panose="020B0A04020102020204" pitchFamily="34" charset="0"/>
                  </a:rPr>
                  <a:t> tends towards 0 as </a:t>
                </a:r>
                <a14:m>
                  <m:oMath xmlns:m="http://schemas.openxmlformats.org/officeDocument/2006/math">
                    <m:r>
                      <a:rPr lang="en-US" i="1">
                        <a:latin typeface="Cambria Math" panose="02040503050406030204" pitchFamily="18" charset="0"/>
                      </a:rPr>
                      <m:t>𝑧</m:t>
                    </m:r>
                    <m:r>
                      <a:rPr lang="en-US" i="0">
                        <a:latin typeface="Cambria Math" panose="02040503050406030204" pitchFamily="18" charset="0"/>
                      </a:rPr>
                      <m:t>→−</m:t>
                    </m:r>
                    <m:r>
                      <a:rPr lang="en-US" i="0">
                        <a:latin typeface="Cambria Math" panose="02040503050406030204" pitchFamily="18" charset="0"/>
                      </a:rPr>
                      <m:t>∞</m:t>
                    </m:r>
                  </m:oMath>
                </a14:m>
                <a:endParaRPr lang="en-US" b="0" i="0" dirty="0">
                  <a:solidFill>
                    <a:srgbClr val="273239"/>
                  </a:solidFill>
                  <a:effectLst/>
                  <a:latin typeface="Arial Black" panose="020B0A04020102020204" pitchFamily="34" charset="0"/>
                </a:endParaRPr>
              </a:p>
              <a:p>
                <a:pPr marL="285750" indent="-285750" algn="just" fontAlgn="base">
                  <a:spcAft>
                    <a:spcPts val="1800"/>
                  </a:spcAft>
                  <a:buFont typeface="Arial" panose="020B0604020202020204" pitchFamily="34" charset="0"/>
                  <a:buChar char="•"/>
                </a:pPr>
                <a14:m>
                  <m:oMath xmlns:m="http://schemas.openxmlformats.org/officeDocument/2006/math">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r>
                      <m:rPr>
                        <m:nor/>
                      </m:rPr>
                      <a:rPr lang="en-US" b="0" i="1">
                        <a:latin typeface="Arial Black" panose="020B0A04020102020204" pitchFamily="34" charset="0"/>
                      </a:rPr>
                      <m:t>   </m:t>
                    </m:r>
                  </m:oMath>
                </a14:m>
                <a:r>
                  <a:rPr lang="en-US" b="0" i="0" dirty="0">
                    <a:solidFill>
                      <a:srgbClr val="273239"/>
                    </a:solidFill>
                    <a:effectLst/>
                    <a:latin typeface="Arial Black" panose="020B0A04020102020204" pitchFamily="34" charset="0"/>
                  </a:rPr>
                  <a:t> is always bounded between 0 and 1</a:t>
                </a:r>
              </a:p>
              <a:p>
                <a:pPr algn="just" rtl="0" fontAlgn="base">
                  <a:spcAft>
                    <a:spcPts val="750"/>
                  </a:spcAft>
                  <a:buNone/>
                </a:pPr>
                <a:r>
                  <a:rPr lang="en-US" b="0" i="0" dirty="0">
                    <a:solidFill>
                      <a:srgbClr val="273239"/>
                    </a:solidFill>
                    <a:effectLst/>
                    <a:latin typeface="Arial Black" panose="020B0A04020102020204" pitchFamily="34" charset="0"/>
                  </a:rPr>
                  <a:t>where the probability of being a class can be measured as:</a:t>
                </a:r>
              </a:p>
              <a:p>
                <a:pPr algn="just" rtl="0" fontAlgn="base">
                  <a:spcAft>
                    <a:spcPts val="750"/>
                  </a:spcAf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𝑦</m:t>
                          </m:r>
                          <m:r>
                            <a:rPr lang="en-US" i="0">
                              <a:latin typeface="Cambria Math" panose="02040503050406030204" pitchFamily="18" charset="0"/>
                            </a:rPr>
                            <m:t>=</m:t>
                          </m:r>
                          <m:r>
                            <a:rPr lang="en-US" i="0">
                              <a:latin typeface="Cambria Math" panose="02040503050406030204" pitchFamily="18" charset="0"/>
                            </a:rPr>
                            <m:t>1</m:t>
                          </m:r>
                        </m:e>
                      </m:d>
                      <m:r>
                        <a:rPr lang="en-US" i="0">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𝑦</m:t>
                          </m:r>
                          <m:r>
                            <a:rPr lang="en-US" i="0">
                              <a:latin typeface="Cambria Math" panose="02040503050406030204" pitchFamily="18" charset="0"/>
                            </a:rPr>
                            <m:t>=</m:t>
                          </m:r>
                          <m:r>
                            <a:rPr lang="en-US" i="0">
                              <a:latin typeface="Cambria Math" panose="02040503050406030204" pitchFamily="18" charset="0"/>
                            </a:rPr>
                            <m:t>0</m:t>
                          </m:r>
                        </m:e>
                      </m:d>
                      <m:r>
                        <a:rPr lang="en-US" i="0">
                          <a:latin typeface="Cambria Math" panose="02040503050406030204" pitchFamily="18" charset="0"/>
                        </a:rPr>
                        <m:t>=</m:t>
                      </m:r>
                      <m:r>
                        <a:rPr lang="en-US" i="0">
                          <a:latin typeface="Cambria Math" panose="02040503050406030204" pitchFamily="18" charset="0"/>
                        </a:rPr>
                        <m:t>1</m:t>
                      </m:r>
                      <m:r>
                        <a:rPr lang="en-US" i="0">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oMath>
                  </m:oMathPara>
                </a14:m>
                <a:endParaRPr lang="en-US" b="0" i="0" dirty="0">
                  <a:solidFill>
                    <a:srgbClr val="273239"/>
                  </a:solidFill>
                  <a:effectLst/>
                  <a:latin typeface="Arial Black" panose="020B0A04020102020204" pitchFamily="34" charset="0"/>
                </a:endParaRPr>
              </a:p>
            </p:txBody>
          </p:sp>
        </mc:Choice>
        <mc:Fallback>
          <p:sp>
            <p:nvSpPr>
              <p:cNvPr id="4" name="TextBox 3">
                <a:extLst>
                  <a:ext uri="{FF2B5EF4-FFF2-40B4-BE49-F238E27FC236}">
                    <a16:creationId xmlns:a16="http://schemas.microsoft.com/office/drawing/2014/main" id="{ED926E5F-664A-8EE1-B6E1-3BF3597377E8}"/>
                  </a:ext>
                </a:extLst>
              </p:cNvPr>
              <p:cNvSpPr txBox="1">
                <a:spLocks noRot="1" noChangeAspect="1" noMove="1" noResize="1" noEditPoints="1" noAdjustHandles="1" noChangeArrowheads="1" noChangeShapeType="1" noTextEdit="1"/>
              </p:cNvSpPr>
              <p:nvPr/>
            </p:nvSpPr>
            <p:spPr>
              <a:xfrm>
                <a:off x="717755" y="1284699"/>
                <a:ext cx="10569677" cy="3031599"/>
              </a:xfrm>
              <a:prstGeom prst="rect">
                <a:avLst/>
              </a:prstGeom>
              <a:blipFill>
                <a:blip r:embed="rId2"/>
                <a:stretch>
                  <a:fillRect l="-519" t="-1207" r="-46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E2D94B7-ED12-2CF3-8258-834DC0992457}"/>
              </a:ext>
            </a:extLst>
          </p:cNvPr>
          <p:cNvSpPr txBox="1"/>
          <p:nvPr/>
        </p:nvSpPr>
        <p:spPr>
          <a:xfrm>
            <a:off x="717755" y="4644841"/>
            <a:ext cx="10569677" cy="1579920"/>
          </a:xfrm>
          <a:prstGeom prst="rect">
            <a:avLst/>
          </a:prstGeom>
          <a:noFill/>
        </p:spPr>
        <p:txBody>
          <a:bodyPr wrap="square">
            <a:spAutoFit/>
          </a:bodyPr>
          <a:lstStyle/>
          <a:p>
            <a:pPr algn="just" rtl="0" fontAlgn="base">
              <a:spcAft>
                <a:spcPts val="750"/>
              </a:spcAft>
              <a:buNone/>
            </a:pPr>
            <a:r>
              <a:rPr lang="en-US" b="0" i="0" dirty="0">
                <a:solidFill>
                  <a:srgbClr val="273239"/>
                </a:solidFill>
                <a:effectLst/>
                <a:latin typeface="Arial Black" panose="020B0A04020102020204" pitchFamily="34" charset="0"/>
              </a:rPr>
              <a:t>In binomial logistic regression, the target variable can only have two possible values such as "0" or "1", "pass" or "fail". The sigmoid function is used for prediction.</a:t>
            </a:r>
          </a:p>
          <a:p>
            <a:pPr algn="just" rtl="0" fontAlgn="base">
              <a:spcAft>
                <a:spcPts val="750"/>
              </a:spcAft>
              <a:buNone/>
            </a:pPr>
            <a:r>
              <a:rPr lang="en-US" b="0" i="0" dirty="0">
                <a:solidFill>
                  <a:srgbClr val="273239"/>
                </a:solidFill>
                <a:effectLst/>
                <a:latin typeface="Arial Black" panose="020B0A04020102020204" pitchFamily="34" charset="0"/>
              </a:rPr>
              <a:t>I will be using </a:t>
            </a:r>
            <a:r>
              <a:rPr lang="en-US" b="0" i="0" u="sng" dirty="0">
                <a:solidFill>
                  <a:srgbClr val="357960"/>
                </a:solidFill>
                <a:effectLst/>
                <a:latin typeface="Arial Black" panose="020B0A04020102020204" pitchFamily="34" charset="0"/>
              </a:rPr>
              <a:t>Scikit-learn</a:t>
            </a:r>
            <a:r>
              <a:rPr lang="en-US" b="0" i="0" dirty="0">
                <a:solidFill>
                  <a:srgbClr val="273239"/>
                </a:solidFill>
                <a:effectLst/>
                <a:latin typeface="Arial Black" panose="020B0A04020102020204" pitchFamily="34" charset="0"/>
              </a:rPr>
              <a:t> library for this and show how to use the breast cancer dataset to implement a Logistic Regression model for classification</a:t>
            </a:r>
            <a:r>
              <a:rPr lang="en-US" b="0" i="0" dirty="0">
                <a:solidFill>
                  <a:srgbClr val="273239"/>
                </a:solidFill>
                <a:effectLst/>
                <a:latin typeface="Nunito" pitchFamily="2" charset="0"/>
              </a:rPr>
              <a:t>.</a:t>
            </a:r>
          </a:p>
        </p:txBody>
      </p:sp>
    </p:spTree>
    <p:extLst>
      <p:ext uri="{BB962C8B-B14F-4D97-AF65-F5344CB8AC3E}">
        <p14:creationId xmlns:p14="http://schemas.microsoft.com/office/powerpoint/2010/main" val="944219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AA313-CA34-DC85-68F9-F820BCEE4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1C39D-12A7-2F19-1B96-59E04CCFB0BC}"/>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5" name="TextBox 4">
            <a:extLst>
              <a:ext uri="{FF2B5EF4-FFF2-40B4-BE49-F238E27FC236}">
                <a16:creationId xmlns:a16="http://schemas.microsoft.com/office/drawing/2014/main" id="{BF35EFC8-1A65-1308-FB52-7F7A394D2F6E}"/>
              </a:ext>
            </a:extLst>
          </p:cNvPr>
          <p:cNvSpPr txBox="1"/>
          <p:nvPr/>
        </p:nvSpPr>
        <p:spPr>
          <a:xfrm>
            <a:off x="1096297" y="1087924"/>
            <a:ext cx="9999406" cy="4247317"/>
          </a:xfrm>
          <a:prstGeom prst="rect">
            <a:avLst/>
          </a:prstGeom>
          <a:noFill/>
        </p:spPr>
        <p:txBody>
          <a:bodyPr wrap="square">
            <a:spAutoFit/>
          </a:bodyPr>
          <a:lstStyle/>
          <a:p>
            <a:pPr algn="l" fontAlgn="base">
              <a:buNone/>
            </a:pPr>
            <a:r>
              <a:rPr lang="en-US" sz="1800" b="1" i="0" dirty="0">
                <a:solidFill>
                  <a:srgbClr val="008000"/>
                </a:solidFill>
                <a:effectLst/>
                <a:latin typeface="Consolas" panose="020B0609020204030204" pitchFamily="49" charset="0"/>
              </a:rPr>
              <a:t>from</a:t>
            </a:r>
            <a:r>
              <a:rPr lang="en-US" sz="1800" b="0" i="0" dirty="0">
                <a:effectLst/>
                <a:latin typeface="Consolas" panose="020B0609020204030204" pitchFamily="49" charset="0"/>
              </a:rPr>
              <a:t> </a:t>
            </a:r>
            <a:r>
              <a:rPr lang="en-US" sz="1800" b="1" i="0" dirty="0" err="1">
                <a:solidFill>
                  <a:srgbClr val="0000FF"/>
                </a:solidFill>
                <a:effectLst/>
                <a:latin typeface="Consolas" panose="020B0609020204030204" pitchFamily="49" charset="0"/>
              </a:rPr>
              <a:t>sklearn.datasets</a:t>
            </a:r>
            <a:r>
              <a:rPr lang="en-US" sz="1800" b="0" i="0" dirty="0">
                <a:effectLst/>
                <a:latin typeface="Consolas" panose="020B0609020204030204" pitchFamily="49" charset="0"/>
              </a:rPr>
              <a:t> </a:t>
            </a:r>
            <a:r>
              <a:rPr lang="en-US" sz="1800" b="1" i="0" dirty="0">
                <a:solidFill>
                  <a:srgbClr val="008000"/>
                </a:solidFill>
                <a:effectLst/>
                <a:latin typeface="Consolas" panose="020B0609020204030204" pitchFamily="49" charset="0"/>
              </a:rPr>
              <a:t>import</a:t>
            </a:r>
            <a:r>
              <a:rPr lang="en-US" sz="1800" b="0" i="0" dirty="0">
                <a:effectLst/>
                <a:latin typeface="Consolas" panose="020B0609020204030204" pitchFamily="49" charset="0"/>
              </a:rPr>
              <a:t> </a:t>
            </a:r>
            <a:r>
              <a:rPr lang="en-US" sz="1800" b="0" i="0" dirty="0" err="1">
                <a:effectLst/>
                <a:latin typeface="Consolas" panose="020B0609020204030204" pitchFamily="49" charset="0"/>
              </a:rPr>
              <a:t>load_breast_cancer</a:t>
            </a:r>
            <a:endParaRPr lang="en-US" sz="1800" b="0" i="0" dirty="0">
              <a:effectLst/>
              <a:latin typeface="Consolas" panose="020B0609020204030204" pitchFamily="49" charset="0"/>
            </a:endParaRPr>
          </a:p>
          <a:p>
            <a:pPr algn="l" fontAlgn="base">
              <a:buNone/>
            </a:pPr>
            <a:r>
              <a:rPr lang="en-US" sz="1800" b="1" i="0" dirty="0">
                <a:solidFill>
                  <a:srgbClr val="008000"/>
                </a:solidFill>
                <a:effectLst/>
                <a:latin typeface="Consolas" panose="020B0609020204030204" pitchFamily="49" charset="0"/>
              </a:rPr>
              <a:t>from</a:t>
            </a:r>
            <a:r>
              <a:rPr lang="en-US" sz="1800" b="0" i="0" dirty="0">
                <a:effectLst/>
                <a:latin typeface="Consolas" panose="020B0609020204030204" pitchFamily="49" charset="0"/>
              </a:rPr>
              <a:t> </a:t>
            </a:r>
            <a:r>
              <a:rPr lang="en-US" sz="1800" b="1" i="0" dirty="0" err="1">
                <a:solidFill>
                  <a:srgbClr val="0000FF"/>
                </a:solidFill>
                <a:effectLst/>
                <a:latin typeface="Consolas" panose="020B0609020204030204" pitchFamily="49" charset="0"/>
              </a:rPr>
              <a:t>sklearn.linear_model</a:t>
            </a:r>
            <a:r>
              <a:rPr lang="en-US" sz="1800" b="0" i="0" dirty="0">
                <a:effectLst/>
                <a:latin typeface="Consolas" panose="020B0609020204030204" pitchFamily="49" charset="0"/>
              </a:rPr>
              <a:t> </a:t>
            </a:r>
            <a:r>
              <a:rPr lang="en-US" sz="1800" b="1" i="0" dirty="0">
                <a:solidFill>
                  <a:srgbClr val="008000"/>
                </a:solidFill>
                <a:effectLst/>
                <a:latin typeface="Consolas" panose="020B0609020204030204" pitchFamily="49" charset="0"/>
              </a:rPr>
              <a:t>import</a:t>
            </a:r>
            <a:r>
              <a:rPr lang="en-US" sz="1800" b="0" i="0" dirty="0">
                <a:effectLst/>
                <a:latin typeface="Consolas" panose="020B0609020204030204" pitchFamily="49" charset="0"/>
              </a:rPr>
              <a:t> </a:t>
            </a:r>
            <a:r>
              <a:rPr lang="en-US" sz="1800" b="0" i="0" dirty="0" err="1">
                <a:effectLst/>
                <a:latin typeface="Consolas" panose="020B0609020204030204" pitchFamily="49" charset="0"/>
              </a:rPr>
              <a:t>LogisticRegression</a:t>
            </a:r>
            <a:endParaRPr lang="en-US" sz="1800" b="0" i="0" dirty="0">
              <a:effectLst/>
              <a:latin typeface="Consolas" panose="020B0609020204030204" pitchFamily="49" charset="0"/>
            </a:endParaRPr>
          </a:p>
          <a:p>
            <a:pPr algn="l" fontAlgn="base">
              <a:buNone/>
            </a:pPr>
            <a:r>
              <a:rPr lang="en-US" sz="1800" b="1" i="0" dirty="0">
                <a:solidFill>
                  <a:srgbClr val="008000"/>
                </a:solidFill>
                <a:effectLst/>
                <a:latin typeface="Consolas" panose="020B0609020204030204" pitchFamily="49" charset="0"/>
              </a:rPr>
              <a:t>from</a:t>
            </a:r>
            <a:r>
              <a:rPr lang="en-US" sz="1800" b="0" i="0" dirty="0">
                <a:effectLst/>
                <a:latin typeface="Consolas" panose="020B0609020204030204" pitchFamily="49" charset="0"/>
              </a:rPr>
              <a:t> </a:t>
            </a:r>
            <a:r>
              <a:rPr lang="en-US" sz="1800" b="1" i="0" dirty="0" err="1">
                <a:solidFill>
                  <a:srgbClr val="0000FF"/>
                </a:solidFill>
                <a:effectLst/>
                <a:latin typeface="Consolas" panose="020B0609020204030204" pitchFamily="49" charset="0"/>
              </a:rPr>
              <a:t>sklearn.model_selection</a:t>
            </a:r>
            <a:r>
              <a:rPr lang="en-US" sz="1800" b="0" i="0" dirty="0">
                <a:effectLst/>
                <a:latin typeface="Consolas" panose="020B0609020204030204" pitchFamily="49" charset="0"/>
              </a:rPr>
              <a:t> </a:t>
            </a:r>
            <a:r>
              <a:rPr lang="en-US" sz="1800" b="1" i="0" dirty="0">
                <a:solidFill>
                  <a:srgbClr val="008000"/>
                </a:solidFill>
                <a:effectLst/>
                <a:latin typeface="Consolas" panose="020B0609020204030204" pitchFamily="49" charset="0"/>
              </a:rPr>
              <a:t>import</a:t>
            </a:r>
            <a:r>
              <a:rPr lang="en-US" sz="1800" b="0" i="0" dirty="0">
                <a:effectLst/>
                <a:latin typeface="Consolas" panose="020B0609020204030204" pitchFamily="49" charset="0"/>
              </a:rPr>
              <a:t> </a:t>
            </a:r>
            <a:r>
              <a:rPr lang="en-US" sz="1800" b="0" i="0" dirty="0" err="1">
                <a:effectLst/>
                <a:latin typeface="Consolas" panose="020B0609020204030204" pitchFamily="49" charset="0"/>
              </a:rPr>
              <a:t>train_test_split</a:t>
            </a:r>
            <a:endParaRPr lang="en-US" sz="1800" b="0" i="0" dirty="0">
              <a:effectLst/>
              <a:latin typeface="Consolas" panose="020B0609020204030204" pitchFamily="49" charset="0"/>
            </a:endParaRPr>
          </a:p>
          <a:p>
            <a:pPr algn="l" fontAlgn="base">
              <a:buNone/>
            </a:pPr>
            <a:r>
              <a:rPr lang="en-US" sz="1800" b="1" i="0" dirty="0">
                <a:solidFill>
                  <a:srgbClr val="008000"/>
                </a:solidFill>
                <a:effectLst/>
                <a:latin typeface="Consolas" panose="020B0609020204030204" pitchFamily="49" charset="0"/>
              </a:rPr>
              <a:t>from</a:t>
            </a:r>
            <a:r>
              <a:rPr lang="en-US" sz="1800" b="0" i="0" dirty="0">
                <a:effectLst/>
                <a:latin typeface="Consolas" panose="020B0609020204030204" pitchFamily="49" charset="0"/>
              </a:rPr>
              <a:t> </a:t>
            </a:r>
            <a:r>
              <a:rPr lang="en-US" sz="1800" b="1" i="0" dirty="0" err="1">
                <a:solidFill>
                  <a:srgbClr val="0000FF"/>
                </a:solidFill>
                <a:effectLst/>
                <a:latin typeface="Consolas" panose="020B0609020204030204" pitchFamily="49" charset="0"/>
              </a:rPr>
              <a:t>sklearn.metrics</a:t>
            </a:r>
            <a:r>
              <a:rPr lang="en-US" sz="1800" b="0" i="0" dirty="0">
                <a:effectLst/>
                <a:latin typeface="Consolas" panose="020B0609020204030204" pitchFamily="49" charset="0"/>
              </a:rPr>
              <a:t> </a:t>
            </a:r>
            <a:r>
              <a:rPr lang="en-US" sz="1800" b="1" i="0" dirty="0">
                <a:solidFill>
                  <a:srgbClr val="008000"/>
                </a:solidFill>
                <a:effectLst/>
                <a:latin typeface="Consolas" panose="020B0609020204030204" pitchFamily="49" charset="0"/>
              </a:rPr>
              <a:t>import</a:t>
            </a:r>
            <a:r>
              <a:rPr lang="en-US" sz="1800" b="0" i="0" dirty="0">
                <a:effectLst/>
                <a:latin typeface="Consolas" panose="020B0609020204030204" pitchFamily="49" charset="0"/>
              </a:rPr>
              <a:t> </a:t>
            </a:r>
            <a:r>
              <a:rPr lang="en-US" sz="1800" b="0" i="0" dirty="0" err="1">
                <a:effectLst/>
                <a:latin typeface="Consolas" panose="020B0609020204030204" pitchFamily="49" charset="0"/>
              </a:rPr>
              <a:t>accuracy_score</a:t>
            </a:r>
            <a:endParaRPr lang="en-US" sz="1800" b="0" i="0" dirty="0">
              <a:effectLst/>
              <a:latin typeface="Consolas" panose="020B0609020204030204" pitchFamily="49" charset="0"/>
            </a:endParaRPr>
          </a:p>
          <a:p>
            <a:pPr algn="l" fontAlgn="base">
              <a:buNone/>
            </a:pPr>
            <a:endParaRPr lang="en-US" sz="1800" b="0" i="0" dirty="0">
              <a:effectLst/>
              <a:latin typeface="Consolas" panose="020B0609020204030204" pitchFamily="49" charset="0"/>
            </a:endParaRPr>
          </a:p>
          <a:p>
            <a:pPr algn="l" fontAlgn="base">
              <a:buNone/>
            </a:pPr>
            <a:r>
              <a:rPr lang="en-US" sz="1800" b="0" i="0" dirty="0">
                <a:effectLst/>
                <a:latin typeface="Consolas" panose="020B0609020204030204" pitchFamily="49" charset="0"/>
              </a:rPr>
              <a:t>X, y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err="1">
                <a:effectLst/>
                <a:latin typeface="Consolas" panose="020B0609020204030204" pitchFamily="49" charset="0"/>
              </a:rPr>
              <a:t>load_breast_cancer</a:t>
            </a:r>
            <a:r>
              <a:rPr lang="en-US" sz="1800" b="0" i="0" dirty="0">
                <a:effectLst/>
                <a:latin typeface="Consolas" panose="020B0609020204030204" pitchFamily="49" charset="0"/>
              </a:rPr>
              <a:t>(</a:t>
            </a:r>
            <a:r>
              <a:rPr lang="en-US" sz="1800" b="0" i="0" dirty="0" err="1">
                <a:effectLst/>
                <a:latin typeface="Consolas" panose="020B0609020204030204" pitchFamily="49" charset="0"/>
              </a:rPr>
              <a:t>return_X_y</a:t>
            </a:r>
            <a:r>
              <a:rPr lang="en-US" sz="1800" b="0" i="0" dirty="0">
                <a:solidFill>
                  <a:srgbClr val="666666"/>
                </a:solidFill>
                <a:effectLst/>
                <a:latin typeface="Consolas" panose="020B0609020204030204" pitchFamily="49" charset="0"/>
              </a:rPr>
              <a:t>=</a:t>
            </a:r>
            <a:r>
              <a:rPr lang="en-US" sz="1800" b="1" i="0" dirty="0">
                <a:solidFill>
                  <a:srgbClr val="008000"/>
                </a:solidFill>
                <a:effectLst/>
                <a:latin typeface="Consolas" panose="020B0609020204030204" pitchFamily="49" charset="0"/>
              </a:rPr>
              <a:t>True</a:t>
            </a:r>
            <a:r>
              <a:rPr lang="en-US" sz="1800" b="0" i="0" dirty="0">
                <a:effectLst/>
                <a:latin typeface="Consolas" panose="020B0609020204030204" pitchFamily="49" charset="0"/>
              </a:rPr>
              <a:t>)</a:t>
            </a:r>
          </a:p>
          <a:p>
            <a:pPr algn="l" fontAlgn="base">
              <a:buNone/>
            </a:pPr>
            <a:endParaRPr lang="en-US" sz="1800" b="0" i="0" dirty="0">
              <a:effectLst/>
              <a:latin typeface="Consolas" panose="020B0609020204030204" pitchFamily="49" charset="0"/>
            </a:endParaRPr>
          </a:p>
          <a:p>
            <a:pPr algn="l" fontAlgn="base">
              <a:buNone/>
            </a:pPr>
            <a:r>
              <a:rPr lang="en-US" sz="1800" b="0" i="0" dirty="0" err="1">
                <a:effectLst/>
                <a:latin typeface="Consolas" panose="020B0609020204030204" pitchFamily="49" charset="0"/>
              </a:rPr>
              <a:t>X_train</a:t>
            </a:r>
            <a:r>
              <a:rPr lang="en-US" sz="1800" b="0" i="0" dirty="0">
                <a:effectLst/>
                <a:latin typeface="Consolas" panose="020B0609020204030204" pitchFamily="49" charset="0"/>
              </a:rPr>
              <a:t>, </a:t>
            </a:r>
            <a:r>
              <a:rPr lang="en-US" sz="1800" b="0" i="0" dirty="0" err="1">
                <a:effectLst/>
                <a:latin typeface="Consolas" panose="020B0609020204030204" pitchFamily="49" charset="0"/>
              </a:rPr>
              <a:t>X_test</a:t>
            </a:r>
            <a:r>
              <a:rPr lang="en-US" sz="1800" b="0" i="0" dirty="0">
                <a:effectLst/>
                <a:latin typeface="Consolas" panose="020B0609020204030204" pitchFamily="49" charset="0"/>
              </a:rPr>
              <a:t>, </a:t>
            </a:r>
            <a:r>
              <a:rPr lang="en-US" sz="1800" b="0" i="0" dirty="0" err="1">
                <a:effectLst/>
                <a:latin typeface="Consolas" panose="020B0609020204030204" pitchFamily="49" charset="0"/>
              </a:rPr>
              <a:t>y_train</a:t>
            </a:r>
            <a:r>
              <a:rPr lang="en-US" sz="1800" b="0" i="0" dirty="0">
                <a:effectLst/>
                <a:latin typeface="Consolas" panose="020B0609020204030204" pitchFamily="49" charset="0"/>
              </a:rPr>
              <a:t>, </a:t>
            </a:r>
            <a:r>
              <a:rPr lang="en-US" sz="1800" b="0" i="0" dirty="0" err="1">
                <a:effectLst/>
                <a:latin typeface="Consolas" panose="020B0609020204030204" pitchFamily="49" charset="0"/>
              </a:rPr>
              <a:t>y_test</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err="1">
                <a:effectLst/>
                <a:latin typeface="Consolas" panose="020B0609020204030204" pitchFamily="49" charset="0"/>
              </a:rPr>
              <a:t>train_test_split</a:t>
            </a:r>
            <a:r>
              <a:rPr lang="en-US" sz="1800" b="0" i="0" dirty="0">
                <a:effectLst/>
                <a:latin typeface="Consolas" panose="020B0609020204030204" pitchFamily="49" charset="0"/>
              </a:rPr>
              <a:t>(X, y, </a:t>
            </a:r>
            <a:r>
              <a:rPr lang="en-US" sz="1800" b="0" i="0" dirty="0" err="1">
                <a:effectLst/>
                <a:latin typeface="Consolas" panose="020B0609020204030204" pitchFamily="49" charset="0"/>
              </a:rPr>
              <a:t>test_size</a:t>
            </a:r>
            <a:r>
              <a:rPr lang="en-US" sz="1800" b="0" i="0" dirty="0">
                <a:solidFill>
                  <a:srgbClr val="666666"/>
                </a:solidFill>
                <a:effectLst/>
                <a:latin typeface="Consolas" panose="020B0609020204030204" pitchFamily="49" charset="0"/>
              </a:rPr>
              <a:t>=0.20</a:t>
            </a:r>
            <a:r>
              <a:rPr lang="en-US" sz="1800" b="0" i="0" dirty="0">
                <a:effectLst/>
                <a:latin typeface="Consolas" panose="020B0609020204030204" pitchFamily="49" charset="0"/>
              </a:rPr>
              <a:t>, </a:t>
            </a:r>
            <a:r>
              <a:rPr lang="en-US" sz="1800" b="0" i="0" dirty="0" err="1">
                <a:effectLst/>
                <a:latin typeface="Consolas" panose="020B0609020204030204" pitchFamily="49" charset="0"/>
              </a:rPr>
              <a:t>random_state</a:t>
            </a:r>
            <a:r>
              <a:rPr lang="en-US" sz="1800" b="0" i="0" dirty="0">
                <a:solidFill>
                  <a:srgbClr val="666666"/>
                </a:solidFill>
                <a:effectLst/>
                <a:latin typeface="Consolas" panose="020B0609020204030204" pitchFamily="49" charset="0"/>
              </a:rPr>
              <a:t>=23</a:t>
            </a:r>
            <a:r>
              <a:rPr lang="en-US" sz="1800" b="0" i="0" dirty="0">
                <a:effectLst/>
                <a:latin typeface="Consolas" panose="020B0609020204030204" pitchFamily="49" charset="0"/>
              </a:rPr>
              <a:t>)</a:t>
            </a:r>
          </a:p>
          <a:p>
            <a:pPr algn="l" fontAlgn="base">
              <a:buNone/>
            </a:pPr>
            <a:endParaRPr lang="en-US" sz="1800" b="0" i="0" dirty="0">
              <a:effectLst/>
              <a:latin typeface="Consolas" panose="020B0609020204030204" pitchFamily="49" charset="0"/>
            </a:endParaRPr>
          </a:p>
          <a:p>
            <a:pPr algn="l" fontAlgn="base">
              <a:buNone/>
            </a:pPr>
            <a:r>
              <a:rPr lang="en-US" sz="1800" b="0" i="0" dirty="0" err="1">
                <a:effectLst/>
                <a:latin typeface="Consolas" panose="020B0609020204030204" pitchFamily="49" charset="0"/>
              </a:rPr>
              <a:t>clf</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err="1">
                <a:effectLst/>
                <a:latin typeface="Consolas" panose="020B0609020204030204" pitchFamily="49" charset="0"/>
              </a:rPr>
              <a:t>LogisticRegression</a:t>
            </a:r>
            <a:r>
              <a:rPr lang="en-US" sz="1800" b="0" i="0" dirty="0">
                <a:effectLst/>
                <a:latin typeface="Consolas" panose="020B0609020204030204" pitchFamily="49" charset="0"/>
              </a:rPr>
              <a:t>(</a:t>
            </a:r>
            <a:r>
              <a:rPr lang="en-US" sz="1800" b="0" i="0" dirty="0" err="1">
                <a:effectLst/>
                <a:latin typeface="Consolas" panose="020B0609020204030204" pitchFamily="49" charset="0"/>
              </a:rPr>
              <a:t>max_iter</a:t>
            </a:r>
            <a:r>
              <a:rPr lang="en-US" sz="1800" b="0" i="0" dirty="0">
                <a:solidFill>
                  <a:srgbClr val="666666"/>
                </a:solidFill>
                <a:effectLst/>
                <a:latin typeface="Consolas" panose="020B0609020204030204" pitchFamily="49" charset="0"/>
              </a:rPr>
              <a:t>=10000</a:t>
            </a:r>
            <a:r>
              <a:rPr lang="en-US" sz="1800" b="0" i="0" dirty="0">
                <a:effectLst/>
                <a:latin typeface="Consolas" panose="020B0609020204030204" pitchFamily="49" charset="0"/>
              </a:rPr>
              <a:t>, </a:t>
            </a:r>
            <a:r>
              <a:rPr lang="en-US" sz="1800" b="0" i="0" dirty="0" err="1">
                <a:effectLst/>
                <a:latin typeface="Consolas" panose="020B0609020204030204" pitchFamily="49" charset="0"/>
              </a:rPr>
              <a:t>random_state</a:t>
            </a:r>
            <a:r>
              <a:rPr lang="en-US" sz="1800" b="0" i="0" dirty="0">
                <a:solidFill>
                  <a:srgbClr val="666666"/>
                </a:solidFill>
                <a:effectLst/>
                <a:latin typeface="Consolas" panose="020B0609020204030204" pitchFamily="49" charset="0"/>
              </a:rPr>
              <a:t>=0</a:t>
            </a:r>
            <a:r>
              <a:rPr lang="en-US" sz="1800" b="0" i="0" dirty="0">
                <a:effectLst/>
                <a:latin typeface="Consolas" panose="020B0609020204030204" pitchFamily="49" charset="0"/>
              </a:rPr>
              <a:t>)</a:t>
            </a:r>
          </a:p>
          <a:p>
            <a:pPr algn="l" fontAlgn="base">
              <a:buNone/>
            </a:pPr>
            <a:r>
              <a:rPr lang="en-US" sz="1800" b="0" i="0" dirty="0" err="1">
                <a:effectLst/>
                <a:latin typeface="Consolas" panose="020B0609020204030204" pitchFamily="49" charset="0"/>
              </a:rPr>
              <a:t>clf</a:t>
            </a:r>
            <a:r>
              <a:rPr lang="en-US" sz="1800" b="0" i="0" dirty="0" err="1">
                <a:solidFill>
                  <a:srgbClr val="666666"/>
                </a:solidFill>
                <a:effectLst/>
                <a:latin typeface="Consolas" panose="020B0609020204030204" pitchFamily="49" charset="0"/>
              </a:rPr>
              <a:t>.</a:t>
            </a:r>
            <a:r>
              <a:rPr lang="en-US" sz="1800" b="0" i="0" dirty="0" err="1">
                <a:effectLst/>
                <a:latin typeface="Consolas" panose="020B0609020204030204" pitchFamily="49" charset="0"/>
              </a:rPr>
              <a:t>fit</a:t>
            </a:r>
            <a:r>
              <a:rPr lang="en-US" sz="1800" b="0" i="0" dirty="0">
                <a:effectLst/>
                <a:latin typeface="Consolas" panose="020B0609020204030204" pitchFamily="49" charset="0"/>
              </a:rPr>
              <a:t>(</a:t>
            </a:r>
            <a:r>
              <a:rPr lang="en-US" sz="1800" b="0" i="0" dirty="0" err="1">
                <a:effectLst/>
                <a:latin typeface="Consolas" panose="020B0609020204030204" pitchFamily="49" charset="0"/>
              </a:rPr>
              <a:t>X_train</a:t>
            </a:r>
            <a:r>
              <a:rPr lang="en-US" sz="1800" b="0" i="0" dirty="0">
                <a:effectLst/>
                <a:latin typeface="Consolas" panose="020B0609020204030204" pitchFamily="49" charset="0"/>
              </a:rPr>
              <a:t>, </a:t>
            </a:r>
            <a:r>
              <a:rPr lang="en-US" sz="1800" b="0" i="0" dirty="0" err="1">
                <a:effectLst/>
                <a:latin typeface="Consolas" panose="020B0609020204030204" pitchFamily="49" charset="0"/>
              </a:rPr>
              <a:t>y_train</a:t>
            </a:r>
            <a:r>
              <a:rPr lang="en-US" sz="1800" b="0" i="0" dirty="0">
                <a:effectLst/>
                <a:latin typeface="Consolas" panose="020B0609020204030204" pitchFamily="49" charset="0"/>
              </a:rPr>
              <a:t>)</a:t>
            </a:r>
          </a:p>
          <a:p>
            <a:pPr algn="l" fontAlgn="base">
              <a:buNone/>
            </a:pPr>
            <a:endParaRPr lang="en-US" sz="1800" b="0" i="0" dirty="0">
              <a:effectLst/>
              <a:latin typeface="Consolas" panose="020B0609020204030204" pitchFamily="49" charset="0"/>
            </a:endParaRPr>
          </a:p>
          <a:p>
            <a:pPr algn="l" fontAlgn="base">
              <a:buNone/>
            </a:pPr>
            <a:r>
              <a:rPr lang="en-US" sz="1800" b="0" i="0" dirty="0">
                <a:effectLst/>
                <a:latin typeface="Consolas" panose="020B0609020204030204" pitchFamily="49" charset="0"/>
              </a:rPr>
              <a:t>acc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err="1">
                <a:effectLst/>
                <a:latin typeface="Consolas" panose="020B0609020204030204" pitchFamily="49" charset="0"/>
              </a:rPr>
              <a:t>accuracy_score</a:t>
            </a:r>
            <a:r>
              <a:rPr lang="en-US" sz="1800" b="0" i="0" dirty="0">
                <a:effectLst/>
                <a:latin typeface="Consolas" panose="020B0609020204030204" pitchFamily="49" charset="0"/>
              </a:rPr>
              <a:t>(</a:t>
            </a:r>
            <a:r>
              <a:rPr lang="en-US" sz="1800" b="0" i="0" dirty="0" err="1">
                <a:effectLst/>
                <a:latin typeface="Consolas" panose="020B0609020204030204" pitchFamily="49" charset="0"/>
              </a:rPr>
              <a:t>y_test</a:t>
            </a:r>
            <a:r>
              <a:rPr lang="en-US" sz="1800" b="0" i="0" dirty="0">
                <a:effectLst/>
                <a:latin typeface="Consolas" panose="020B0609020204030204" pitchFamily="49" charset="0"/>
              </a:rPr>
              <a:t>, </a:t>
            </a:r>
            <a:r>
              <a:rPr lang="en-US" sz="1800" b="0" i="0" dirty="0" err="1">
                <a:effectLst/>
                <a:latin typeface="Consolas" panose="020B0609020204030204" pitchFamily="49" charset="0"/>
              </a:rPr>
              <a:t>clf</a:t>
            </a:r>
            <a:r>
              <a:rPr lang="en-US" sz="1800" b="0" i="0" dirty="0" err="1">
                <a:solidFill>
                  <a:srgbClr val="666666"/>
                </a:solidFill>
                <a:effectLst/>
                <a:latin typeface="Consolas" panose="020B0609020204030204" pitchFamily="49" charset="0"/>
              </a:rPr>
              <a:t>.</a:t>
            </a:r>
            <a:r>
              <a:rPr lang="en-US" sz="1800" b="0" i="0" dirty="0" err="1">
                <a:effectLst/>
                <a:latin typeface="Consolas" panose="020B0609020204030204" pitchFamily="49" charset="0"/>
              </a:rPr>
              <a:t>predict</a:t>
            </a:r>
            <a:r>
              <a:rPr lang="en-US" sz="1800" b="0" i="0" dirty="0">
                <a:effectLst/>
                <a:latin typeface="Consolas" panose="020B0609020204030204" pitchFamily="49" charset="0"/>
              </a:rPr>
              <a:t>(</a:t>
            </a:r>
            <a:r>
              <a:rPr lang="en-US" sz="1800" b="0" i="0" dirty="0" err="1">
                <a:effectLst/>
                <a:latin typeface="Consolas" panose="020B0609020204030204" pitchFamily="49" charset="0"/>
              </a:rPr>
              <a:t>X_test</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100</a:t>
            </a:r>
            <a:endParaRPr lang="en-US" sz="1800" b="0" i="0" dirty="0">
              <a:effectLst/>
              <a:latin typeface="Consolas" panose="020B0609020204030204" pitchFamily="49" charset="0"/>
            </a:endParaRPr>
          </a:p>
          <a:p>
            <a:pPr algn="l" fontAlgn="base">
              <a:buNone/>
            </a:pPr>
            <a:r>
              <a:rPr lang="en-US" sz="1800" b="0" i="0" dirty="0">
                <a:solidFill>
                  <a:srgbClr val="008000"/>
                </a:solidFill>
                <a:effectLst/>
                <a:latin typeface="Consolas" panose="020B0609020204030204" pitchFamily="49" charset="0"/>
              </a:rPr>
              <a:t>print</a:t>
            </a:r>
            <a:r>
              <a:rPr lang="en-US" sz="1800" b="0" i="0" dirty="0">
                <a:effectLst/>
                <a:latin typeface="Consolas" panose="020B0609020204030204" pitchFamily="49" charset="0"/>
              </a:rPr>
              <a:t>(</a:t>
            </a:r>
            <a:r>
              <a:rPr lang="en-US" sz="1800" b="0" i="0" dirty="0" err="1">
                <a:solidFill>
                  <a:srgbClr val="BA2121"/>
                </a:solidFill>
                <a:effectLst/>
                <a:latin typeface="Consolas" panose="020B0609020204030204" pitchFamily="49" charset="0"/>
              </a:rPr>
              <a:t>f"Logistic</a:t>
            </a:r>
            <a:r>
              <a:rPr lang="en-US" sz="1800" b="0" i="0" dirty="0">
                <a:solidFill>
                  <a:srgbClr val="BA2121"/>
                </a:solidFill>
                <a:effectLst/>
                <a:latin typeface="Consolas" panose="020B0609020204030204" pitchFamily="49" charset="0"/>
              </a:rPr>
              <a:t> Regression model accuracy: </a:t>
            </a:r>
            <a:r>
              <a:rPr lang="en-US" sz="1800" b="1" i="0" dirty="0">
                <a:solidFill>
                  <a:srgbClr val="A45A77"/>
                </a:solidFill>
                <a:effectLst/>
                <a:latin typeface="Consolas" panose="020B0609020204030204" pitchFamily="49" charset="0"/>
              </a:rPr>
              <a:t>{</a:t>
            </a:r>
            <a:r>
              <a:rPr lang="en-US" sz="1800" b="0" i="0" dirty="0">
                <a:effectLst/>
                <a:latin typeface="Consolas" panose="020B0609020204030204" pitchFamily="49" charset="0"/>
              </a:rPr>
              <a:t>acc</a:t>
            </a:r>
            <a:r>
              <a:rPr lang="en-US" sz="1800" b="1" i="0" dirty="0">
                <a:solidFill>
                  <a:srgbClr val="A45A77"/>
                </a:solidFill>
                <a:effectLst/>
                <a:latin typeface="Consolas" panose="020B0609020204030204" pitchFamily="49" charset="0"/>
              </a:rPr>
              <a:t>:</a:t>
            </a:r>
            <a:r>
              <a:rPr lang="en-US" sz="1800" b="0" i="0" dirty="0">
                <a:solidFill>
                  <a:srgbClr val="BA2121"/>
                </a:solidFill>
                <a:effectLst/>
                <a:latin typeface="Consolas" panose="020B0609020204030204" pitchFamily="49" charset="0"/>
              </a:rPr>
              <a:t>.2f</a:t>
            </a:r>
            <a:r>
              <a:rPr lang="en-US" sz="1800" b="1" i="0" dirty="0">
                <a:solidFill>
                  <a:srgbClr val="A45A77"/>
                </a:solidFill>
                <a:effectLst/>
                <a:latin typeface="Consolas" panose="020B0609020204030204" pitchFamily="49" charset="0"/>
              </a:rPr>
              <a:t>}</a:t>
            </a:r>
            <a:r>
              <a:rPr lang="en-US" sz="1800" b="0" i="0" dirty="0">
                <a:solidFill>
                  <a:srgbClr val="BA2121"/>
                </a:solidFill>
                <a:effectLst/>
                <a:latin typeface="Consolas" panose="020B0609020204030204" pitchFamily="49" charset="0"/>
              </a:rPr>
              <a:t>%"</a:t>
            </a:r>
            <a:r>
              <a:rPr lang="en-US" sz="1800" b="0" i="0" dirty="0">
                <a:effectLst/>
                <a:latin typeface="Consolas" panose="020B0609020204030204" pitchFamily="49" charset="0"/>
              </a:rPr>
              <a:t>)</a:t>
            </a:r>
          </a:p>
        </p:txBody>
      </p:sp>
      <p:sp>
        <p:nvSpPr>
          <p:cNvPr id="8" name="TextBox 7">
            <a:extLst>
              <a:ext uri="{FF2B5EF4-FFF2-40B4-BE49-F238E27FC236}">
                <a16:creationId xmlns:a16="http://schemas.microsoft.com/office/drawing/2014/main" id="{9B8E78E6-BE89-BFB1-C4D0-4860AB1F3432}"/>
              </a:ext>
            </a:extLst>
          </p:cNvPr>
          <p:cNvSpPr txBox="1"/>
          <p:nvPr/>
        </p:nvSpPr>
        <p:spPr>
          <a:xfrm>
            <a:off x="599767" y="5349895"/>
            <a:ext cx="10815484" cy="1384995"/>
          </a:xfrm>
          <a:prstGeom prst="rect">
            <a:avLst/>
          </a:prstGeom>
          <a:noFill/>
        </p:spPr>
        <p:txBody>
          <a:bodyPr wrap="square">
            <a:spAutoFit/>
          </a:bodyPr>
          <a:lstStyle/>
          <a:p>
            <a:pPr algn="ctr" rtl="0" fontAlgn="base">
              <a:spcAft>
                <a:spcPts val="750"/>
              </a:spcAft>
              <a:buNone/>
            </a:pPr>
            <a:r>
              <a:rPr lang="en-US" sz="1600" b="1" i="0" dirty="0">
                <a:solidFill>
                  <a:srgbClr val="FF0000"/>
                </a:solidFill>
                <a:effectLst/>
                <a:latin typeface="Arial Black" panose="020B0A04020102020204" pitchFamily="34" charset="0"/>
              </a:rPr>
              <a:t>Output</a:t>
            </a:r>
            <a:r>
              <a:rPr lang="en-US" sz="1600" b="0" i="0" dirty="0">
                <a:solidFill>
                  <a:srgbClr val="FF0000"/>
                </a:solidFill>
                <a:effectLst/>
                <a:latin typeface="Arial Black" panose="020B0A04020102020204" pitchFamily="34" charset="0"/>
              </a:rPr>
              <a:t>:</a:t>
            </a:r>
          </a:p>
          <a:p>
            <a:pPr algn="just" rtl="0" fontAlgn="base">
              <a:spcBef>
                <a:spcPts val="750"/>
              </a:spcBef>
              <a:spcAft>
                <a:spcPts val="750"/>
              </a:spcAft>
              <a:buNone/>
            </a:pPr>
            <a:r>
              <a:rPr lang="en-US" sz="1600" b="0" i="1" dirty="0">
                <a:solidFill>
                  <a:srgbClr val="273239"/>
                </a:solidFill>
                <a:effectLst/>
                <a:latin typeface="Arial Black" panose="020B0A04020102020204" pitchFamily="34" charset="0"/>
              </a:rPr>
              <a:t>Logistic Regression model accuracy (in %): 96.49%</a:t>
            </a:r>
          </a:p>
          <a:p>
            <a:pPr algn="just" rtl="0" fontAlgn="base">
              <a:spcAft>
                <a:spcPts val="750"/>
              </a:spcAft>
              <a:buNone/>
            </a:pPr>
            <a:r>
              <a:rPr lang="en-US" sz="1600" b="0" i="0" dirty="0">
                <a:solidFill>
                  <a:srgbClr val="273239"/>
                </a:solidFill>
                <a:effectLst/>
                <a:latin typeface="Arial Black" panose="020B0A04020102020204" pitchFamily="34" charset="0"/>
              </a:rPr>
              <a:t>This code uses logistic regression to classify whether a sample from the breast cancer dataset is malignant or benign.</a:t>
            </a:r>
          </a:p>
        </p:txBody>
      </p:sp>
    </p:spTree>
    <p:extLst>
      <p:ext uri="{BB962C8B-B14F-4D97-AF65-F5344CB8AC3E}">
        <p14:creationId xmlns:p14="http://schemas.microsoft.com/office/powerpoint/2010/main" val="3239653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399D6-35AC-2766-96DE-2A1CDE0DE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0FF79-6D5F-25BC-1902-3E56B0047B4B}"/>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sp>
        <p:nvSpPr>
          <p:cNvPr id="4" name="TextBox 3">
            <a:extLst>
              <a:ext uri="{FF2B5EF4-FFF2-40B4-BE49-F238E27FC236}">
                <a16:creationId xmlns:a16="http://schemas.microsoft.com/office/drawing/2014/main" id="{6A876ED1-EC08-AB20-2EDE-C3535CF565C3}"/>
              </a:ext>
            </a:extLst>
          </p:cNvPr>
          <p:cNvSpPr txBox="1"/>
          <p:nvPr/>
        </p:nvSpPr>
        <p:spPr>
          <a:xfrm>
            <a:off x="2723535" y="1087924"/>
            <a:ext cx="7020232" cy="361637"/>
          </a:xfrm>
          <a:prstGeom prst="rect">
            <a:avLst/>
          </a:prstGeom>
          <a:noFill/>
        </p:spPr>
        <p:txBody>
          <a:bodyPr wrap="square">
            <a:spAutoFit/>
          </a:bodyPr>
          <a:lstStyle/>
          <a:p>
            <a:pPr algn="l" fontAlgn="base">
              <a:lnSpc>
                <a:spcPts val="2100"/>
              </a:lnSpc>
              <a:buNone/>
            </a:pPr>
            <a:r>
              <a:rPr lang="en-US" b="1" i="0" dirty="0">
                <a:solidFill>
                  <a:srgbClr val="7030A0"/>
                </a:solidFill>
                <a:effectLst/>
                <a:latin typeface="Arial Black" panose="020B0A04020102020204" pitchFamily="34" charset="0"/>
              </a:rPr>
              <a:t>Differences Between Linear and Logistic Regression</a:t>
            </a:r>
          </a:p>
        </p:txBody>
      </p:sp>
      <p:graphicFrame>
        <p:nvGraphicFramePr>
          <p:cNvPr id="6" name="Table 5">
            <a:extLst>
              <a:ext uri="{FF2B5EF4-FFF2-40B4-BE49-F238E27FC236}">
                <a16:creationId xmlns:a16="http://schemas.microsoft.com/office/drawing/2014/main" id="{42D914A8-95AD-86F2-B66B-34442F2C4123}"/>
              </a:ext>
            </a:extLst>
          </p:cNvPr>
          <p:cNvGraphicFramePr>
            <a:graphicFrameLocks noGrp="1"/>
          </p:cNvGraphicFramePr>
          <p:nvPr>
            <p:extLst>
              <p:ext uri="{D42A27DB-BD31-4B8C-83A1-F6EECF244321}">
                <p14:modId xmlns:p14="http://schemas.microsoft.com/office/powerpoint/2010/main" val="4176367939"/>
              </p:ext>
            </p:extLst>
          </p:nvPr>
        </p:nvGraphicFramePr>
        <p:xfrm>
          <a:off x="838200" y="1535366"/>
          <a:ext cx="10515600" cy="5090160"/>
        </p:xfrm>
        <a:graphic>
          <a:graphicData uri="http://schemas.openxmlformats.org/drawingml/2006/table">
            <a:tbl>
              <a:tblPr/>
              <a:tblGrid>
                <a:gridCol w="2336800">
                  <a:extLst>
                    <a:ext uri="{9D8B030D-6E8A-4147-A177-3AD203B41FA5}">
                      <a16:colId xmlns:a16="http://schemas.microsoft.com/office/drawing/2014/main" val="3869415584"/>
                    </a:ext>
                  </a:extLst>
                </a:gridCol>
                <a:gridCol w="4089400">
                  <a:extLst>
                    <a:ext uri="{9D8B030D-6E8A-4147-A177-3AD203B41FA5}">
                      <a16:colId xmlns:a16="http://schemas.microsoft.com/office/drawing/2014/main" val="4021651583"/>
                    </a:ext>
                  </a:extLst>
                </a:gridCol>
                <a:gridCol w="4089400">
                  <a:extLst>
                    <a:ext uri="{9D8B030D-6E8A-4147-A177-3AD203B41FA5}">
                      <a16:colId xmlns:a16="http://schemas.microsoft.com/office/drawing/2014/main" val="556173167"/>
                    </a:ext>
                  </a:extLst>
                </a:gridCol>
              </a:tblGrid>
              <a:tr h="0">
                <a:tc>
                  <a:txBody>
                    <a:bodyPr/>
                    <a:lstStyle/>
                    <a:p>
                      <a:pPr algn="ctr" fontAlgn="base">
                        <a:buNone/>
                      </a:pPr>
                      <a:r>
                        <a:rPr lang="en-US" sz="1600" b="1" dirty="0">
                          <a:solidFill>
                            <a:srgbClr val="FF0000"/>
                          </a:solidFill>
                          <a:effectLst/>
                          <a:latin typeface="Arial Black" panose="020B0A04020102020204" pitchFamily="34" charset="0"/>
                        </a:rPr>
                        <a:t>Aspect</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600" b="1" dirty="0">
                          <a:solidFill>
                            <a:srgbClr val="FF0000"/>
                          </a:solidFill>
                          <a:effectLst/>
                          <a:latin typeface="Arial Black" panose="020B0A04020102020204" pitchFamily="34" charset="0"/>
                        </a:rPr>
                        <a:t>Linear Regression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600" b="1" dirty="0">
                          <a:solidFill>
                            <a:srgbClr val="FF0000"/>
                          </a:solidFill>
                          <a:effectLst/>
                          <a:latin typeface="Arial Black" panose="020B0A04020102020204" pitchFamily="34" charset="0"/>
                        </a:rPr>
                        <a:t>Logistic Regression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649138252"/>
                  </a:ext>
                </a:extLst>
              </a:tr>
              <a:tr h="0">
                <a:tc>
                  <a:txBody>
                    <a:bodyPr/>
                    <a:lstStyle/>
                    <a:p>
                      <a:pPr algn="ctr" fontAlgn="base">
                        <a:buNone/>
                      </a:pPr>
                      <a:r>
                        <a:rPr lang="en-US" sz="1600" b="1" dirty="0">
                          <a:solidFill>
                            <a:srgbClr val="FF0000"/>
                          </a:solidFill>
                          <a:effectLst/>
                          <a:latin typeface="Arial Black" panose="020B0A04020102020204" pitchFamily="34" charset="0"/>
                        </a:rPr>
                        <a:t>Definition</a:t>
                      </a:r>
                    </a:p>
                  </a:txBody>
                  <a:tcPr marL="38100" marR="38100" marT="64008" marB="6400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US" sz="1600" b="0" dirty="0">
                          <a:effectLst/>
                          <a:latin typeface="Arial Black" panose="020B0A04020102020204" pitchFamily="34" charset="0"/>
                        </a:rPr>
                        <a:t>Linear regression is used to predict the continuous dependent variable using a given set of independent variables.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Arial Black" panose="020B0A04020102020204" pitchFamily="34" charset="0"/>
                        </a:rPr>
                        <a:t>Logistic regression is used to predict the categorical dependent variable using a given set of independent variables.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32146764"/>
                  </a:ext>
                </a:extLst>
              </a:tr>
              <a:tr h="0">
                <a:tc>
                  <a:txBody>
                    <a:bodyPr/>
                    <a:lstStyle/>
                    <a:p>
                      <a:pPr algn="ctr" fontAlgn="base">
                        <a:buNone/>
                      </a:pPr>
                      <a:r>
                        <a:rPr lang="en-US" sz="1600" b="1" dirty="0">
                          <a:solidFill>
                            <a:srgbClr val="FF0000"/>
                          </a:solidFill>
                          <a:effectLst/>
                          <a:latin typeface="Arial Black" panose="020B0A04020102020204" pitchFamily="34" charset="0"/>
                        </a:rPr>
                        <a:t>Problem Type</a:t>
                      </a:r>
                    </a:p>
                  </a:txBody>
                  <a:tcPr marL="38100" marR="38100" marT="64008" marB="6400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US" sz="1600" b="0">
                          <a:effectLst/>
                          <a:latin typeface="Arial Black" panose="020B0A04020102020204" pitchFamily="34" charset="0"/>
                        </a:rPr>
                        <a:t>It is used for solving regression problem.</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Arial Black" panose="020B0A04020102020204" pitchFamily="34" charset="0"/>
                        </a:rPr>
                        <a:t>It is used for solving classification problems.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48160806"/>
                  </a:ext>
                </a:extLst>
              </a:tr>
              <a:tr h="0">
                <a:tc>
                  <a:txBody>
                    <a:bodyPr/>
                    <a:lstStyle/>
                    <a:p>
                      <a:pPr algn="ctr" fontAlgn="base">
                        <a:buNone/>
                      </a:pPr>
                      <a:r>
                        <a:rPr lang="en-US" sz="1600" b="1" dirty="0">
                          <a:solidFill>
                            <a:srgbClr val="FF0000"/>
                          </a:solidFill>
                          <a:effectLst/>
                          <a:latin typeface="Arial Black" panose="020B0A04020102020204" pitchFamily="34" charset="0"/>
                        </a:rPr>
                        <a:t>Output Type</a:t>
                      </a:r>
                    </a:p>
                  </a:txBody>
                  <a:tcPr marL="38100" marR="38100" marT="64008" marB="6400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US" sz="1600" b="0">
                          <a:effectLst/>
                          <a:latin typeface="Arial Black" panose="020B0A04020102020204" pitchFamily="34" charset="0"/>
                        </a:rPr>
                        <a:t>In this we predict the value of continuous variables.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Arial Black" panose="020B0A04020102020204" pitchFamily="34" charset="0"/>
                        </a:rPr>
                        <a:t>In this we predict values of categorical variables.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40965214"/>
                  </a:ext>
                </a:extLst>
              </a:tr>
              <a:tr h="0">
                <a:tc>
                  <a:txBody>
                    <a:bodyPr/>
                    <a:lstStyle/>
                    <a:p>
                      <a:pPr algn="ctr" fontAlgn="base">
                        <a:buNone/>
                      </a:pPr>
                      <a:r>
                        <a:rPr lang="en-US" sz="1600" b="1" dirty="0">
                          <a:solidFill>
                            <a:srgbClr val="FF0000"/>
                          </a:solidFill>
                          <a:effectLst/>
                          <a:latin typeface="Arial Black" panose="020B0A04020102020204" pitchFamily="34" charset="0"/>
                        </a:rPr>
                        <a:t>Curve/Model Fitting</a:t>
                      </a:r>
                    </a:p>
                  </a:txBody>
                  <a:tcPr marL="38100" marR="38100" marT="64008" marB="6400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US" sz="1600" b="0">
                          <a:effectLst/>
                          <a:latin typeface="Arial Black" panose="020B0A04020102020204" pitchFamily="34" charset="0"/>
                        </a:rPr>
                        <a:t>In this we find best fit line.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Arial Black" panose="020B0A04020102020204" pitchFamily="34" charset="0"/>
                        </a:rPr>
                        <a:t>In this we find S-Curve.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73083712"/>
                  </a:ext>
                </a:extLst>
              </a:tr>
              <a:tr h="0">
                <a:tc>
                  <a:txBody>
                    <a:bodyPr/>
                    <a:lstStyle/>
                    <a:p>
                      <a:pPr algn="ctr" fontAlgn="base">
                        <a:buNone/>
                      </a:pPr>
                      <a:r>
                        <a:rPr lang="en-US" sz="1600" b="1" dirty="0">
                          <a:solidFill>
                            <a:srgbClr val="FF0000"/>
                          </a:solidFill>
                          <a:effectLst/>
                          <a:latin typeface="Arial Black" panose="020B0A04020102020204" pitchFamily="34" charset="0"/>
                        </a:rPr>
                        <a:t>Estimation Method</a:t>
                      </a:r>
                    </a:p>
                  </a:txBody>
                  <a:tcPr marL="38100" marR="38100" marT="64008" marB="6400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US" sz="1600" b="0">
                          <a:effectLst/>
                          <a:latin typeface="Arial Black" panose="020B0A04020102020204" pitchFamily="34" charset="0"/>
                        </a:rPr>
                        <a:t>Least square estimation method is used for estimation of accuracy.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Arial Black" panose="020B0A04020102020204" pitchFamily="34" charset="0"/>
                        </a:rPr>
                        <a:t>Maximum likelihood estimation method is used for estimation of accuracy.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65416744"/>
                  </a:ext>
                </a:extLst>
              </a:tr>
              <a:tr h="0">
                <a:tc>
                  <a:txBody>
                    <a:bodyPr/>
                    <a:lstStyle/>
                    <a:p>
                      <a:pPr algn="ctr" fontAlgn="base">
                        <a:buNone/>
                      </a:pPr>
                      <a:r>
                        <a:rPr lang="en-US" sz="1600" b="1" dirty="0">
                          <a:solidFill>
                            <a:srgbClr val="FF0000"/>
                          </a:solidFill>
                          <a:effectLst/>
                          <a:latin typeface="Arial Black" panose="020B0A04020102020204" pitchFamily="34" charset="0"/>
                        </a:rPr>
                        <a:t>Output Example</a:t>
                      </a:r>
                    </a:p>
                  </a:txBody>
                  <a:tcPr marL="38100" marR="38100" marT="64008" marB="6400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US" sz="1600" b="0">
                          <a:effectLst/>
                          <a:latin typeface="Arial Black" panose="020B0A04020102020204" pitchFamily="34" charset="0"/>
                        </a:rPr>
                        <a:t>The output must be continuous value such as price, age etc.</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Arial Black" panose="020B0A04020102020204" pitchFamily="34" charset="0"/>
                        </a:rPr>
                        <a:t>Output must be categorical value such as 0 or 1, Yes or No, etc.</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14095759"/>
                  </a:ext>
                </a:extLst>
              </a:tr>
            </a:tbl>
          </a:graphicData>
        </a:graphic>
      </p:graphicFrame>
    </p:spTree>
    <p:extLst>
      <p:ext uri="{BB962C8B-B14F-4D97-AF65-F5344CB8AC3E}">
        <p14:creationId xmlns:p14="http://schemas.microsoft.com/office/powerpoint/2010/main" val="2096087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AAA71-806E-9C2B-4BE9-E57279B07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77D34-4C32-CE5E-850E-4204303DEA2E}"/>
              </a:ext>
            </a:extLst>
          </p:cNvPr>
          <p:cNvSpPr>
            <a:spLocks noGrp="1"/>
          </p:cNvSpPr>
          <p:nvPr>
            <p:ph type="ctrTitle"/>
          </p:nvPr>
        </p:nvSpPr>
        <p:spPr>
          <a:xfrm>
            <a:off x="1612490" y="84547"/>
            <a:ext cx="8967020" cy="1003377"/>
          </a:xfrm>
        </p:spPr>
        <p:txBody>
          <a:bodyPr>
            <a:normAutofit/>
          </a:bodyPr>
          <a:lstStyle/>
          <a:p>
            <a:r>
              <a:rPr lang="en-US" sz="4000" dirty="0">
                <a:latin typeface="Arial Black" panose="020B0A04020102020204" pitchFamily="34" charset="0"/>
              </a:rPr>
              <a:t>LOGISTIC REGRESSION</a:t>
            </a:r>
          </a:p>
        </p:txBody>
      </p:sp>
      <p:pic>
        <p:nvPicPr>
          <p:cNvPr id="4" name="Picture 3">
            <a:extLst>
              <a:ext uri="{FF2B5EF4-FFF2-40B4-BE49-F238E27FC236}">
                <a16:creationId xmlns:a16="http://schemas.microsoft.com/office/drawing/2014/main" id="{7647C87B-E1A0-0F75-FF26-F890CB50F6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87924"/>
            <a:ext cx="12192000" cy="5677310"/>
          </a:xfrm>
          <a:prstGeom prst="rect">
            <a:avLst/>
          </a:prstGeom>
        </p:spPr>
      </p:pic>
    </p:spTree>
    <p:extLst>
      <p:ext uri="{BB962C8B-B14F-4D97-AF65-F5344CB8AC3E}">
        <p14:creationId xmlns:p14="http://schemas.microsoft.com/office/powerpoint/2010/main" val="1154366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E94E-4F04-22E8-1828-81408E9C71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B6C92F-1912-8F9F-169F-865D52183404}"/>
              </a:ext>
            </a:extLst>
          </p:cNvPr>
          <p:cNvSpPr txBox="1"/>
          <p:nvPr/>
        </p:nvSpPr>
        <p:spPr>
          <a:xfrm>
            <a:off x="2625214" y="424935"/>
            <a:ext cx="7256206" cy="400110"/>
          </a:xfrm>
          <a:prstGeom prst="rect">
            <a:avLst/>
          </a:prstGeom>
          <a:noFill/>
        </p:spPr>
        <p:txBody>
          <a:bodyPr wrap="square">
            <a:spAutoFit/>
          </a:bodyPr>
          <a:lstStyle/>
          <a:p>
            <a:r>
              <a:rPr lang="en-US" sz="2000" dirty="0">
                <a:solidFill>
                  <a:srgbClr val="7030A0"/>
                </a:solidFill>
                <a:latin typeface="Arial Black" panose="020B0A04020102020204" pitchFamily="34" charset="0"/>
              </a:rPr>
              <a:t>Logistic Regression Mini Quiz — Titanic Dataset</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73E4FBD-D2B9-7D61-F9BB-AC1C4B3092BA}"/>
                  </a:ext>
                </a:extLst>
              </p:cNvPr>
              <p:cNvSpPr txBox="1"/>
              <p:nvPr/>
            </p:nvSpPr>
            <p:spPr>
              <a:xfrm>
                <a:off x="624348" y="993935"/>
                <a:ext cx="10943303" cy="5755422"/>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Question 1</a:t>
                </a:r>
              </a:p>
              <a:p>
                <a:pPr>
                  <a:buNone/>
                </a:pPr>
                <a:endParaRPr lang="en-US" sz="1600" dirty="0">
                  <a:effectLst/>
                  <a:latin typeface="Arial Black" panose="020B0A04020102020204" pitchFamily="34" charset="0"/>
                </a:endParaRPr>
              </a:p>
              <a:p>
                <a:pPr>
                  <a:buNone/>
                </a:pPr>
                <a:r>
                  <a:rPr lang="en-US" sz="1600" dirty="0">
                    <a:effectLst/>
                    <a:latin typeface="Arial Black" panose="020B0A04020102020204" pitchFamily="34" charset="0"/>
                  </a:rPr>
                  <a:t>A 25‑year‑old passenger in </a:t>
                </a:r>
                <a:r>
                  <a:rPr lang="en-US" sz="1600" b="1" dirty="0">
                    <a:effectLst/>
                    <a:latin typeface="Arial Black" panose="020B0A04020102020204" pitchFamily="34" charset="0"/>
                  </a:rPr>
                  <a:t>2nd class</a:t>
                </a:r>
                <a:r>
                  <a:rPr lang="en-US" sz="1600" dirty="0">
                    <a:effectLst/>
                    <a:latin typeface="Arial Black" panose="020B0A04020102020204" pitchFamily="34" charset="0"/>
                  </a:rPr>
                  <a:t> has a predicted probability of survival </a:t>
                </a:r>
                <a14:m>
                  <m:oMath xmlns:m="http://schemas.openxmlformats.org/officeDocument/2006/math">
                    <m:r>
                      <a:rPr lang="en-US" sz="1600" i="1">
                        <a:latin typeface="Cambria Math" panose="02040503050406030204" pitchFamily="18" charset="0"/>
                      </a:rPr>
                      <m:t>𝑃</m:t>
                    </m:r>
                    <m:r>
                      <a:rPr lang="en-US" sz="1600" i="0">
                        <a:latin typeface="Cambria Math" panose="02040503050406030204" pitchFamily="18" charset="0"/>
                      </a:rPr>
                      <m:t>=0.62</m:t>
                    </m:r>
                  </m:oMath>
                </a14:m>
                <a:r>
                  <a:rPr lang="en-US" sz="1600" dirty="0">
                    <a:effectLst/>
                    <a:latin typeface="Arial Black" panose="020B0A04020102020204" pitchFamily="34" charset="0"/>
                  </a:rPr>
                  <a:t>. </a:t>
                </a:r>
              </a:p>
              <a:p>
                <a:pPr>
                  <a:buNone/>
                </a:pPr>
                <a:r>
                  <a:rPr lang="en-US" sz="1600" dirty="0">
                    <a:effectLst/>
                    <a:latin typeface="Arial Black" panose="020B0A04020102020204" pitchFamily="34" charset="0"/>
                  </a:rPr>
                  <a:t>Classify the outcome (Survived / Did Not Survive).</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Explain why the threshold of 0.5 matters.</a:t>
                </a:r>
              </a:p>
              <a:p>
                <a:pPr>
                  <a:buFont typeface="Arial" panose="020B0604020202020204" pitchFamily="34" charset="0"/>
                  <a:buChar char="•"/>
                </a:pP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Question 2</a:t>
                </a:r>
              </a:p>
              <a:p>
                <a:pPr>
                  <a:buNone/>
                </a:pPr>
                <a:endParaRPr lang="en-US" sz="1600" dirty="0">
                  <a:effectLst/>
                  <a:latin typeface="Arial Black" panose="020B0A04020102020204" pitchFamily="34" charset="0"/>
                </a:endParaRPr>
              </a:p>
              <a:p>
                <a:pPr>
                  <a:buNone/>
                </a:pPr>
                <a:r>
                  <a:rPr lang="en-US" sz="1600" dirty="0">
                    <a:effectLst/>
                    <a:latin typeface="Arial Black" panose="020B0A04020102020204" pitchFamily="34" charset="0"/>
                  </a:rPr>
                  <a:t>A 45‑year‑old passenger in </a:t>
                </a:r>
                <a:r>
                  <a:rPr lang="en-US" sz="1600" b="1" dirty="0">
                    <a:effectLst/>
                    <a:latin typeface="Arial Black" panose="020B0A04020102020204" pitchFamily="34" charset="0"/>
                  </a:rPr>
                  <a:t>3rd class</a:t>
                </a:r>
                <a:r>
                  <a:rPr lang="en-US" sz="1600" dirty="0">
                    <a:effectLst/>
                    <a:latin typeface="Arial Black" panose="020B0A04020102020204" pitchFamily="34" charset="0"/>
                  </a:rPr>
                  <a:t> has </a:t>
                </a:r>
                <a14:m>
                  <m:oMath xmlns:m="http://schemas.openxmlformats.org/officeDocument/2006/math">
                    <m:r>
                      <a:rPr lang="en-US" sz="1600" i="1">
                        <a:latin typeface="Cambria Math" panose="02040503050406030204" pitchFamily="18" charset="0"/>
                      </a:rPr>
                      <m:t>𝑃</m:t>
                    </m:r>
                    <m:r>
                      <a:rPr lang="en-US" sz="1600" i="0">
                        <a:latin typeface="Cambria Math" panose="02040503050406030204" pitchFamily="18" charset="0"/>
                      </a:rPr>
                      <m:t>=0.38</m:t>
                    </m:r>
                  </m:oMath>
                </a14:m>
                <a:r>
                  <a:rPr lang="en-US" sz="1600" dirty="0">
                    <a:effectLst/>
                    <a:latin typeface="Arial Black" panose="020B0A04020102020204" pitchFamily="34" charset="0"/>
                  </a:rPr>
                  <a:t>. </a:t>
                </a:r>
              </a:p>
              <a:p>
                <a:pPr>
                  <a:buNone/>
                </a:pP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What does this probability mean?</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How would the model’s decision change if the threshold were 0.4 instead of 0.5?</a:t>
                </a:r>
              </a:p>
              <a:p>
                <a:pPr>
                  <a:buNone/>
                </a:pPr>
                <a:endParaRPr lang="en-US" sz="1600" b="1"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Question 3</a:t>
                </a:r>
              </a:p>
              <a:p>
                <a:pPr>
                  <a:buNone/>
                </a:pPr>
                <a:endParaRPr lang="en-US" sz="1600" dirty="0">
                  <a:effectLst/>
                  <a:latin typeface="Arial Black" panose="020B0A04020102020204" pitchFamily="34" charset="0"/>
                </a:endParaRPr>
              </a:p>
              <a:p>
                <a:pPr>
                  <a:buNone/>
                </a:pPr>
                <a:r>
                  <a:rPr lang="en-US" sz="1600" dirty="0">
                    <a:effectLst/>
                    <a:latin typeface="Arial Black" panose="020B0A04020102020204" pitchFamily="34" charset="0"/>
                  </a:rPr>
                  <a:t>A 10‑year‑old passenger in </a:t>
                </a:r>
                <a:r>
                  <a:rPr lang="en-US" sz="1600" b="1" dirty="0">
                    <a:effectLst/>
                    <a:latin typeface="Arial Black" panose="020B0A04020102020204" pitchFamily="34" charset="0"/>
                  </a:rPr>
                  <a:t>1st class</a:t>
                </a:r>
                <a:r>
                  <a:rPr lang="en-US" sz="1600" dirty="0">
                    <a:effectLst/>
                    <a:latin typeface="Arial Black" panose="020B0A04020102020204" pitchFamily="34" charset="0"/>
                  </a:rPr>
                  <a:t> has </a:t>
                </a:r>
                <a14:m>
                  <m:oMath xmlns:m="http://schemas.openxmlformats.org/officeDocument/2006/math">
                    <m:r>
                      <a:rPr lang="en-US" sz="1600" i="1">
                        <a:latin typeface="Cambria Math" panose="02040503050406030204" pitchFamily="18" charset="0"/>
                      </a:rPr>
                      <m:t>𝑃</m:t>
                    </m:r>
                    <m:r>
                      <a:rPr lang="en-US" sz="1600" i="0">
                        <a:latin typeface="Cambria Math" panose="02040503050406030204" pitchFamily="18" charset="0"/>
                      </a:rPr>
                      <m:t>=0.85</m:t>
                    </m:r>
                  </m:oMath>
                </a14:m>
                <a:r>
                  <a:rPr lang="en-US" sz="1600" dirty="0">
                    <a:effectLst/>
                    <a:latin typeface="Arial Black" panose="020B0A04020102020204" pitchFamily="34" charset="0"/>
                  </a:rPr>
                  <a:t>. </a:t>
                </a:r>
              </a:p>
              <a:p>
                <a:pPr marL="285750" indent="-285750">
                  <a:buFont typeface="Arial" panose="020B0604020202020204" pitchFamily="34" charset="0"/>
                  <a:buChar char="•"/>
                </a:pPr>
                <a:r>
                  <a:rPr lang="en-US" sz="1600" dirty="0">
                    <a:effectLst/>
                    <a:latin typeface="Arial Black" panose="020B0A04020102020204" pitchFamily="34" charset="0"/>
                  </a:rPr>
                  <a:t>Interpret the probability.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Discuss how age and class might influence the coefficients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𝛽</m:t>
                        </m:r>
                      </m:e>
                      <m:sub>
                        <m:r>
                          <a:rPr lang="en-US" sz="1600" i="0">
                            <a:latin typeface="Cambria Math" panose="02040503050406030204" pitchFamily="18" charset="0"/>
                          </a:rPr>
                          <m:t>1</m:t>
                        </m:r>
                      </m:sub>
                    </m:sSub>
                  </m:oMath>
                </a14:m>
                <a:r>
                  <a:rPr lang="en-US" sz="1600" dirty="0">
                    <a:effectLst/>
                    <a:latin typeface="Arial Black" panose="020B0A04020102020204" pitchFamily="34" charset="0"/>
                  </a:rPr>
                  <a:t>and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𝛽</m:t>
                        </m:r>
                      </m:e>
                      <m:sub>
                        <m:r>
                          <a:rPr lang="en-US" sz="1600" i="0">
                            <a:latin typeface="Cambria Math" panose="02040503050406030204" pitchFamily="18" charset="0"/>
                          </a:rPr>
                          <m:t>3</m:t>
                        </m:r>
                      </m:sub>
                    </m:sSub>
                  </m:oMath>
                </a14:m>
                <a:r>
                  <a:rPr lang="en-US" sz="1600" dirty="0">
                    <a:effectLst/>
                    <a:latin typeface="Arial Black" panose="020B0A04020102020204" pitchFamily="34" charset="0"/>
                  </a:rPr>
                  <a:t>.</a:t>
                </a:r>
              </a:p>
              <a:p>
                <a:pPr>
                  <a:buFont typeface="Arial" panose="020B0604020202020204" pitchFamily="34" charset="0"/>
                  <a:buChar char="•"/>
                </a:pP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Bonus Challenge</a:t>
                </a:r>
              </a:p>
              <a:p>
                <a:pPr>
                  <a:buNone/>
                </a:pPr>
                <a:endParaRPr lang="en-US" sz="1600" dirty="0">
                  <a:effectLst/>
                  <a:latin typeface="Arial Black" panose="020B0A04020102020204" pitchFamily="34" charset="0"/>
                </a:endParaRPr>
              </a:p>
              <a:p>
                <a:pPr>
                  <a:buNone/>
                </a:pPr>
                <a:r>
                  <a:rPr lang="en-US" sz="1600" dirty="0">
                    <a:effectLst/>
                    <a:latin typeface="Arial Black" panose="020B0A04020102020204" pitchFamily="34" charset="0"/>
                  </a:rPr>
                  <a:t>If gender is added as a variable and the coefficient for “female” is positive, what does that tell us about survival likelihood?</a:t>
                </a:r>
                <a:endParaRPr lang="en-US" sz="1600" dirty="0">
                  <a:latin typeface="Arial Black" panose="020B0A04020102020204" pitchFamily="34" charset="0"/>
                </a:endParaRPr>
              </a:p>
            </p:txBody>
          </p:sp>
        </mc:Choice>
        <mc:Fallback>
          <p:sp>
            <p:nvSpPr>
              <p:cNvPr id="7" name="TextBox 6">
                <a:extLst>
                  <a:ext uri="{FF2B5EF4-FFF2-40B4-BE49-F238E27FC236}">
                    <a16:creationId xmlns:a16="http://schemas.microsoft.com/office/drawing/2014/main" id="{973E4FBD-D2B9-7D61-F9BB-AC1C4B3092BA}"/>
                  </a:ext>
                </a:extLst>
              </p:cNvPr>
              <p:cNvSpPr txBox="1">
                <a:spLocks noRot="1" noChangeAspect="1" noMove="1" noResize="1" noEditPoints="1" noAdjustHandles="1" noChangeArrowheads="1" noChangeShapeType="1" noTextEdit="1"/>
              </p:cNvSpPr>
              <p:nvPr/>
            </p:nvSpPr>
            <p:spPr>
              <a:xfrm>
                <a:off x="624348" y="993935"/>
                <a:ext cx="10943303" cy="5755422"/>
              </a:xfrm>
              <a:prstGeom prst="rect">
                <a:avLst/>
              </a:prstGeom>
              <a:blipFill>
                <a:blip r:embed="rId2"/>
                <a:stretch>
                  <a:fillRect l="-278" t="-424" b="-424"/>
                </a:stretch>
              </a:blipFill>
            </p:spPr>
            <p:txBody>
              <a:bodyPr/>
              <a:lstStyle/>
              <a:p>
                <a:r>
                  <a:rPr lang="en-US">
                    <a:noFill/>
                  </a:rPr>
                  <a:t> </a:t>
                </a:r>
              </a:p>
            </p:txBody>
          </p:sp>
        </mc:Fallback>
      </mc:AlternateContent>
    </p:spTree>
    <p:extLst>
      <p:ext uri="{BB962C8B-B14F-4D97-AF65-F5344CB8AC3E}">
        <p14:creationId xmlns:p14="http://schemas.microsoft.com/office/powerpoint/2010/main" val="472217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7CF7D-8F9B-035C-7D54-868D25F586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95C637-527C-66A2-BAA9-2B75F9474000}"/>
              </a:ext>
            </a:extLst>
          </p:cNvPr>
          <p:cNvSpPr txBox="1"/>
          <p:nvPr/>
        </p:nvSpPr>
        <p:spPr>
          <a:xfrm>
            <a:off x="816077" y="452735"/>
            <a:ext cx="10668000" cy="646331"/>
          </a:xfrm>
          <a:prstGeom prst="rect">
            <a:avLst/>
          </a:prstGeom>
          <a:noFill/>
        </p:spPr>
        <p:txBody>
          <a:bodyPr wrap="square">
            <a:spAutoFit/>
          </a:bodyPr>
          <a:lstStyle/>
          <a:p>
            <a:pPr algn="ctr"/>
            <a:r>
              <a:rPr lang="en-US" b="0" i="0" dirty="0">
                <a:solidFill>
                  <a:srgbClr val="273239"/>
                </a:solidFill>
                <a:effectLst/>
                <a:latin typeface="Arial Black" panose="020B0A04020102020204" pitchFamily="34" charset="0"/>
              </a:rPr>
              <a:t>We will build an example of Regression Analysis to classify that predicts whether a tumor is malignant or benign, based on medical measurements using Python.</a:t>
            </a:r>
            <a:endParaRPr lang="en-US" dirty="0">
              <a:latin typeface="Arial Black" panose="020B0A04020102020204" pitchFamily="34" charset="0"/>
            </a:endParaRPr>
          </a:p>
        </p:txBody>
      </p:sp>
      <p:sp>
        <p:nvSpPr>
          <p:cNvPr id="6" name="TextBox 5">
            <a:extLst>
              <a:ext uri="{FF2B5EF4-FFF2-40B4-BE49-F238E27FC236}">
                <a16:creationId xmlns:a16="http://schemas.microsoft.com/office/drawing/2014/main" id="{8C4328CD-CFEA-5C83-A3CD-8DE3384B852C}"/>
              </a:ext>
            </a:extLst>
          </p:cNvPr>
          <p:cNvSpPr txBox="1"/>
          <p:nvPr/>
        </p:nvSpPr>
        <p:spPr>
          <a:xfrm>
            <a:off x="993057" y="1357335"/>
            <a:ext cx="10491020" cy="2431435"/>
          </a:xfrm>
          <a:prstGeom prst="rect">
            <a:avLst/>
          </a:prstGeom>
          <a:noFill/>
        </p:spPr>
        <p:txBody>
          <a:bodyPr wrap="square">
            <a:spAutoFit/>
          </a:bodyPr>
          <a:lstStyle/>
          <a:p>
            <a:pPr algn="ctr" fontAlgn="base">
              <a:lnSpc>
                <a:spcPts val="2100"/>
              </a:lnSpc>
              <a:buNone/>
            </a:pPr>
            <a:r>
              <a:rPr lang="en-US" b="1" i="0" dirty="0">
                <a:solidFill>
                  <a:srgbClr val="FF0000"/>
                </a:solidFill>
                <a:effectLst/>
                <a:latin typeface="Arial Black" panose="020B0A04020102020204" pitchFamily="34" charset="0"/>
              </a:rPr>
              <a:t>Step 1: Import Required Libraries</a:t>
            </a:r>
          </a:p>
          <a:p>
            <a:pPr algn="l" fontAlgn="base">
              <a:lnSpc>
                <a:spcPts val="2100"/>
              </a:lnSpc>
              <a:buNone/>
            </a:pPr>
            <a:endParaRPr lang="en-US" b="1" i="0" dirty="0">
              <a:solidFill>
                <a:srgbClr val="273239"/>
              </a:solidFill>
              <a:effectLst/>
              <a:latin typeface="Nunito" pitchFamily="2" charset="0"/>
            </a:endParaRPr>
          </a:p>
          <a:p>
            <a:pPr marL="285750" indent="-285750" algn="l" fontAlgn="base">
              <a:spcAft>
                <a:spcPts val="1800"/>
              </a:spcAft>
              <a:buFont typeface="Arial" panose="020B0604020202020204" pitchFamily="34" charset="0"/>
              <a:buChar char="•"/>
            </a:pPr>
            <a:r>
              <a:rPr lang="en-US" b="1" i="0" u="sng" dirty="0" err="1">
                <a:solidFill>
                  <a:srgbClr val="357960"/>
                </a:solidFill>
                <a:effectLst/>
                <a:latin typeface="Nunito" pitchFamily="2" charset="0"/>
                <a:hlinkClick r:id="rId2"/>
              </a:rPr>
              <a:t>numpy</a:t>
            </a:r>
            <a:r>
              <a:rPr lang="en-US" b="0" i="0" dirty="0">
                <a:solidFill>
                  <a:srgbClr val="273239"/>
                </a:solidFill>
                <a:effectLst/>
                <a:latin typeface="Nunito" pitchFamily="2" charset="0"/>
              </a:rPr>
              <a:t>: Handles numerical computations and arrays</a:t>
            </a:r>
          </a:p>
          <a:p>
            <a:pPr marL="285750" indent="-285750" algn="l" fontAlgn="base">
              <a:spcAft>
                <a:spcPts val="1800"/>
              </a:spcAft>
              <a:buFont typeface="Arial" panose="020B0604020202020204" pitchFamily="34" charset="0"/>
              <a:buChar char="•"/>
            </a:pPr>
            <a:r>
              <a:rPr lang="en-US" b="1" i="0" u="sng" dirty="0">
                <a:solidFill>
                  <a:srgbClr val="357960"/>
                </a:solidFill>
                <a:effectLst/>
                <a:latin typeface="Nunito" pitchFamily="2" charset="0"/>
                <a:hlinkClick r:id="rId3"/>
              </a:rPr>
              <a:t>pandas</a:t>
            </a:r>
            <a:r>
              <a:rPr lang="en-US" b="0" i="0" dirty="0">
                <a:solidFill>
                  <a:srgbClr val="273239"/>
                </a:solidFill>
                <a:effectLst/>
                <a:latin typeface="Nunito" pitchFamily="2" charset="0"/>
              </a:rPr>
              <a:t>: Used for data handling and tabular structures</a:t>
            </a:r>
          </a:p>
          <a:p>
            <a:pPr marL="285750" indent="-285750" algn="l" fontAlgn="base">
              <a:spcAft>
                <a:spcPts val="1800"/>
              </a:spcAft>
              <a:buFont typeface="Arial" panose="020B0604020202020204" pitchFamily="34" charset="0"/>
              <a:buChar char="•"/>
            </a:pPr>
            <a:r>
              <a:rPr lang="en-US" b="1" i="0" u="sng" dirty="0" err="1">
                <a:solidFill>
                  <a:srgbClr val="357960"/>
                </a:solidFill>
                <a:effectLst/>
                <a:latin typeface="Nunito" pitchFamily="2" charset="0"/>
                <a:hlinkClick r:id="rId4"/>
              </a:rPr>
              <a:t>matplotlib.pyplot</a:t>
            </a:r>
            <a:r>
              <a:rPr lang="en-US" b="1" i="0" dirty="0">
                <a:solidFill>
                  <a:srgbClr val="273239"/>
                </a:solidFill>
                <a:effectLst/>
                <a:latin typeface="Nunito" pitchFamily="2" charset="0"/>
              </a:rPr>
              <a:t>:</a:t>
            </a:r>
            <a:r>
              <a:rPr lang="en-US" b="0" i="0" dirty="0">
                <a:solidFill>
                  <a:srgbClr val="273239"/>
                </a:solidFill>
                <a:effectLst/>
                <a:latin typeface="Nunito" pitchFamily="2" charset="0"/>
              </a:rPr>
              <a:t> Helps visualize data and results</a:t>
            </a:r>
          </a:p>
          <a:p>
            <a:pPr marL="285750" indent="-285750" algn="l" fontAlgn="base">
              <a:spcAft>
                <a:spcPts val="1800"/>
              </a:spcAft>
              <a:buFont typeface="Arial" panose="020B0604020202020204" pitchFamily="34" charset="0"/>
              <a:buChar char="•"/>
            </a:pPr>
            <a:r>
              <a:rPr lang="en-US" b="1" i="0" u="sng" dirty="0">
                <a:solidFill>
                  <a:srgbClr val="357960"/>
                </a:solidFill>
                <a:effectLst/>
                <a:latin typeface="Nunito" pitchFamily="2" charset="0"/>
                <a:hlinkClick r:id="rId5"/>
              </a:rPr>
              <a:t>Scikit Learn</a:t>
            </a:r>
            <a:r>
              <a:rPr lang="en-US" b="1" i="0" dirty="0">
                <a:solidFill>
                  <a:srgbClr val="273239"/>
                </a:solidFill>
                <a:effectLst/>
                <a:latin typeface="Nunito" pitchFamily="2" charset="0"/>
              </a:rPr>
              <a:t>:</a:t>
            </a:r>
            <a:r>
              <a:rPr lang="en-US" b="0" i="0" dirty="0">
                <a:solidFill>
                  <a:srgbClr val="273239"/>
                </a:solidFill>
                <a:effectLst/>
                <a:latin typeface="Nunito" pitchFamily="2" charset="0"/>
              </a:rPr>
              <a:t> Used for model building</a:t>
            </a:r>
          </a:p>
        </p:txBody>
      </p:sp>
      <p:sp>
        <p:nvSpPr>
          <p:cNvPr id="9" name="TextBox 8">
            <a:extLst>
              <a:ext uri="{FF2B5EF4-FFF2-40B4-BE49-F238E27FC236}">
                <a16:creationId xmlns:a16="http://schemas.microsoft.com/office/drawing/2014/main" id="{CEE274F0-A126-9F60-B07E-F1D4F86CCCD9}"/>
              </a:ext>
            </a:extLst>
          </p:cNvPr>
          <p:cNvSpPr txBox="1"/>
          <p:nvPr/>
        </p:nvSpPr>
        <p:spPr>
          <a:xfrm>
            <a:off x="993056" y="3887243"/>
            <a:ext cx="10225549" cy="2862322"/>
          </a:xfrm>
          <a:prstGeom prst="rect">
            <a:avLst/>
          </a:prstGeom>
          <a:noFill/>
        </p:spPr>
        <p:txBody>
          <a:bodyPr wrap="square">
            <a:spAutoFit/>
          </a:bodyPr>
          <a:lstStyle/>
          <a:p>
            <a:r>
              <a:rPr lang="en-US" dirty="0"/>
              <a:t>import </a:t>
            </a:r>
            <a:r>
              <a:rPr lang="en-US" dirty="0" err="1"/>
              <a:t>numpy</a:t>
            </a:r>
            <a:r>
              <a:rPr lang="en-US" dirty="0"/>
              <a:t> as np</a:t>
            </a:r>
          </a:p>
          <a:p>
            <a:r>
              <a:rPr lang="en-US" dirty="0"/>
              <a:t>import pandas as pd</a:t>
            </a:r>
          </a:p>
          <a:p>
            <a:r>
              <a:rPr lang="en-US" dirty="0"/>
              <a:t>import </a:t>
            </a:r>
            <a:r>
              <a:rPr lang="en-US" dirty="0" err="1"/>
              <a:t>matplotlib.pyplot</a:t>
            </a:r>
            <a:r>
              <a:rPr lang="en-US" dirty="0"/>
              <a:t> as </a:t>
            </a:r>
            <a:r>
              <a:rPr lang="en-US" dirty="0" err="1"/>
              <a:t>plt</a:t>
            </a:r>
            <a:endParaRPr lang="en-US" dirty="0"/>
          </a:p>
          <a:p>
            <a:endParaRPr lang="en-US" dirty="0"/>
          </a:p>
          <a:p>
            <a:r>
              <a:rPr lang="en-US" dirty="0"/>
              <a:t>from </a:t>
            </a:r>
            <a:r>
              <a:rPr lang="en-US" dirty="0" err="1"/>
              <a:t>sklearn.datasets</a:t>
            </a:r>
            <a:r>
              <a:rPr lang="en-US" dirty="0"/>
              <a:t> import </a:t>
            </a:r>
            <a:r>
              <a:rPr lang="en-US" dirty="0" err="1"/>
              <a:t>load_breast_cancer</a:t>
            </a:r>
            <a:endParaRPr lang="en-US" dirty="0"/>
          </a:p>
          <a:p>
            <a:r>
              <a:rPr lang="en-US" dirty="0"/>
              <a:t>from </a:t>
            </a:r>
            <a:r>
              <a:rPr lang="en-US" dirty="0" err="1"/>
              <a:t>sklearn.model_selection</a:t>
            </a:r>
            <a:r>
              <a:rPr lang="en-US" dirty="0"/>
              <a:t> import </a:t>
            </a:r>
            <a:r>
              <a:rPr lang="en-US" dirty="0" err="1"/>
              <a:t>train_test_split</a:t>
            </a:r>
            <a:endParaRPr lang="en-US" dirty="0"/>
          </a:p>
          <a:p>
            <a:r>
              <a:rPr lang="en-US" dirty="0"/>
              <a:t>from </a:t>
            </a:r>
            <a:r>
              <a:rPr lang="en-US" dirty="0" err="1"/>
              <a:t>sklearn.preprocessing</a:t>
            </a:r>
            <a:r>
              <a:rPr lang="en-US" dirty="0"/>
              <a:t> import </a:t>
            </a:r>
            <a:r>
              <a:rPr lang="en-US" dirty="0" err="1"/>
              <a:t>StandardScaler</a:t>
            </a:r>
            <a:endParaRPr lang="en-US" dirty="0"/>
          </a:p>
          <a:p>
            <a:r>
              <a:rPr lang="en-US" dirty="0"/>
              <a:t>from </a:t>
            </a:r>
            <a:r>
              <a:rPr lang="en-US" dirty="0" err="1"/>
              <a:t>sklearn.linear_model</a:t>
            </a:r>
            <a:r>
              <a:rPr lang="en-US" dirty="0"/>
              <a:t> import </a:t>
            </a:r>
            <a:r>
              <a:rPr lang="en-US" dirty="0" err="1"/>
              <a:t>LogisticRegression</a:t>
            </a:r>
            <a:endParaRPr lang="en-US" dirty="0"/>
          </a:p>
          <a:p>
            <a:r>
              <a:rPr lang="en-US" dirty="0"/>
              <a:t>from </a:t>
            </a:r>
            <a:r>
              <a:rPr lang="en-US" dirty="0" err="1"/>
              <a:t>sklearn.metrics</a:t>
            </a:r>
            <a:r>
              <a:rPr lang="en-US" dirty="0"/>
              <a:t> import </a:t>
            </a:r>
            <a:r>
              <a:rPr lang="en-US" dirty="0" err="1"/>
              <a:t>accuracy_score</a:t>
            </a:r>
            <a:r>
              <a:rPr lang="en-US" dirty="0"/>
              <a:t>, </a:t>
            </a:r>
            <a:r>
              <a:rPr lang="en-US" dirty="0" err="1"/>
              <a:t>confusion_matrix,precision_score</a:t>
            </a:r>
            <a:r>
              <a:rPr lang="en-US" dirty="0"/>
              <a:t>, recall_score,f1_score,roc_curve, </a:t>
            </a:r>
            <a:r>
              <a:rPr lang="en-US" dirty="0" err="1"/>
              <a:t>roc_auc_score</a:t>
            </a:r>
            <a:endParaRPr lang="en-US" dirty="0"/>
          </a:p>
        </p:txBody>
      </p:sp>
    </p:spTree>
    <p:extLst>
      <p:ext uri="{BB962C8B-B14F-4D97-AF65-F5344CB8AC3E}">
        <p14:creationId xmlns:p14="http://schemas.microsoft.com/office/powerpoint/2010/main" val="3207046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7CBA2-B149-6C73-1512-98789B9780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A696FB-AB8C-9CA2-8004-7FE5000A9AF0}"/>
              </a:ext>
            </a:extLst>
          </p:cNvPr>
          <p:cNvSpPr txBox="1"/>
          <p:nvPr/>
        </p:nvSpPr>
        <p:spPr>
          <a:xfrm>
            <a:off x="840658" y="486598"/>
            <a:ext cx="10510684" cy="4149854"/>
          </a:xfrm>
          <a:prstGeom prst="rect">
            <a:avLst/>
          </a:prstGeom>
          <a:noFill/>
        </p:spPr>
        <p:txBody>
          <a:bodyPr wrap="square">
            <a:spAutoFit/>
          </a:bodyPr>
          <a:lstStyle/>
          <a:p>
            <a:pPr algn="ctr" fontAlgn="base">
              <a:lnSpc>
                <a:spcPts val="2100"/>
              </a:lnSpc>
              <a:buNone/>
            </a:pPr>
            <a:r>
              <a:rPr lang="en-US" b="1" i="0" dirty="0">
                <a:solidFill>
                  <a:srgbClr val="FF0000"/>
                </a:solidFill>
                <a:effectLst/>
                <a:latin typeface="Arial Black" panose="020B0A04020102020204" pitchFamily="34" charset="0"/>
              </a:rPr>
              <a:t>Step 2: Load the Dataset</a:t>
            </a:r>
          </a:p>
          <a:p>
            <a:pPr algn="just" fontAlgn="base">
              <a:lnSpc>
                <a:spcPts val="2100"/>
              </a:lnSpc>
              <a:buNone/>
            </a:pPr>
            <a:endParaRPr lang="en-US" b="1" i="0" dirty="0">
              <a:solidFill>
                <a:srgbClr val="273239"/>
              </a:solidFill>
              <a:effectLst/>
              <a:latin typeface="Arial Black" panose="020B0A04020102020204" pitchFamily="34" charset="0"/>
            </a:endParaRPr>
          </a:p>
          <a:p>
            <a:pPr algn="just" rtl="0" fontAlgn="base">
              <a:spcAft>
                <a:spcPts val="750"/>
              </a:spcAft>
              <a:buNone/>
            </a:pPr>
            <a:r>
              <a:rPr lang="en-US" b="0" i="0" dirty="0">
                <a:solidFill>
                  <a:srgbClr val="273239"/>
                </a:solidFill>
                <a:effectLst/>
                <a:latin typeface="Arial Black" panose="020B0A04020102020204" pitchFamily="34" charset="0"/>
              </a:rPr>
              <a:t>This step loads the Breast Cancer dataset from scikit learn. The dataset is provided as a structured object that bundles everything needed for a classification task. It contains:</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Feature matrix</a:t>
            </a:r>
            <a:r>
              <a:rPr lang="en-US" b="0" i="0" dirty="0">
                <a:solidFill>
                  <a:srgbClr val="273239"/>
                </a:solidFill>
                <a:effectLst/>
                <a:latin typeface="Arial Black" panose="020B0A04020102020204" pitchFamily="34" charset="0"/>
              </a:rPr>
              <a:t>: Numerical measurements used as input to the model</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Target labels</a:t>
            </a:r>
            <a:r>
              <a:rPr lang="en-US" b="0" i="0" dirty="0">
                <a:solidFill>
                  <a:srgbClr val="273239"/>
                </a:solidFill>
                <a:effectLst/>
                <a:latin typeface="Arial Black" panose="020B0A04020102020204" pitchFamily="34" charset="0"/>
              </a:rPr>
              <a:t>: The class to predict</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Feature names</a:t>
            </a:r>
            <a:r>
              <a:rPr lang="en-US" b="0" i="0" dirty="0">
                <a:solidFill>
                  <a:srgbClr val="273239"/>
                </a:solidFill>
                <a:effectLst/>
                <a:latin typeface="Arial Black" panose="020B0A04020102020204" pitchFamily="34" charset="0"/>
              </a:rPr>
              <a:t>: Descriptions of each input feature</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Metadata</a:t>
            </a:r>
            <a:r>
              <a:rPr lang="en-US" b="0" i="0" dirty="0">
                <a:solidFill>
                  <a:srgbClr val="273239"/>
                </a:solidFill>
                <a:effectLst/>
                <a:latin typeface="Arial Black" panose="020B0A04020102020204" pitchFamily="34" charset="0"/>
              </a:rPr>
              <a:t>: Additional information about the dataset</a:t>
            </a:r>
          </a:p>
          <a:p>
            <a:pPr algn="just" rtl="0" fontAlgn="base">
              <a:spcAft>
                <a:spcPts val="750"/>
              </a:spcAft>
              <a:buNone/>
            </a:pPr>
            <a:r>
              <a:rPr lang="en-US" b="0" i="0" dirty="0">
                <a:solidFill>
                  <a:srgbClr val="273239"/>
                </a:solidFill>
                <a:effectLst/>
                <a:latin typeface="Arial Black" panose="020B0A04020102020204" pitchFamily="34" charset="0"/>
              </a:rPr>
              <a:t>This structure makes the dataset easy to explore, preprocess and use directly for model training</a:t>
            </a:r>
            <a:r>
              <a:rPr lang="en-US" b="0" i="0" dirty="0">
                <a:solidFill>
                  <a:srgbClr val="273239"/>
                </a:solidFill>
                <a:effectLst/>
                <a:latin typeface="Nunito" pitchFamily="2" charset="0"/>
              </a:rPr>
              <a:t>.</a:t>
            </a:r>
          </a:p>
        </p:txBody>
      </p:sp>
      <p:sp>
        <p:nvSpPr>
          <p:cNvPr id="7" name="TextBox 6">
            <a:extLst>
              <a:ext uri="{FF2B5EF4-FFF2-40B4-BE49-F238E27FC236}">
                <a16:creationId xmlns:a16="http://schemas.microsoft.com/office/drawing/2014/main" id="{4715BC9E-5002-65EC-56FC-0A2D5F64974B}"/>
              </a:ext>
            </a:extLst>
          </p:cNvPr>
          <p:cNvSpPr txBox="1"/>
          <p:nvPr/>
        </p:nvSpPr>
        <p:spPr>
          <a:xfrm>
            <a:off x="1848464" y="5232908"/>
            <a:ext cx="6096000" cy="369332"/>
          </a:xfrm>
          <a:prstGeom prst="rect">
            <a:avLst/>
          </a:prstGeom>
          <a:noFill/>
        </p:spPr>
        <p:txBody>
          <a:bodyPr wrap="square">
            <a:spAutoFit/>
          </a:bodyPr>
          <a:lstStyle/>
          <a:p>
            <a:r>
              <a:rPr lang="en-US" dirty="0"/>
              <a:t>data = </a:t>
            </a:r>
            <a:r>
              <a:rPr lang="en-US" dirty="0" err="1"/>
              <a:t>load_breast_cancer</a:t>
            </a:r>
            <a:r>
              <a:rPr lang="en-US" dirty="0"/>
              <a:t>()</a:t>
            </a:r>
          </a:p>
        </p:txBody>
      </p:sp>
    </p:spTree>
    <p:extLst>
      <p:ext uri="{BB962C8B-B14F-4D97-AF65-F5344CB8AC3E}">
        <p14:creationId xmlns:p14="http://schemas.microsoft.com/office/powerpoint/2010/main" val="3142997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D6C36-B474-D453-A1EC-9BAE4208CD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068AEC-40EC-F453-847E-DAA99CE14D61}"/>
              </a:ext>
            </a:extLst>
          </p:cNvPr>
          <p:cNvSpPr txBox="1"/>
          <p:nvPr/>
        </p:nvSpPr>
        <p:spPr>
          <a:xfrm>
            <a:off x="943896" y="541270"/>
            <a:ext cx="10491020" cy="2349361"/>
          </a:xfrm>
          <a:prstGeom prst="rect">
            <a:avLst/>
          </a:prstGeom>
          <a:noFill/>
        </p:spPr>
        <p:txBody>
          <a:bodyPr wrap="square">
            <a:spAutoFit/>
          </a:bodyPr>
          <a:lstStyle/>
          <a:p>
            <a:pPr algn="ctr" fontAlgn="base">
              <a:lnSpc>
                <a:spcPts val="2100"/>
              </a:lnSpc>
              <a:buNone/>
            </a:pPr>
            <a:r>
              <a:rPr lang="en-US" b="1" i="0" dirty="0">
                <a:solidFill>
                  <a:srgbClr val="FF0000"/>
                </a:solidFill>
                <a:effectLst/>
                <a:latin typeface="Arial Black" panose="020B0A04020102020204" pitchFamily="34" charset="0"/>
              </a:rPr>
              <a:t>Step 3: Convert Data to a Pandas </a:t>
            </a:r>
            <a:r>
              <a:rPr lang="en-US" b="1" i="0" dirty="0" err="1">
                <a:solidFill>
                  <a:srgbClr val="FF0000"/>
                </a:solidFill>
                <a:effectLst/>
                <a:latin typeface="Arial Black" panose="020B0A04020102020204" pitchFamily="34" charset="0"/>
              </a:rPr>
              <a:t>DataFrame</a:t>
            </a:r>
            <a:endParaRPr lang="en-US" b="1" i="0" dirty="0">
              <a:solidFill>
                <a:srgbClr val="FF0000"/>
              </a:solidFill>
              <a:effectLst/>
              <a:latin typeface="Arial Black" panose="020B0A04020102020204" pitchFamily="34" charset="0"/>
            </a:endParaRPr>
          </a:p>
          <a:p>
            <a:pPr algn="just" fontAlgn="base">
              <a:lnSpc>
                <a:spcPts val="2100"/>
              </a:lnSpc>
              <a:buNone/>
            </a:pPr>
            <a:endParaRPr lang="en-US" b="1" i="0" dirty="0">
              <a:solidFill>
                <a:srgbClr val="273239"/>
              </a:solidFill>
              <a:effectLst/>
              <a:latin typeface="Arial Black" panose="020B0A04020102020204" pitchFamily="34" charset="0"/>
            </a:endParaRPr>
          </a:p>
          <a:p>
            <a:pPr algn="just" rtl="0" fontAlgn="base">
              <a:spcAft>
                <a:spcPts val="750"/>
              </a:spcAft>
              <a:buNone/>
            </a:pPr>
            <a:r>
              <a:rPr lang="en-US" b="0" i="0" dirty="0">
                <a:solidFill>
                  <a:srgbClr val="273239"/>
                </a:solidFill>
                <a:effectLst/>
                <a:latin typeface="Arial Black" panose="020B0A04020102020204" pitchFamily="34" charset="0"/>
              </a:rPr>
              <a:t>The raw dataset is converted into pandas structures for easier handling and analysis. Using a </a:t>
            </a:r>
            <a:r>
              <a:rPr lang="en-US" b="0" i="0" dirty="0" err="1">
                <a:solidFill>
                  <a:srgbClr val="273239"/>
                </a:solidFill>
                <a:effectLst/>
                <a:latin typeface="Arial Black" panose="020B0A04020102020204" pitchFamily="34" charset="0"/>
              </a:rPr>
              <a:t>DataFrame</a:t>
            </a:r>
            <a:r>
              <a:rPr lang="en-US" b="0" i="0" dirty="0">
                <a:solidFill>
                  <a:srgbClr val="273239"/>
                </a:solidFill>
                <a:effectLst/>
                <a:latin typeface="Arial Black" panose="020B0A04020102020204" pitchFamily="34" charset="0"/>
              </a:rPr>
              <a:t> improves readability, supports </a:t>
            </a:r>
            <a:r>
              <a:rPr lang="en-US" b="0" i="0" u="sng" dirty="0">
                <a:solidFill>
                  <a:srgbClr val="357960"/>
                </a:solidFill>
                <a:effectLst/>
                <a:latin typeface="Arial Black" panose="020B0A04020102020204" pitchFamily="34" charset="0"/>
              </a:rPr>
              <a:t>exploratory data analysis</a:t>
            </a:r>
            <a:r>
              <a:rPr lang="en-US" b="0" i="0" dirty="0">
                <a:solidFill>
                  <a:srgbClr val="273239"/>
                </a:solidFill>
                <a:effectLst/>
                <a:latin typeface="Arial Black" panose="020B0A04020102020204" pitchFamily="34" charset="0"/>
              </a:rPr>
              <a:t> and aligns with real world data workflows commonly used in production.</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X</a:t>
            </a:r>
            <a:r>
              <a:rPr lang="en-US" b="0" i="0" dirty="0">
                <a:solidFill>
                  <a:srgbClr val="273239"/>
                </a:solidFill>
                <a:effectLst/>
                <a:latin typeface="Arial Black" panose="020B0A04020102020204" pitchFamily="34" charset="0"/>
              </a:rPr>
              <a:t> represents the input features</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y </a:t>
            </a:r>
            <a:r>
              <a:rPr lang="en-US" b="0" i="0" dirty="0">
                <a:solidFill>
                  <a:srgbClr val="273239"/>
                </a:solidFill>
                <a:effectLst/>
                <a:latin typeface="Arial Black" panose="020B0A04020102020204" pitchFamily="34" charset="0"/>
              </a:rPr>
              <a:t>represents the target variable</a:t>
            </a:r>
          </a:p>
        </p:txBody>
      </p:sp>
      <p:sp>
        <p:nvSpPr>
          <p:cNvPr id="6" name="TextBox 5">
            <a:extLst>
              <a:ext uri="{FF2B5EF4-FFF2-40B4-BE49-F238E27FC236}">
                <a16:creationId xmlns:a16="http://schemas.microsoft.com/office/drawing/2014/main" id="{DEEF9192-4007-EC47-D54D-D68A064CC613}"/>
              </a:ext>
            </a:extLst>
          </p:cNvPr>
          <p:cNvSpPr txBox="1"/>
          <p:nvPr/>
        </p:nvSpPr>
        <p:spPr>
          <a:xfrm>
            <a:off x="1474840" y="2967335"/>
            <a:ext cx="6096000" cy="923330"/>
          </a:xfrm>
          <a:prstGeom prst="rect">
            <a:avLst/>
          </a:prstGeom>
          <a:noFill/>
        </p:spPr>
        <p:txBody>
          <a:bodyPr wrap="square">
            <a:spAutoFit/>
          </a:bodyPr>
          <a:lstStyle/>
          <a:p>
            <a:r>
              <a:rPr lang="en-US" dirty="0"/>
              <a:t>X = </a:t>
            </a:r>
            <a:r>
              <a:rPr lang="en-US" dirty="0" err="1"/>
              <a:t>pd.DataFrame</a:t>
            </a:r>
            <a:r>
              <a:rPr lang="en-US" dirty="0"/>
              <a:t>(</a:t>
            </a:r>
            <a:r>
              <a:rPr lang="en-US" dirty="0" err="1"/>
              <a:t>data.data</a:t>
            </a:r>
            <a:r>
              <a:rPr lang="en-US" dirty="0"/>
              <a:t>, columns=</a:t>
            </a:r>
            <a:r>
              <a:rPr lang="en-US" dirty="0" err="1"/>
              <a:t>data.feature_names</a:t>
            </a:r>
            <a:r>
              <a:rPr lang="en-US" dirty="0"/>
              <a:t>)</a:t>
            </a:r>
          </a:p>
          <a:p>
            <a:r>
              <a:rPr lang="en-US" dirty="0"/>
              <a:t>y = </a:t>
            </a:r>
            <a:r>
              <a:rPr lang="en-US" dirty="0" err="1"/>
              <a:t>pd.Series</a:t>
            </a:r>
            <a:r>
              <a:rPr lang="en-US" dirty="0"/>
              <a:t>(</a:t>
            </a:r>
            <a:r>
              <a:rPr lang="en-US" dirty="0" err="1"/>
              <a:t>data.target</a:t>
            </a:r>
            <a:r>
              <a:rPr lang="en-US" dirty="0"/>
              <a:t>)</a:t>
            </a:r>
          </a:p>
        </p:txBody>
      </p:sp>
      <p:sp>
        <p:nvSpPr>
          <p:cNvPr id="9" name="TextBox 8">
            <a:extLst>
              <a:ext uri="{FF2B5EF4-FFF2-40B4-BE49-F238E27FC236}">
                <a16:creationId xmlns:a16="http://schemas.microsoft.com/office/drawing/2014/main" id="{D79D1D24-B582-136C-1096-5D7D86919D25}"/>
              </a:ext>
            </a:extLst>
          </p:cNvPr>
          <p:cNvSpPr txBox="1"/>
          <p:nvPr/>
        </p:nvSpPr>
        <p:spPr>
          <a:xfrm>
            <a:off x="3362632" y="4090723"/>
            <a:ext cx="6096000" cy="363561"/>
          </a:xfrm>
          <a:prstGeom prst="rect">
            <a:avLst/>
          </a:prstGeom>
          <a:noFill/>
        </p:spPr>
        <p:txBody>
          <a:bodyPr wrap="square">
            <a:spAutoFit/>
          </a:bodyPr>
          <a:lstStyle/>
          <a:p>
            <a:pPr algn="l" fontAlgn="base">
              <a:lnSpc>
                <a:spcPts val="2100"/>
              </a:lnSpc>
              <a:buNone/>
            </a:pPr>
            <a:r>
              <a:rPr lang="en-US" b="1" i="0" dirty="0">
                <a:solidFill>
                  <a:srgbClr val="FF0000"/>
                </a:solidFill>
                <a:effectLst/>
                <a:latin typeface="Arial Black" panose="020B0A04020102020204" pitchFamily="34" charset="0"/>
              </a:rPr>
              <a:t>Step 4: Train and Test Split</a:t>
            </a:r>
          </a:p>
        </p:txBody>
      </p:sp>
      <p:sp>
        <p:nvSpPr>
          <p:cNvPr id="11" name="TextBox 10">
            <a:extLst>
              <a:ext uri="{FF2B5EF4-FFF2-40B4-BE49-F238E27FC236}">
                <a16:creationId xmlns:a16="http://schemas.microsoft.com/office/drawing/2014/main" id="{B3A8E88F-2ABB-31F1-B4F4-32D61315F3F9}"/>
              </a:ext>
            </a:extLst>
          </p:cNvPr>
          <p:cNvSpPr txBox="1"/>
          <p:nvPr/>
        </p:nvSpPr>
        <p:spPr>
          <a:xfrm>
            <a:off x="1474840" y="4936245"/>
            <a:ext cx="6096000" cy="923330"/>
          </a:xfrm>
          <a:prstGeom prst="rect">
            <a:avLst/>
          </a:prstGeom>
          <a:noFill/>
        </p:spPr>
        <p:txBody>
          <a:bodyPr wrap="square">
            <a:spAutoFit/>
          </a:bodyPr>
          <a:lstStyle/>
          <a:p>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a:t>
            </a:r>
          </a:p>
          <a:p>
            <a:r>
              <a:rPr lang="en-US" dirty="0"/>
              <a:t>    X, y, </a:t>
            </a:r>
            <a:r>
              <a:rPr lang="en-US" dirty="0" err="1"/>
              <a:t>test_size</a:t>
            </a:r>
            <a:r>
              <a:rPr lang="en-US" dirty="0"/>
              <a:t>=0.25, </a:t>
            </a:r>
            <a:r>
              <a:rPr lang="en-US" dirty="0" err="1"/>
              <a:t>random_state</a:t>
            </a:r>
            <a:r>
              <a:rPr lang="en-US" dirty="0"/>
              <a:t>=29</a:t>
            </a:r>
          </a:p>
          <a:p>
            <a:r>
              <a:rPr lang="en-US" dirty="0"/>
              <a:t>)</a:t>
            </a:r>
          </a:p>
        </p:txBody>
      </p:sp>
    </p:spTree>
    <p:extLst>
      <p:ext uri="{BB962C8B-B14F-4D97-AF65-F5344CB8AC3E}">
        <p14:creationId xmlns:p14="http://schemas.microsoft.com/office/powerpoint/2010/main" val="2653895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F3EE-0D08-981F-9B27-C2B1066CFC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593E2D-D081-356E-4878-7D9165BB9429}"/>
              </a:ext>
            </a:extLst>
          </p:cNvPr>
          <p:cNvSpPr txBox="1"/>
          <p:nvPr/>
        </p:nvSpPr>
        <p:spPr>
          <a:xfrm>
            <a:off x="609600" y="402637"/>
            <a:ext cx="10972800" cy="1615827"/>
          </a:xfrm>
          <a:prstGeom prst="rect">
            <a:avLst/>
          </a:prstGeom>
          <a:noFill/>
        </p:spPr>
        <p:txBody>
          <a:bodyPr wrap="square">
            <a:spAutoFit/>
          </a:bodyPr>
          <a:lstStyle/>
          <a:p>
            <a:pPr algn="ctr" fontAlgn="base">
              <a:lnSpc>
                <a:spcPts val="2100"/>
              </a:lnSpc>
              <a:buNone/>
            </a:pPr>
            <a:r>
              <a:rPr lang="en-US" b="1" i="0" dirty="0">
                <a:solidFill>
                  <a:srgbClr val="FF0000"/>
                </a:solidFill>
                <a:effectLst/>
                <a:latin typeface="Arial Black" panose="020B0A04020102020204" pitchFamily="34" charset="0"/>
              </a:rPr>
              <a:t>Step 5: Feature Scaling</a:t>
            </a:r>
          </a:p>
          <a:p>
            <a:pPr algn="just" fontAlgn="base">
              <a:lnSpc>
                <a:spcPts val="2100"/>
              </a:lnSpc>
              <a:buNone/>
            </a:pPr>
            <a:endParaRPr lang="en-US" b="1" i="0" dirty="0">
              <a:solidFill>
                <a:srgbClr val="273239"/>
              </a:solidFill>
              <a:effectLst/>
              <a:latin typeface="Arial Black" panose="020B0A04020102020204" pitchFamily="34" charset="0"/>
            </a:endParaRPr>
          </a:p>
          <a:p>
            <a:pPr algn="just" rtl="0" fontAlgn="base">
              <a:spcAft>
                <a:spcPts val="750"/>
              </a:spcAft>
              <a:buNone/>
            </a:pPr>
            <a:r>
              <a:rPr lang="en-US" sz="1600" b="0" i="0" dirty="0">
                <a:solidFill>
                  <a:srgbClr val="273239"/>
                </a:solidFill>
                <a:effectLst/>
                <a:latin typeface="Arial Black" panose="020B0A04020102020204" pitchFamily="34" charset="0"/>
              </a:rPr>
              <a:t>This step </a:t>
            </a:r>
            <a:r>
              <a:rPr lang="en-US" sz="1600" b="0" i="0" u="sng" dirty="0">
                <a:solidFill>
                  <a:srgbClr val="357960"/>
                </a:solidFill>
                <a:effectLst/>
                <a:latin typeface="Arial Black" panose="020B0A04020102020204" pitchFamily="34" charset="0"/>
              </a:rPr>
              <a:t>standardizes feature</a:t>
            </a:r>
            <a:r>
              <a:rPr lang="en-US" sz="1600" b="0" i="0" dirty="0">
                <a:solidFill>
                  <a:srgbClr val="273239"/>
                </a:solidFill>
                <a:effectLst/>
                <a:latin typeface="Arial Black" panose="020B0A04020102020204" pitchFamily="34" charset="0"/>
              </a:rPr>
              <a:t> values so they are on a similar scale. Logistic Regression uses gradient based optimization which is sensitive to feature magnitudes, so scaling helps the model train correctly. The scaler is fit only on training data and then applied to test data to avoid data leakage.</a:t>
            </a:r>
          </a:p>
        </p:txBody>
      </p:sp>
      <p:sp>
        <p:nvSpPr>
          <p:cNvPr id="7" name="TextBox 6">
            <a:extLst>
              <a:ext uri="{FF2B5EF4-FFF2-40B4-BE49-F238E27FC236}">
                <a16:creationId xmlns:a16="http://schemas.microsoft.com/office/drawing/2014/main" id="{57F0B906-F937-0D71-F3F0-3BC0F63DDE97}"/>
              </a:ext>
            </a:extLst>
          </p:cNvPr>
          <p:cNvSpPr txBox="1"/>
          <p:nvPr/>
        </p:nvSpPr>
        <p:spPr>
          <a:xfrm>
            <a:off x="1632156" y="2228671"/>
            <a:ext cx="6096000" cy="1200329"/>
          </a:xfrm>
          <a:prstGeom prst="rect">
            <a:avLst/>
          </a:prstGeom>
          <a:noFill/>
        </p:spPr>
        <p:txBody>
          <a:bodyPr wrap="square">
            <a:spAutoFit/>
          </a:bodyPr>
          <a:lstStyle/>
          <a:p>
            <a:r>
              <a:rPr lang="en-US" dirty="0"/>
              <a:t>scaler = </a:t>
            </a:r>
            <a:r>
              <a:rPr lang="en-US" dirty="0" err="1"/>
              <a:t>StandardScaler</a:t>
            </a:r>
            <a:r>
              <a:rPr lang="en-US" dirty="0"/>
              <a:t>()</a:t>
            </a:r>
          </a:p>
          <a:p>
            <a:endParaRPr lang="en-US" dirty="0"/>
          </a:p>
          <a:p>
            <a:r>
              <a:rPr lang="en-US" dirty="0" err="1"/>
              <a:t>X_train</a:t>
            </a:r>
            <a:r>
              <a:rPr lang="en-US" dirty="0"/>
              <a:t> = </a:t>
            </a:r>
            <a:r>
              <a:rPr lang="en-US" dirty="0" err="1"/>
              <a:t>scaler.fit_transform</a:t>
            </a:r>
            <a:r>
              <a:rPr lang="en-US" dirty="0"/>
              <a:t>(</a:t>
            </a:r>
            <a:r>
              <a:rPr lang="en-US" dirty="0" err="1"/>
              <a:t>X_train</a:t>
            </a:r>
            <a:r>
              <a:rPr lang="en-US" dirty="0"/>
              <a:t>)</a:t>
            </a:r>
          </a:p>
          <a:p>
            <a:r>
              <a:rPr lang="en-US" dirty="0" err="1"/>
              <a:t>X_test</a:t>
            </a:r>
            <a:r>
              <a:rPr lang="en-US" dirty="0"/>
              <a:t> = </a:t>
            </a:r>
            <a:r>
              <a:rPr lang="en-US" dirty="0" err="1"/>
              <a:t>scaler.transform</a:t>
            </a:r>
            <a:r>
              <a:rPr lang="en-US" dirty="0"/>
              <a:t>(</a:t>
            </a:r>
            <a:r>
              <a:rPr lang="en-US" dirty="0" err="1"/>
              <a:t>X_test</a:t>
            </a:r>
            <a:r>
              <a:rPr lang="en-US" dirty="0"/>
              <a:t>)</a:t>
            </a:r>
          </a:p>
        </p:txBody>
      </p:sp>
      <p:sp>
        <p:nvSpPr>
          <p:cNvPr id="10" name="TextBox 9">
            <a:extLst>
              <a:ext uri="{FF2B5EF4-FFF2-40B4-BE49-F238E27FC236}">
                <a16:creationId xmlns:a16="http://schemas.microsoft.com/office/drawing/2014/main" id="{56FD748D-76B6-728C-DD00-9EE970F5AA8F}"/>
              </a:ext>
            </a:extLst>
          </p:cNvPr>
          <p:cNvSpPr txBox="1"/>
          <p:nvPr/>
        </p:nvSpPr>
        <p:spPr>
          <a:xfrm>
            <a:off x="707921" y="3528974"/>
            <a:ext cx="10225549" cy="2180084"/>
          </a:xfrm>
          <a:prstGeom prst="rect">
            <a:avLst/>
          </a:prstGeom>
          <a:noFill/>
        </p:spPr>
        <p:txBody>
          <a:bodyPr wrap="square">
            <a:spAutoFit/>
          </a:bodyPr>
          <a:lstStyle/>
          <a:p>
            <a:pPr algn="ctr" fontAlgn="base">
              <a:lnSpc>
                <a:spcPts val="2100"/>
              </a:lnSpc>
              <a:buNone/>
            </a:pPr>
            <a:r>
              <a:rPr lang="en-US" sz="1600" b="1" i="0" dirty="0">
                <a:solidFill>
                  <a:srgbClr val="FF0000"/>
                </a:solidFill>
                <a:effectLst/>
                <a:latin typeface="Arial Black" panose="020B0A04020102020204" pitchFamily="34" charset="0"/>
              </a:rPr>
              <a:t>Step 6: Train the Logistic Regression Model</a:t>
            </a:r>
          </a:p>
          <a:p>
            <a:pPr algn="just" fontAlgn="base">
              <a:lnSpc>
                <a:spcPts val="2100"/>
              </a:lnSpc>
              <a:buNone/>
            </a:pPr>
            <a:endParaRPr lang="en-US" sz="1600" b="1" i="0" dirty="0">
              <a:solidFill>
                <a:srgbClr val="273239"/>
              </a:solidFill>
              <a:effectLst/>
              <a:latin typeface="Arial Black" panose="020B0A04020102020204" pitchFamily="34" charset="0"/>
            </a:endParaRPr>
          </a:p>
          <a:p>
            <a:pPr algn="just" rtl="0" fontAlgn="base">
              <a:spcAft>
                <a:spcPts val="750"/>
              </a:spcAft>
              <a:buNone/>
            </a:pPr>
            <a:r>
              <a:rPr lang="en-US" sz="1600" b="0" i="0" dirty="0">
                <a:solidFill>
                  <a:srgbClr val="273239"/>
                </a:solidFill>
                <a:effectLst/>
                <a:latin typeface="Arial Black" panose="020B0A04020102020204" pitchFamily="34" charset="0"/>
              </a:rPr>
              <a:t>This step trains the Logistic Regression model on the scaled training data. Here:</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The model learns feature weights that separate the classes,</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Applies the sigmoid function to compute probabilities.</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Assigns a class based on those probabilities.</a:t>
            </a:r>
          </a:p>
        </p:txBody>
      </p:sp>
      <p:sp>
        <p:nvSpPr>
          <p:cNvPr id="13" name="TextBox 12">
            <a:extLst>
              <a:ext uri="{FF2B5EF4-FFF2-40B4-BE49-F238E27FC236}">
                <a16:creationId xmlns:a16="http://schemas.microsoft.com/office/drawing/2014/main" id="{E6233548-A235-F34D-942E-1CBBFA22858D}"/>
              </a:ext>
            </a:extLst>
          </p:cNvPr>
          <p:cNvSpPr txBox="1"/>
          <p:nvPr/>
        </p:nvSpPr>
        <p:spPr>
          <a:xfrm>
            <a:off x="1632156" y="5809032"/>
            <a:ext cx="6096000" cy="646331"/>
          </a:xfrm>
          <a:prstGeom prst="rect">
            <a:avLst/>
          </a:prstGeom>
          <a:noFill/>
        </p:spPr>
        <p:txBody>
          <a:bodyPr wrap="square">
            <a:spAutoFit/>
          </a:bodyPr>
          <a:lstStyle/>
          <a:p>
            <a:r>
              <a:rPr lang="fr-FR" dirty="0"/>
              <a:t>model = </a:t>
            </a:r>
            <a:r>
              <a:rPr lang="fr-FR" dirty="0" err="1"/>
              <a:t>LogisticRegression</a:t>
            </a:r>
            <a:r>
              <a:rPr lang="fr-FR" dirty="0"/>
              <a:t>(</a:t>
            </a:r>
            <a:r>
              <a:rPr lang="fr-FR" dirty="0" err="1"/>
              <a:t>max_iter</a:t>
            </a:r>
            <a:r>
              <a:rPr lang="fr-FR" dirty="0"/>
              <a:t>=1000)</a:t>
            </a:r>
          </a:p>
          <a:p>
            <a:r>
              <a:rPr lang="fr-FR" dirty="0" err="1"/>
              <a:t>model.fit</a:t>
            </a:r>
            <a:r>
              <a:rPr lang="fr-FR" dirty="0"/>
              <a:t>(</a:t>
            </a:r>
            <a:r>
              <a:rPr lang="fr-FR" dirty="0" err="1"/>
              <a:t>X_train</a:t>
            </a:r>
            <a:r>
              <a:rPr lang="fr-FR" dirty="0"/>
              <a:t>, </a:t>
            </a:r>
            <a:r>
              <a:rPr lang="fr-FR" dirty="0" err="1"/>
              <a:t>y_train</a:t>
            </a:r>
            <a:r>
              <a:rPr lang="fr-FR" dirty="0"/>
              <a:t>)</a:t>
            </a:r>
            <a:endParaRPr lang="en-US" dirty="0"/>
          </a:p>
        </p:txBody>
      </p:sp>
    </p:spTree>
    <p:extLst>
      <p:ext uri="{BB962C8B-B14F-4D97-AF65-F5344CB8AC3E}">
        <p14:creationId xmlns:p14="http://schemas.microsoft.com/office/powerpoint/2010/main" val="307377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08041-EC01-04A0-6DCD-8435828287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B19A12-3FCF-ABA4-A802-E606209DB4E1}"/>
              </a:ext>
            </a:extLst>
          </p:cNvPr>
          <p:cNvSpPr txBox="1"/>
          <p:nvPr/>
        </p:nvSpPr>
        <p:spPr>
          <a:xfrm>
            <a:off x="963562" y="443794"/>
            <a:ext cx="10687664" cy="2349361"/>
          </a:xfrm>
          <a:prstGeom prst="rect">
            <a:avLst/>
          </a:prstGeom>
          <a:noFill/>
        </p:spPr>
        <p:txBody>
          <a:bodyPr wrap="square">
            <a:spAutoFit/>
          </a:bodyPr>
          <a:lstStyle/>
          <a:p>
            <a:pPr algn="ctr" fontAlgn="base">
              <a:lnSpc>
                <a:spcPts val="2100"/>
              </a:lnSpc>
              <a:buNone/>
            </a:pPr>
            <a:r>
              <a:rPr lang="en-US" b="1" i="0" dirty="0">
                <a:solidFill>
                  <a:srgbClr val="FF0000"/>
                </a:solidFill>
                <a:effectLst/>
                <a:latin typeface="Arial Black" panose="020B0A04020102020204" pitchFamily="34" charset="0"/>
              </a:rPr>
              <a:t>Step 7: Make Predictions</a:t>
            </a:r>
          </a:p>
          <a:p>
            <a:pPr algn="l" fontAlgn="base">
              <a:lnSpc>
                <a:spcPts val="2100"/>
              </a:lnSpc>
              <a:buNone/>
            </a:pPr>
            <a:endParaRPr lang="en-US" b="1" i="0" dirty="0">
              <a:solidFill>
                <a:srgbClr val="273239"/>
              </a:solidFill>
              <a:effectLst/>
              <a:latin typeface="Arial Black" panose="020B0A04020102020204" pitchFamily="34" charset="0"/>
            </a:endParaRPr>
          </a:p>
          <a:p>
            <a:pPr algn="l" rtl="0" fontAlgn="base">
              <a:spcAft>
                <a:spcPts val="750"/>
              </a:spcAft>
              <a:buNone/>
            </a:pPr>
            <a:r>
              <a:rPr lang="en-US" b="0" i="0" dirty="0">
                <a:solidFill>
                  <a:srgbClr val="273239"/>
                </a:solidFill>
                <a:effectLst/>
                <a:latin typeface="Arial Black" panose="020B0A04020102020204" pitchFamily="34" charset="0"/>
              </a:rPr>
              <a:t>At this stage, the trained model is used to make predictions on unseen test data. It computes probabilities for each class and applies a threshold (default = 0.5) to convert them into class labels.</a:t>
            </a:r>
          </a:p>
          <a:p>
            <a:pPr marL="285750" indent="-285750" algn="l"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1:</a:t>
            </a:r>
            <a:r>
              <a:rPr lang="en-US" b="0" i="0" dirty="0">
                <a:solidFill>
                  <a:srgbClr val="273239"/>
                </a:solidFill>
                <a:effectLst/>
                <a:latin typeface="Arial Black" panose="020B0A04020102020204" pitchFamily="34" charset="0"/>
              </a:rPr>
              <a:t> Predicted as benign</a:t>
            </a:r>
          </a:p>
          <a:p>
            <a:pPr marL="285750" indent="-285750" algn="l"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0: </a:t>
            </a:r>
            <a:r>
              <a:rPr lang="en-US" b="0" i="0" dirty="0">
                <a:solidFill>
                  <a:srgbClr val="273239"/>
                </a:solidFill>
                <a:effectLst/>
                <a:latin typeface="Arial Black" panose="020B0A04020102020204" pitchFamily="34" charset="0"/>
              </a:rPr>
              <a:t>Predicted as malignant</a:t>
            </a:r>
          </a:p>
        </p:txBody>
      </p:sp>
      <p:sp>
        <p:nvSpPr>
          <p:cNvPr id="6" name="TextBox 5">
            <a:extLst>
              <a:ext uri="{FF2B5EF4-FFF2-40B4-BE49-F238E27FC236}">
                <a16:creationId xmlns:a16="http://schemas.microsoft.com/office/drawing/2014/main" id="{AF8FCFD3-346E-081D-BAC9-D4CB08A3A7BB}"/>
              </a:ext>
            </a:extLst>
          </p:cNvPr>
          <p:cNvSpPr txBox="1"/>
          <p:nvPr/>
        </p:nvSpPr>
        <p:spPr>
          <a:xfrm>
            <a:off x="1641987" y="3000138"/>
            <a:ext cx="6096000" cy="646331"/>
          </a:xfrm>
          <a:prstGeom prst="rect">
            <a:avLst/>
          </a:prstGeom>
          <a:noFill/>
        </p:spPr>
        <p:txBody>
          <a:bodyPr wrap="square">
            <a:spAutoFit/>
          </a:bodyPr>
          <a:lstStyle/>
          <a:p>
            <a:r>
              <a:rPr lang="en-US" dirty="0" err="1"/>
              <a:t>y_pred</a:t>
            </a:r>
            <a:r>
              <a:rPr lang="en-US" dirty="0"/>
              <a:t> = </a:t>
            </a:r>
            <a:r>
              <a:rPr lang="en-US" dirty="0" err="1"/>
              <a:t>model.predict</a:t>
            </a:r>
            <a:r>
              <a:rPr lang="en-US" dirty="0"/>
              <a:t>(</a:t>
            </a:r>
            <a:r>
              <a:rPr lang="en-US" dirty="0" err="1"/>
              <a:t>X_test</a:t>
            </a:r>
            <a:r>
              <a:rPr lang="en-US" dirty="0"/>
              <a:t>)</a:t>
            </a:r>
          </a:p>
          <a:p>
            <a:r>
              <a:rPr lang="en-US" dirty="0" err="1"/>
              <a:t>y_pred</a:t>
            </a:r>
            <a:endParaRPr lang="en-US" dirty="0"/>
          </a:p>
        </p:txBody>
      </p:sp>
      <p:sp>
        <p:nvSpPr>
          <p:cNvPr id="9" name="TextBox 8">
            <a:extLst>
              <a:ext uri="{FF2B5EF4-FFF2-40B4-BE49-F238E27FC236}">
                <a16:creationId xmlns:a16="http://schemas.microsoft.com/office/drawing/2014/main" id="{E44E2837-5F44-2958-1B38-3E1B443355F9}"/>
              </a:ext>
            </a:extLst>
          </p:cNvPr>
          <p:cNvSpPr txBox="1"/>
          <p:nvPr/>
        </p:nvSpPr>
        <p:spPr>
          <a:xfrm>
            <a:off x="1061884" y="3646469"/>
            <a:ext cx="10294374" cy="1461939"/>
          </a:xfrm>
          <a:prstGeom prst="rect">
            <a:avLst/>
          </a:prstGeom>
          <a:noFill/>
        </p:spPr>
        <p:txBody>
          <a:bodyPr wrap="square">
            <a:spAutoFit/>
          </a:bodyPr>
          <a:lstStyle/>
          <a:p>
            <a:pPr algn="ctr" fontAlgn="base">
              <a:lnSpc>
                <a:spcPts val="2100"/>
              </a:lnSpc>
              <a:buNone/>
            </a:pPr>
            <a:r>
              <a:rPr lang="en-US" b="1" i="0" dirty="0">
                <a:solidFill>
                  <a:srgbClr val="FF0000"/>
                </a:solidFill>
                <a:effectLst/>
                <a:latin typeface="Arial Black" panose="020B0A04020102020204" pitchFamily="34" charset="0"/>
              </a:rPr>
              <a:t>Step 8: Model Evaluation</a:t>
            </a:r>
          </a:p>
          <a:p>
            <a:pPr algn="l" fontAlgn="base">
              <a:lnSpc>
                <a:spcPts val="2100"/>
              </a:lnSpc>
              <a:buNone/>
            </a:pPr>
            <a:endParaRPr lang="en-US" b="1" i="0" dirty="0">
              <a:solidFill>
                <a:srgbClr val="273239"/>
              </a:solidFill>
              <a:effectLst/>
              <a:latin typeface="Arial Black" panose="020B0A04020102020204" pitchFamily="34" charset="0"/>
            </a:endParaRPr>
          </a:p>
          <a:p>
            <a:pPr algn="l" rtl="0" fontAlgn="base">
              <a:spcAft>
                <a:spcPts val="750"/>
              </a:spcAft>
              <a:buNone/>
            </a:pPr>
            <a:r>
              <a:rPr lang="en-US" b="0" i="0" dirty="0">
                <a:solidFill>
                  <a:srgbClr val="273239"/>
                </a:solidFill>
                <a:effectLst/>
                <a:latin typeface="Arial Black" panose="020B0A04020102020204" pitchFamily="34" charset="0"/>
              </a:rPr>
              <a:t>At this stage, predictions are available. We now evaluate how well the model performs using multiple metrics, since each metric highlights a different aspect of performance</a:t>
            </a:r>
            <a:r>
              <a:rPr lang="en-US" b="0" i="0" dirty="0">
                <a:solidFill>
                  <a:srgbClr val="273239"/>
                </a:solidFill>
                <a:effectLst/>
                <a:latin typeface="Nunito" pitchFamily="2" charset="0"/>
              </a:rPr>
              <a:t>.</a:t>
            </a:r>
          </a:p>
        </p:txBody>
      </p:sp>
      <p:sp>
        <p:nvSpPr>
          <p:cNvPr id="12" name="TextBox 11">
            <a:extLst>
              <a:ext uri="{FF2B5EF4-FFF2-40B4-BE49-F238E27FC236}">
                <a16:creationId xmlns:a16="http://schemas.microsoft.com/office/drawing/2014/main" id="{30139CE6-9896-7454-D5A7-73B2AD8C2469}"/>
              </a:ext>
            </a:extLst>
          </p:cNvPr>
          <p:cNvSpPr txBox="1"/>
          <p:nvPr/>
        </p:nvSpPr>
        <p:spPr>
          <a:xfrm>
            <a:off x="766916" y="5490876"/>
            <a:ext cx="10756490" cy="646331"/>
          </a:xfrm>
          <a:prstGeom prst="rect">
            <a:avLst/>
          </a:prstGeom>
          <a:noFill/>
        </p:spPr>
        <p:txBody>
          <a:bodyPr wrap="square">
            <a:spAutoFit/>
          </a:bodyPr>
          <a:lstStyle/>
          <a:p>
            <a:pPr algn="ctr"/>
            <a:r>
              <a:rPr lang="en-US" dirty="0">
                <a:solidFill>
                  <a:srgbClr val="C00000"/>
                </a:solidFill>
                <a:latin typeface="Arial Black" panose="020B0A04020102020204" pitchFamily="34" charset="0"/>
              </a:rPr>
              <a:t>“Logistic regression doesn’t just predict outcomes — it quantifies confidence. Every probability tells a story about how features interact to shape decisions.”</a:t>
            </a:r>
          </a:p>
        </p:txBody>
      </p:sp>
    </p:spTree>
    <p:extLst>
      <p:ext uri="{BB962C8B-B14F-4D97-AF65-F5344CB8AC3E}">
        <p14:creationId xmlns:p14="http://schemas.microsoft.com/office/powerpoint/2010/main" val="3709373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2CB51-964A-1D8C-BFFD-E47B6C9796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CDF2E5-EC07-9BEC-5755-DE76932E0216}"/>
              </a:ext>
            </a:extLst>
          </p:cNvPr>
          <p:cNvSpPr txBox="1"/>
          <p:nvPr/>
        </p:nvSpPr>
        <p:spPr>
          <a:xfrm>
            <a:off x="1022555" y="751344"/>
            <a:ext cx="10146890" cy="5355312"/>
          </a:xfrm>
          <a:prstGeom prst="rect">
            <a:avLst/>
          </a:prstGeom>
          <a:noFill/>
        </p:spPr>
        <p:txBody>
          <a:bodyPr wrap="square">
            <a:spAutoFit/>
          </a:bodyPr>
          <a:lstStyle/>
          <a:p>
            <a:pPr algn="just">
              <a:buNone/>
            </a:pPr>
            <a:r>
              <a:rPr lang="en-US" dirty="0">
                <a:effectLst/>
                <a:latin typeface="Arial Black" panose="020B0A04020102020204" pitchFamily="34" charset="0"/>
              </a:rPr>
              <a:t>Today, we explored how logistic regression transforms uncertainty into clarity. Unlike linear regression, which predicts continuous values, logistic regression helps us classify outcomes — survival or not, spam or not, healthy or sick. At its core lies the </a:t>
            </a:r>
            <a:r>
              <a:rPr lang="en-US" b="1" dirty="0">
                <a:effectLst/>
                <a:latin typeface="Arial Black" panose="020B0A04020102020204" pitchFamily="34" charset="0"/>
              </a:rPr>
              <a:t>sigmoid curve</a:t>
            </a:r>
            <a:r>
              <a:rPr lang="en-US" dirty="0">
                <a:effectLst/>
                <a:latin typeface="Arial Black" panose="020B0A04020102020204" pitchFamily="34" charset="0"/>
              </a:rPr>
              <a:t>, mapping inputs into probabilities between 0 and 1, and giving us a decision boundary at 0.5. This simple yet powerful idea allows us to turn raw data into meaningful predictions.</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We saw how features like age, class, and fare in the Titanic dataset influence survival probabilities, and how the logistic curve separates “likely yes” from “likely no.” Beyond the Titanic, logistic regression is widely used in medicine, finance, and even space science — wherever binary decisions matter. By mastering this tool, you gain not just a mathematical technique, but a way of thinking about data: every probability tells a story, and every story helps us make better decisions.</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As you reflect on today’s session, remember that logistic regression is more than equations — it’s a lens to interpret the world. It empowers us to classify, to predict, and to innovate. Carry this insight forward, and you’ll see patterns everywhere, waiting to be decoded.</a:t>
            </a:r>
            <a:endParaRPr lang="en-US" dirty="0">
              <a:latin typeface="Arial Black" panose="020B0A04020102020204" pitchFamily="34" charset="0"/>
            </a:endParaRPr>
          </a:p>
        </p:txBody>
      </p:sp>
    </p:spTree>
    <p:extLst>
      <p:ext uri="{BB962C8B-B14F-4D97-AF65-F5344CB8AC3E}">
        <p14:creationId xmlns:p14="http://schemas.microsoft.com/office/powerpoint/2010/main" val="3275003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1733C-2EA9-E080-A7DE-D93C2A08B4E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3F370AF-F26B-1E53-8028-AC75F675A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48"/>
            <a:ext cx="8059994" cy="5373329"/>
          </a:xfrm>
          <a:prstGeom prst="rect">
            <a:avLst/>
          </a:prstGeom>
        </p:spPr>
      </p:pic>
      <p:sp>
        <p:nvSpPr>
          <p:cNvPr id="6" name="TextBox 5">
            <a:extLst>
              <a:ext uri="{FF2B5EF4-FFF2-40B4-BE49-F238E27FC236}">
                <a16:creationId xmlns:a16="http://schemas.microsoft.com/office/drawing/2014/main" id="{7BC9F971-5F60-3A4C-CFD5-477A7C878F61}"/>
              </a:ext>
            </a:extLst>
          </p:cNvPr>
          <p:cNvSpPr txBox="1"/>
          <p:nvPr/>
        </p:nvSpPr>
        <p:spPr>
          <a:xfrm>
            <a:off x="8209937" y="14748"/>
            <a:ext cx="3657600" cy="2062103"/>
          </a:xfrm>
          <a:prstGeom prst="rect">
            <a:avLst/>
          </a:prstGeom>
          <a:noFill/>
        </p:spPr>
        <p:txBody>
          <a:bodyPr wrap="square">
            <a:spAutoFit/>
          </a:bodyPr>
          <a:lstStyle/>
          <a:p>
            <a:pPr algn="just"/>
            <a:r>
              <a:rPr lang="en-US" sz="1600" dirty="0">
                <a:latin typeface="Arial Black" panose="020B0A04020102020204" pitchFamily="34" charset="0"/>
              </a:rPr>
              <a:t>“Remember — regression isn’t just about equations. It’s about clarity, discovery, and innovation. Carry this insight forward, and you’ll see probabilities not as abstract numbers, but as stories about how the world works.”</a:t>
            </a:r>
          </a:p>
        </p:txBody>
      </p:sp>
      <p:sp>
        <p:nvSpPr>
          <p:cNvPr id="8" name="TextBox 7">
            <a:extLst>
              <a:ext uri="{FF2B5EF4-FFF2-40B4-BE49-F238E27FC236}">
                <a16:creationId xmlns:a16="http://schemas.microsoft.com/office/drawing/2014/main" id="{677067D0-DCBC-1CC7-C689-F9D7B2A37649}"/>
              </a:ext>
            </a:extLst>
          </p:cNvPr>
          <p:cNvSpPr txBox="1"/>
          <p:nvPr/>
        </p:nvSpPr>
        <p:spPr>
          <a:xfrm>
            <a:off x="8209937" y="2442754"/>
            <a:ext cx="3755921" cy="2800767"/>
          </a:xfrm>
          <a:prstGeom prst="rect">
            <a:avLst/>
          </a:prstGeom>
          <a:noFill/>
        </p:spPr>
        <p:txBody>
          <a:bodyPr wrap="square">
            <a:spAutoFit/>
          </a:bodyPr>
          <a:lstStyle/>
          <a:p>
            <a:pPr algn="just"/>
            <a:r>
              <a:rPr lang="en-US" sz="1600" dirty="0">
                <a:latin typeface="Arial Black" panose="020B0A04020102020204" pitchFamily="34" charset="0"/>
              </a:rPr>
              <a:t>“Beyond the math, logistic regression is a way of thinking about data. It shows us that every dataset carries patterns, and those patterns can be decoded into meaningful insights. Whether in space science, finance, or everyday decisions, logistic regression empowers us to move from data to decisions with confidence.”</a:t>
            </a:r>
          </a:p>
        </p:txBody>
      </p:sp>
      <p:sp>
        <p:nvSpPr>
          <p:cNvPr id="10" name="TextBox 9">
            <a:extLst>
              <a:ext uri="{FF2B5EF4-FFF2-40B4-BE49-F238E27FC236}">
                <a16:creationId xmlns:a16="http://schemas.microsoft.com/office/drawing/2014/main" id="{D29BD597-15F9-8D1D-58F3-222DFC28DAE7}"/>
              </a:ext>
            </a:extLst>
          </p:cNvPr>
          <p:cNvSpPr txBox="1"/>
          <p:nvPr/>
        </p:nvSpPr>
        <p:spPr>
          <a:xfrm>
            <a:off x="324464" y="5609424"/>
            <a:ext cx="11326763" cy="923330"/>
          </a:xfrm>
          <a:prstGeom prst="rect">
            <a:avLst/>
          </a:prstGeom>
          <a:noFill/>
        </p:spPr>
        <p:txBody>
          <a:bodyPr wrap="square">
            <a:spAutoFit/>
          </a:bodyPr>
          <a:lstStyle/>
          <a:p>
            <a:pPr algn="just"/>
            <a:r>
              <a:rPr lang="en-US" dirty="0">
                <a:solidFill>
                  <a:srgbClr val="C00000"/>
                </a:solidFill>
                <a:latin typeface="Arial Black" panose="020B0A04020102020204" pitchFamily="34" charset="0"/>
              </a:rPr>
              <a:t>“So, take this forward: </a:t>
            </a:r>
            <a:r>
              <a:rPr lang="en-US" b="1" dirty="0">
                <a:solidFill>
                  <a:srgbClr val="C00000"/>
                </a:solidFill>
                <a:latin typeface="Arial Black" panose="020B0A04020102020204" pitchFamily="34" charset="0"/>
              </a:rPr>
              <a:t>from data to decisions</a:t>
            </a:r>
            <a:r>
              <a:rPr lang="en-US" dirty="0">
                <a:solidFill>
                  <a:srgbClr val="C00000"/>
                </a:solidFill>
                <a:latin typeface="Arial Black" panose="020B0A04020102020204" pitchFamily="34" charset="0"/>
              </a:rPr>
              <a:t>. Let regression remind you that mathematics is not only about computation — it’s about comprehension, creativity, and the courage to explore patterns that shape our world.”</a:t>
            </a:r>
          </a:p>
        </p:txBody>
      </p:sp>
    </p:spTree>
    <p:extLst>
      <p:ext uri="{BB962C8B-B14F-4D97-AF65-F5344CB8AC3E}">
        <p14:creationId xmlns:p14="http://schemas.microsoft.com/office/powerpoint/2010/main" val="2930334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79B4B-F857-9143-F1D2-7AEC92526B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21B705-44EE-5F20-E047-B1D240E1A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11609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3134</Words>
  <Application>Microsoft Office PowerPoint</Application>
  <PresentationFormat>Widescreen</PresentationFormat>
  <Paragraphs>230</Paragraphs>
  <Slides>26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Arial Black</vt:lpstr>
      <vt:lpstr>Cambria Math</vt:lpstr>
      <vt:lpstr>Consolas</vt:lpstr>
      <vt:lpstr>Nunito</vt:lpstr>
      <vt:lpstr>Office Theme</vt:lpstr>
      <vt:lpstr>LOGISTIC REGRESSION</vt:lpstr>
      <vt:lpstr>LOGISTIC REGRESSION</vt:lpstr>
      <vt:lpstr>LOGISTIC REGRESSION</vt:lpstr>
      <vt:lpstr>LOGISTIC REGRESSION</vt:lpstr>
      <vt:lpstr>PowerPoint Presentation</vt:lpstr>
      <vt:lpstr>PowerPoint Presentation</vt:lpstr>
      <vt:lpstr>PowerPoint Presentation</vt:lpstr>
      <vt:lpstr>PowerPoint Presentation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2026-06-23T03:46:55Z</dcterms:created>
  <dcterms:modified xsi:type="dcterms:W3CDTF">2026-06-23T07:41:38Z</dcterms:modified>
</cp:coreProperties>
</file>
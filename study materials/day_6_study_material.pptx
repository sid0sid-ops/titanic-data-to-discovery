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AD2BA5-0C37-49C6-A538-4BB875161D66}" v="17" dt="2026-06-20T07:50:54.4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Gopalakrishnan" userId="d8b748a0ad7c7b3a" providerId="LiveId" clId="{59FD0868-84F1-432F-883D-B36E85A19EB2}"/>
    <pc:docChg chg="undo custSel addSld modSld sldOrd">
      <pc:chgData name="Ashok Gopalakrishnan" userId="d8b748a0ad7c7b3a" providerId="LiveId" clId="{59FD0868-84F1-432F-883D-B36E85A19EB2}" dt="2026-06-20T07:54:51.190" v="1514" actId="14100"/>
      <pc:docMkLst>
        <pc:docMk/>
      </pc:docMkLst>
      <pc:sldChg chg="addSp delSp modSp add mod">
        <pc:chgData name="Ashok Gopalakrishnan" userId="d8b748a0ad7c7b3a" providerId="LiveId" clId="{59FD0868-84F1-432F-883D-B36E85A19EB2}" dt="2026-06-20T04:41:47.475" v="29" actId="207"/>
        <pc:sldMkLst>
          <pc:docMk/>
          <pc:sldMk cId="1668782093" sldId="257"/>
        </pc:sldMkLst>
        <pc:spChg chg="add mod">
          <ac:chgData name="Ashok Gopalakrishnan" userId="d8b748a0ad7c7b3a" providerId="LiveId" clId="{59FD0868-84F1-432F-883D-B36E85A19EB2}" dt="2026-06-20T04:41:25.404" v="25" actId="207"/>
          <ac:spMkLst>
            <pc:docMk/>
            <pc:sldMk cId="1668782093" sldId="257"/>
            <ac:spMk id="4" creationId="{065D038A-0519-5326-AA4A-8C54BF21294B}"/>
          </ac:spMkLst>
        </pc:spChg>
        <pc:spChg chg="del">
          <ac:chgData name="Ashok Gopalakrishnan" userId="d8b748a0ad7c7b3a" providerId="LiveId" clId="{59FD0868-84F1-432F-883D-B36E85A19EB2}" dt="2026-06-20T04:24:10.977" v="2" actId="478"/>
          <ac:spMkLst>
            <pc:docMk/>
            <pc:sldMk cId="1668782093" sldId="257"/>
            <ac:spMk id="6" creationId="{DA56D993-0B4E-E91B-5DB7-A3926AEADC43}"/>
          </ac:spMkLst>
        </pc:spChg>
        <pc:spChg chg="add mod">
          <ac:chgData name="Ashok Gopalakrishnan" userId="d8b748a0ad7c7b3a" providerId="LiveId" clId="{59FD0868-84F1-432F-883D-B36E85A19EB2}" dt="2026-06-20T04:41:47.475" v="29" actId="207"/>
          <ac:spMkLst>
            <pc:docMk/>
            <pc:sldMk cId="1668782093" sldId="257"/>
            <ac:spMk id="8" creationId="{3A6423C0-2DCA-E1E5-7D7F-3EA32B71E582}"/>
          </ac:spMkLst>
        </pc:spChg>
        <pc:picChg chg="del">
          <ac:chgData name="Ashok Gopalakrishnan" userId="d8b748a0ad7c7b3a" providerId="LiveId" clId="{59FD0868-84F1-432F-883D-B36E85A19EB2}" dt="2026-06-20T04:24:08.220" v="1" actId="478"/>
          <ac:picMkLst>
            <pc:docMk/>
            <pc:sldMk cId="1668782093" sldId="257"/>
            <ac:picMk id="5" creationId="{F1DDFCA1-5F38-DA55-0DD0-25D5D1993B78}"/>
          </ac:picMkLst>
        </pc:picChg>
      </pc:sldChg>
      <pc:sldChg chg="addSp delSp modSp add mod">
        <pc:chgData name="Ashok Gopalakrishnan" userId="d8b748a0ad7c7b3a" providerId="LiveId" clId="{59FD0868-84F1-432F-883D-B36E85A19EB2}" dt="2026-06-20T04:44:29.151" v="62" actId="12"/>
        <pc:sldMkLst>
          <pc:docMk/>
          <pc:sldMk cId="3068632442" sldId="258"/>
        </pc:sldMkLst>
        <pc:spChg chg="del">
          <ac:chgData name="Ashok Gopalakrishnan" userId="d8b748a0ad7c7b3a" providerId="LiveId" clId="{59FD0868-84F1-432F-883D-B36E85A19EB2}" dt="2026-06-20T04:42:02.687" v="31" actId="478"/>
          <ac:spMkLst>
            <pc:docMk/>
            <pc:sldMk cId="3068632442" sldId="258"/>
            <ac:spMk id="4" creationId="{BC19D14A-6E7E-E003-53B6-22AF65D0B0F8}"/>
          </ac:spMkLst>
        </pc:spChg>
        <pc:spChg chg="add mod">
          <ac:chgData name="Ashok Gopalakrishnan" userId="d8b748a0ad7c7b3a" providerId="LiveId" clId="{59FD0868-84F1-432F-883D-B36E85A19EB2}" dt="2026-06-20T04:44:29.151" v="62" actId="12"/>
          <ac:spMkLst>
            <pc:docMk/>
            <pc:sldMk cId="3068632442" sldId="258"/>
            <ac:spMk id="5" creationId="{655C4A5F-C3F2-6090-0E1C-8387C2D091A2}"/>
          </ac:spMkLst>
        </pc:spChg>
        <pc:spChg chg="del">
          <ac:chgData name="Ashok Gopalakrishnan" userId="d8b748a0ad7c7b3a" providerId="LiveId" clId="{59FD0868-84F1-432F-883D-B36E85A19EB2}" dt="2026-06-20T04:42:05.343" v="32" actId="478"/>
          <ac:spMkLst>
            <pc:docMk/>
            <pc:sldMk cId="3068632442" sldId="258"/>
            <ac:spMk id="8" creationId="{80DFBE30-690C-ECA6-CEBD-443DC1218A7D}"/>
          </ac:spMkLst>
        </pc:spChg>
      </pc:sldChg>
      <pc:sldChg chg="addSp delSp modSp add mod">
        <pc:chgData name="Ashok Gopalakrishnan" userId="d8b748a0ad7c7b3a" providerId="LiveId" clId="{59FD0868-84F1-432F-883D-B36E85A19EB2}" dt="2026-06-20T04:47:58.908" v="102" actId="207"/>
        <pc:sldMkLst>
          <pc:docMk/>
          <pc:sldMk cId="373197800" sldId="259"/>
        </pc:sldMkLst>
        <pc:spChg chg="add mod">
          <ac:chgData name="Ashok Gopalakrishnan" userId="d8b748a0ad7c7b3a" providerId="LiveId" clId="{59FD0868-84F1-432F-883D-B36E85A19EB2}" dt="2026-06-20T04:47:58.908" v="102" actId="207"/>
          <ac:spMkLst>
            <pc:docMk/>
            <pc:sldMk cId="373197800" sldId="259"/>
            <ac:spMk id="4" creationId="{BEC8ED3B-2754-B052-5DE6-F7DD900266C1}"/>
          </ac:spMkLst>
        </pc:spChg>
        <pc:spChg chg="del">
          <ac:chgData name="Ashok Gopalakrishnan" userId="d8b748a0ad7c7b3a" providerId="LiveId" clId="{59FD0868-84F1-432F-883D-B36E85A19EB2}" dt="2026-06-20T04:44:45.019" v="64" actId="478"/>
          <ac:spMkLst>
            <pc:docMk/>
            <pc:sldMk cId="373197800" sldId="259"/>
            <ac:spMk id="5" creationId="{56D6C515-F4D6-6FA5-CADE-E5FBC1DC83B9}"/>
          </ac:spMkLst>
        </pc:spChg>
      </pc:sldChg>
      <pc:sldChg chg="addSp delSp modSp add mod">
        <pc:chgData name="Ashok Gopalakrishnan" userId="d8b748a0ad7c7b3a" providerId="LiveId" clId="{59FD0868-84F1-432F-883D-B36E85A19EB2}" dt="2026-06-20T04:53:02.230" v="150" actId="14100"/>
        <pc:sldMkLst>
          <pc:docMk/>
          <pc:sldMk cId="2448817711" sldId="260"/>
        </pc:sldMkLst>
        <pc:spChg chg="del">
          <ac:chgData name="Ashok Gopalakrishnan" userId="d8b748a0ad7c7b3a" providerId="LiveId" clId="{59FD0868-84F1-432F-883D-B36E85A19EB2}" dt="2026-06-20T04:48:24.931" v="104" actId="478"/>
          <ac:spMkLst>
            <pc:docMk/>
            <pc:sldMk cId="2448817711" sldId="260"/>
            <ac:spMk id="4" creationId="{5682B098-64D8-4E02-8061-7CAC1E1934FB}"/>
          </ac:spMkLst>
        </pc:spChg>
        <pc:spChg chg="add mod">
          <ac:chgData name="Ashok Gopalakrishnan" userId="d8b748a0ad7c7b3a" providerId="LiveId" clId="{59FD0868-84F1-432F-883D-B36E85A19EB2}" dt="2026-06-20T04:51:56.242" v="135" actId="207"/>
          <ac:spMkLst>
            <pc:docMk/>
            <pc:sldMk cId="2448817711" sldId="260"/>
            <ac:spMk id="5" creationId="{FDD5DA7F-5811-F5C6-C031-AF5AE6A26657}"/>
          </ac:spMkLst>
        </pc:spChg>
        <pc:spChg chg="add mod">
          <ac:chgData name="Ashok Gopalakrishnan" userId="d8b748a0ad7c7b3a" providerId="LiveId" clId="{59FD0868-84F1-432F-883D-B36E85A19EB2}" dt="2026-06-20T04:53:02.230" v="150" actId="14100"/>
          <ac:spMkLst>
            <pc:docMk/>
            <pc:sldMk cId="2448817711" sldId="260"/>
            <ac:spMk id="7" creationId="{323222BF-E56D-A29A-CBEC-F16F734FECE6}"/>
          </ac:spMkLst>
        </pc:spChg>
      </pc:sldChg>
      <pc:sldChg chg="addSp delSp modSp add mod">
        <pc:chgData name="Ashok Gopalakrishnan" userId="d8b748a0ad7c7b3a" providerId="LiveId" clId="{59FD0868-84F1-432F-883D-B36E85A19EB2}" dt="2026-06-20T04:55:17.785" v="160" actId="14100"/>
        <pc:sldMkLst>
          <pc:docMk/>
          <pc:sldMk cId="1272626579" sldId="261"/>
        </pc:sldMkLst>
        <pc:spChg chg="del">
          <ac:chgData name="Ashok Gopalakrishnan" userId="d8b748a0ad7c7b3a" providerId="LiveId" clId="{59FD0868-84F1-432F-883D-B36E85A19EB2}" dt="2026-06-20T04:53:26.695" v="152" actId="478"/>
          <ac:spMkLst>
            <pc:docMk/>
            <pc:sldMk cId="1272626579" sldId="261"/>
            <ac:spMk id="5" creationId="{E8459749-DA26-02B0-1A9B-5B91D833BB0A}"/>
          </ac:spMkLst>
        </pc:spChg>
        <pc:spChg chg="del">
          <ac:chgData name="Ashok Gopalakrishnan" userId="d8b748a0ad7c7b3a" providerId="LiveId" clId="{59FD0868-84F1-432F-883D-B36E85A19EB2}" dt="2026-06-20T04:53:29.187" v="153" actId="478"/>
          <ac:spMkLst>
            <pc:docMk/>
            <pc:sldMk cId="1272626579" sldId="261"/>
            <ac:spMk id="7" creationId="{A651EB2C-F05F-E1B7-71C0-67B3506A6A4B}"/>
          </ac:spMkLst>
        </pc:spChg>
        <pc:picChg chg="add mod">
          <ac:chgData name="Ashok Gopalakrishnan" userId="d8b748a0ad7c7b3a" providerId="LiveId" clId="{59FD0868-84F1-432F-883D-B36E85A19EB2}" dt="2026-06-20T04:55:17.785" v="160" actId="14100"/>
          <ac:picMkLst>
            <pc:docMk/>
            <pc:sldMk cId="1272626579" sldId="261"/>
            <ac:picMk id="4" creationId="{F91B384F-9AD9-8E18-B392-76B5F5A4B2BC}"/>
          </ac:picMkLst>
        </pc:picChg>
      </pc:sldChg>
      <pc:sldChg chg="addSp delSp modSp add mod">
        <pc:chgData name="Ashok Gopalakrishnan" userId="d8b748a0ad7c7b3a" providerId="LiveId" clId="{59FD0868-84F1-432F-883D-B36E85A19EB2}" dt="2026-06-20T05:15:03.724" v="211" actId="20577"/>
        <pc:sldMkLst>
          <pc:docMk/>
          <pc:sldMk cId="1000125115" sldId="262"/>
        </pc:sldMkLst>
        <pc:spChg chg="add mod">
          <ac:chgData name="Ashok Gopalakrishnan" userId="d8b748a0ad7c7b3a" providerId="LiveId" clId="{59FD0868-84F1-432F-883D-B36E85A19EB2}" dt="2026-06-20T04:58:34.105" v="190" actId="1076"/>
          <ac:spMkLst>
            <pc:docMk/>
            <pc:sldMk cId="1000125115" sldId="262"/>
            <ac:spMk id="5" creationId="{698FE4D0-5F0F-8278-29E6-58BA64AB40EA}"/>
          </ac:spMkLst>
        </pc:spChg>
        <pc:spChg chg="add mod">
          <ac:chgData name="Ashok Gopalakrishnan" userId="d8b748a0ad7c7b3a" providerId="LiveId" clId="{59FD0868-84F1-432F-883D-B36E85A19EB2}" dt="2026-06-20T05:15:03.724" v="211" actId="20577"/>
          <ac:spMkLst>
            <pc:docMk/>
            <pc:sldMk cId="1000125115" sldId="262"/>
            <ac:spMk id="7" creationId="{7E0A8545-E6C1-0184-6687-3B2178CC9FCF}"/>
          </ac:spMkLst>
        </pc:spChg>
        <pc:picChg chg="del">
          <ac:chgData name="Ashok Gopalakrishnan" userId="d8b748a0ad7c7b3a" providerId="LiveId" clId="{59FD0868-84F1-432F-883D-B36E85A19EB2}" dt="2026-06-20T04:55:38.308" v="162" actId="478"/>
          <ac:picMkLst>
            <pc:docMk/>
            <pc:sldMk cId="1000125115" sldId="262"/>
            <ac:picMk id="4" creationId="{3454F3C2-880B-89F4-1983-2A2D02695ADF}"/>
          </ac:picMkLst>
        </pc:picChg>
      </pc:sldChg>
      <pc:sldChg chg="addSp delSp modSp add mod ord">
        <pc:chgData name="Ashok Gopalakrishnan" userId="d8b748a0ad7c7b3a" providerId="LiveId" clId="{59FD0868-84F1-432F-883D-B36E85A19EB2}" dt="2026-06-20T05:21:22.541" v="259"/>
        <pc:sldMkLst>
          <pc:docMk/>
          <pc:sldMk cId="2083516694" sldId="263"/>
        </pc:sldMkLst>
        <pc:spChg chg="del">
          <ac:chgData name="Ashok Gopalakrishnan" userId="d8b748a0ad7c7b3a" providerId="LiveId" clId="{59FD0868-84F1-432F-883D-B36E85A19EB2}" dt="2026-06-20T05:17:59.961" v="225" actId="478"/>
          <ac:spMkLst>
            <pc:docMk/>
            <pc:sldMk cId="2083516694" sldId="263"/>
            <ac:spMk id="2" creationId="{154F8C01-44FD-AFEE-0AEC-266D3BBB7B2D}"/>
          </ac:spMkLst>
        </pc:spChg>
        <pc:spChg chg="add del">
          <ac:chgData name="Ashok Gopalakrishnan" userId="d8b748a0ad7c7b3a" providerId="LiveId" clId="{59FD0868-84F1-432F-883D-B36E85A19EB2}" dt="2026-06-20T05:15:48.346" v="217" actId="478"/>
          <ac:spMkLst>
            <pc:docMk/>
            <pc:sldMk cId="2083516694" sldId="263"/>
            <ac:spMk id="4" creationId="{2BA63F24-845A-AAA2-5E21-9CB9EA08E1EA}"/>
          </ac:spMkLst>
        </pc:spChg>
        <pc:spChg chg="del">
          <ac:chgData name="Ashok Gopalakrishnan" userId="d8b748a0ad7c7b3a" providerId="LiveId" clId="{59FD0868-84F1-432F-883D-B36E85A19EB2}" dt="2026-06-20T05:15:23.923" v="214" actId="478"/>
          <ac:spMkLst>
            <pc:docMk/>
            <pc:sldMk cId="2083516694" sldId="263"/>
            <ac:spMk id="5" creationId="{FEC915FD-C304-C445-FBE2-F2CE9ADBC43F}"/>
          </ac:spMkLst>
        </pc:spChg>
        <pc:spChg chg="del">
          <ac:chgData name="Ashok Gopalakrishnan" userId="d8b748a0ad7c7b3a" providerId="LiveId" clId="{59FD0868-84F1-432F-883D-B36E85A19EB2}" dt="2026-06-20T05:15:20.708" v="213" actId="478"/>
          <ac:spMkLst>
            <pc:docMk/>
            <pc:sldMk cId="2083516694" sldId="263"/>
            <ac:spMk id="7" creationId="{9445CCF7-050E-C018-A4C8-7D2445774BE2}"/>
          </ac:spMkLst>
        </pc:spChg>
        <pc:spChg chg="add del mod">
          <ac:chgData name="Ashok Gopalakrishnan" userId="d8b748a0ad7c7b3a" providerId="LiveId" clId="{59FD0868-84F1-432F-883D-B36E85A19EB2}" dt="2026-06-20T05:18:10.574" v="227" actId="478"/>
          <ac:spMkLst>
            <pc:docMk/>
            <pc:sldMk cId="2083516694" sldId="263"/>
            <ac:spMk id="12" creationId="{CEC8E6C2-11BF-D9A2-F480-5D291E2F1103}"/>
          </ac:spMkLst>
        </pc:spChg>
        <pc:picChg chg="add mod">
          <ac:chgData name="Ashok Gopalakrishnan" userId="d8b748a0ad7c7b3a" providerId="LiveId" clId="{59FD0868-84F1-432F-883D-B36E85A19EB2}" dt="2026-06-20T05:18:16.471" v="228" actId="1076"/>
          <ac:picMkLst>
            <pc:docMk/>
            <pc:sldMk cId="2083516694" sldId="263"/>
            <ac:picMk id="8" creationId="{725DBD09-E955-60FC-C9EA-61CAA44C3774}"/>
          </ac:picMkLst>
        </pc:picChg>
        <pc:picChg chg="add mod">
          <ac:chgData name="Ashok Gopalakrishnan" userId="d8b748a0ad7c7b3a" providerId="LiveId" clId="{59FD0868-84F1-432F-883D-B36E85A19EB2}" dt="2026-06-20T05:18:30.434" v="231" actId="14100"/>
          <ac:picMkLst>
            <pc:docMk/>
            <pc:sldMk cId="2083516694" sldId="263"/>
            <ac:picMk id="10" creationId="{73C19C21-CD9A-1A2C-D676-17A50FBC4B50}"/>
          </ac:picMkLst>
        </pc:picChg>
      </pc:sldChg>
      <pc:sldChg chg="addSp delSp modSp add mod ord">
        <pc:chgData name="Ashok Gopalakrishnan" userId="d8b748a0ad7c7b3a" providerId="LiveId" clId="{59FD0868-84F1-432F-883D-B36E85A19EB2}" dt="2026-06-20T05:21:25.286" v="261"/>
        <pc:sldMkLst>
          <pc:docMk/>
          <pc:sldMk cId="3773535337" sldId="264"/>
        </pc:sldMkLst>
        <pc:spChg chg="add mod">
          <ac:chgData name="Ashok Gopalakrishnan" userId="d8b748a0ad7c7b3a" providerId="LiveId" clId="{59FD0868-84F1-432F-883D-B36E85A19EB2}" dt="2026-06-20T05:20:57.345" v="256" actId="207"/>
          <ac:spMkLst>
            <pc:docMk/>
            <pc:sldMk cId="3773535337" sldId="264"/>
            <ac:spMk id="4" creationId="{CFD273DE-1295-7730-B873-9FE6D3B6F62C}"/>
          </ac:spMkLst>
        </pc:spChg>
        <pc:spChg chg="del">
          <ac:chgData name="Ashok Gopalakrishnan" userId="d8b748a0ad7c7b3a" providerId="LiveId" clId="{59FD0868-84F1-432F-883D-B36E85A19EB2}" dt="2026-06-20T05:19:08.093" v="235" actId="478"/>
          <ac:spMkLst>
            <pc:docMk/>
            <pc:sldMk cId="3773535337" sldId="264"/>
            <ac:spMk id="5" creationId="{693D35FD-24AD-4916-070F-FC47F884F43E}"/>
          </ac:spMkLst>
        </pc:spChg>
        <pc:spChg chg="del">
          <ac:chgData name="Ashok Gopalakrishnan" userId="d8b748a0ad7c7b3a" providerId="LiveId" clId="{59FD0868-84F1-432F-883D-B36E85A19EB2}" dt="2026-06-20T05:19:10.640" v="236" actId="478"/>
          <ac:spMkLst>
            <pc:docMk/>
            <pc:sldMk cId="3773535337" sldId="264"/>
            <ac:spMk id="7" creationId="{E77E67D0-9743-99F4-3D6F-B5EC6F4F99C0}"/>
          </ac:spMkLst>
        </pc:spChg>
      </pc:sldChg>
      <pc:sldChg chg="addSp delSp modSp add mod">
        <pc:chgData name="Ashok Gopalakrishnan" userId="d8b748a0ad7c7b3a" providerId="LiveId" clId="{59FD0868-84F1-432F-883D-B36E85A19EB2}" dt="2026-06-20T05:25:19.988" v="298" actId="207"/>
        <pc:sldMkLst>
          <pc:docMk/>
          <pc:sldMk cId="195282737" sldId="265"/>
        </pc:sldMkLst>
        <pc:spChg chg="add mod">
          <ac:chgData name="Ashok Gopalakrishnan" userId="d8b748a0ad7c7b3a" providerId="LiveId" clId="{59FD0868-84F1-432F-883D-B36E85A19EB2}" dt="2026-06-20T05:24:09.151" v="286" actId="1076"/>
          <ac:spMkLst>
            <pc:docMk/>
            <pc:sldMk cId="195282737" sldId="265"/>
            <ac:spMk id="4" creationId="{FE3D791C-A799-B266-2742-51D3671DBDDA}"/>
          </ac:spMkLst>
        </pc:spChg>
        <pc:spChg chg="del mod">
          <ac:chgData name="Ashok Gopalakrishnan" userId="d8b748a0ad7c7b3a" providerId="LiveId" clId="{59FD0868-84F1-432F-883D-B36E85A19EB2}" dt="2026-06-20T05:21:39.210" v="263" actId="478"/>
          <ac:spMkLst>
            <pc:docMk/>
            <pc:sldMk cId="195282737" sldId="265"/>
            <ac:spMk id="5" creationId="{BC9548EA-92B3-F927-158C-1E5C78F2E059}"/>
          </ac:spMkLst>
        </pc:spChg>
        <pc:spChg chg="del">
          <ac:chgData name="Ashok Gopalakrishnan" userId="d8b748a0ad7c7b3a" providerId="LiveId" clId="{59FD0868-84F1-432F-883D-B36E85A19EB2}" dt="2026-06-20T05:21:42.031" v="264" actId="478"/>
          <ac:spMkLst>
            <pc:docMk/>
            <pc:sldMk cId="195282737" sldId="265"/>
            <ac:spMk id="7" creationId="{A97E5A2B-FD37-FC99-3BFB-44B46C84B2C0}"/>
          </ac:spMkLst>
        </pc:spChg>
        <pc:spChg chg="add mod">
          <ac:chgData name="Ashok Gopalakrishnan" userId="d8b748a0ad7c7b3a" providerId="LiveId" clId="{59FD0868-84F1-432F-883D-B36E85A19EB2}" dt="2026-06-20T05:24:01.201" v="285" actId="207"/>
          <ac:spMkLst>
            <pc:docMk/>
            <pc:sldMk cId="195282737" sldId="265"/>
            <ac:spMk id="8" creationId="{A9339AA0-BE9E-BE88-B341-3E3160222CD3}"/>
          </ac:spMkLst>
        </pc:spChg>
        <pc:spChg chg="add mod">
          <ac:chgData name="Ashok Gopalakrishnan" userId="d8b748a0ad7c7b3a" providerId="LiveId" clId="{59FD0868-84F1-432F-883D-B36E85A19EB2}" dt="2026-06-20T05:25:19.988" v="298" actId="207"/>
          <ac:spMkLst>
            <pc:docMk/>
            <pc:sldMk cId="195282737" sldId="265"/>
            <ac:spMk id="10" creationId="{0C16C881-C979-7C75-282B-35D58B34B1A8}"/>
          </ac:spMkLst>
        </pc:spChg>
      </pc:sldChg>
      <pc:sldChg chg="addSp delSp modSp add mod">
        <pc:chgData name="Ashok Gopalakrishnan" userId="d8b748a0ad7c7b3a" providerId="LiveId" clId="{59FD0868-84F1-432F-883D-B36E85A19EB2}" dt="2026-06-20T05:26:48.009" v="315" actId="207"/>
        <pc:sldMkLst>
          <pc:docMk/>
          <pc:sldMk cId="2890099633" sldId="266"/>
        </pc:sldMkLst>
        <pc:spChg chg="add mod">
          <ac:chgData name="Ashok Gopalakrishnan" userId="d8b748a0ad7c7b3a" providerId="LiveId" clId="{59FD0868-84F1-432F-883D-B36E85A19EB2}" dt="2026-06-20T05:26:48.009" v="315" actId="207"/>
          <ac:spMkLst>
            <pc:docMk/>
            <pc:sldMk cId="2890099633" sldId="266"/>
            <ac:spMk id="5" creationId="{7AC9F602-20B7-DB48-6635-E1E2B191D3BA}"/>
          </ac:spMkLst>
        </pc:spChg>
        <pc:spChg chg="del">
          <ac:chgData name="Ashok Gopalakrishnan" userId="d8b748a0ad7c7b3a" providerId="LiveId" clId="{59FD0868-84F1-432F-883D-B36E85A19EB2}" dt="2026-06-20T05:25:39.701" v="300" actId="478"/>
          <ac:spMkLst>
            <pc:docMk/>
            <pc:sldMk cId="2890099633" sldId="266"/>
            <ac:spMk id="8" creationId="{EC23F60B-CE92-B544-426E-D7392078EE13}"/>
          </ac:spMkLst>
        </pc:spChg>
        <pc:spChg chg="del">
          <ac:chgData name="Ashok Gopalakrishnan" userId="d8b748a0ad7c7b3a" providerId="LiveId" clId="{59FD0868-84F1-432F-883D-B36E85A19EB2}" dt="2026-06-20T05:25:42.463" v="301" actId="478"/>
          <ac:spMkLst>
            <pc:docMk/>
            <pc:sldMk cId="2890099633" sldId="266"/>
            <ac:spMk id="10" creationId="{9F4AA30A-9EE1-1107-B9C3-BA5C46CDB0E0}"/>
          </ac:spMkLst>
        </pc:spChg>
      </pc:sldChg>
      <pc:sldChg chg="addSp delSp modSp add mod">
        <pc:chgData name="Ashok Gopalakrishnan" userId="d8b748a0ad7c7b3a" providerId="LiveId" clId="{59FD0868-84F1-432F-883D-B36E85A19EB2}" dt="2026-06-20T05:34:17.594" v="358" actId="1076"/>
        <pc:sldMkLst>
          <pc:docMk/>
          <pc:sldMk cId="4305443" sldId="267"/>
        </pc:sldMkLst>
        <pc:spChg chg="del">
          <ac:chgData name="Ashok Gopalakrishnan" userId="d8b748a0ad7c7b3a" providerId="LiveId" clId="{59FD0868-84F1-432F-883D-B36E85A19EB2}" dt="2026-06-20T05:27:04.104" v="319" actId="478"/>
          <ac:spMkLst>
            <pc:docMk/>
            <pc:sldMk cId="4305443" sldId="267"/>
            <ac:spMk id="4" creationId="{3FD4D852-4FED-6186-1FE3-46B27B782662}"/>
          </ac:spMkLst>
        </pc:spChg>
        <pc:spChg chg="del mod">
          <ac:chgData name="Ashok Gopalakrishnan" userId="d8b748a0ad7c7b3a" providerId="LiveId" clId="{59FD0868-84F1-432F-883D-B36E85A19EB2}" dt="2026-06-20T05:27:01.620" v="318" actId="478"/>
          <ac:spMkLst>
            <pc:docMk/>
            <pc:sldMk cId="4305443" sldId="267"/>
            <ac:spMk id="5" creationId="{109A1E56-0A21-C723-E462-4A5027CB4783}"/>
          </ac:spMkLst>
        </pc:spChg>
        <pc:spChg chg="add mod">
          <ac:chgData name="Ashok Gopalakrishnan" userId="d8b748a0ad7c7b3a" providerId="LiveId" clId="{59FD0868-84F1-432F-883D-B36E85A19EB2}" dt="2026-06-20T05:34:14.224" v="357" actId="1076"/>
          <ac:spMkLst>
            <pc:docMk/>
            <pc:sldMk cId="4305443" sldId="267"/>
            <ac:spMk id="6" creationId="{254E55FB-DDA5-A2E6-CA9E-E92AE1CDDB83}"/>
          </ac:spMkLst>
        </pc:spChg>
        <pc:spChg chg="add mod">
          <ac:chgData name="Ashok Gopalakrishnan" userId="d8b748a0ad7c7b3a" providerId="LiveId" clId="{59FD0868-84F1-432F-883D-B36E85A19EB2}" dt="2026-06-20T05:34:17.594" v="358" actId="1076"/>
          <ac:spMkLst>
            <pc:docMk/>
            <pc:sldMk cId="4305443" sldId="267"/>
            <ac:spMk id="8" creationId="{67DD9D23-622B-4508-AD42-6B12BFE1C8F3}"/>
          </ac:spMkLst>
        </pc:spChg>
      </pc:sldChg>
      <pc:sldChg chg="addSp delSp modSp add mod">
        <pc:chgData name="Ashok Gopalakrishnan" userId="d8b748a0ad7c7b3a" providerId="LiveId" clId="{59FD0868-84F1-432F-883D-B36E85A19EB2}" dt="2026-06-20T05:41:25.350" v="409" actId="20577"/>
        <pc:sldMkLst>
          <pc:docMk/>
          <pc:sldMk cId="2599810786" sldId="268"/>
        </pc:sldMkLst>
        <pc:spChg chg="del mod">
          <ac:chgData name="Ashok Gopalakrishnan" userId="d8b748a0ad7c7b3a" providerId="LiveId" clId="{59FD0868-84F1-432F-883D-B36E85A19EB2}" dt="2026-06-20T05:36:42.827" v="374" actId="478"/>
          <ac:spMkLst>
            <pc:docMk/>
            <pc:sldMk cId="2599810786" sldId="268"/>
            <ac:spMk id="6" creationId="{75FA567B-41D8-6C67-D70B-01F8C70B1EF0}"/>
          </ac:spMkLst>
        </pc:spChg>
        <pc:spChg chg="add mod">
          <ac:chgData name="Ashok Gopalakrishnan" userId="d8b748a0ad7c7b3a" providerId="LiveId" clId="{59FD0868-84F1-432F-883D-B36E85A19EB2}" dt="2026-06-20T05:40:41.265" v="402" actId="1076"/>
          <ac:spMkLst>
            <pc:docMk/>
            <pc:sldMk cId="2599810786" sldId="268"/>
            <ac:spMk id="7" creationId="{D7DE9B3F-674A-4F95-6160-845F3B039C9D}"/>
          </ac:spMkLst>
        </pc:spChg>
        <pc:spChg chg="del">
          <ac:chgData name="Ashok Gopalakrishnan" userId="d8b748a0ad7c7b3a" providerId="LiveId" clId="{59FD0868-84F1-432F-883D-B36E85A19EB2}" dt="2026-06-20T05:34:28.953" v="360" actId="478"/>
          <ac:spMkLst>
            <pc:docMk/>
            <pc:sldMk cId="2599810786" sldId="268"/>
            <ac:spMk id="8" creationId="{10439EF3-5A76-105F-CB5A-3948D05DE636}"/>
          </ac:spMkLst>
        </pc:spChg>
        <pc:spChg chg="add mod">
          <ac:chgData name="Ashok Gopalakrishnan" userId="d8b748a0ad7c7b3a" providerId="LiveId" clId="{59FD0868-84F1-432F-883D-B36E85A19EB2}" dt="2026-06-20T05:41:25.350" v="409" actId="20577"/>
          <ac:spMkLst>
            <pc:docMk/>
            <pc:sldMk cId="2599810786" sldId="268"/>
            <ac:spMk id="10" creationId="{2E5843CC-D8FB-BDC2-2A1D-FBF0E3B84AB9}"/>
          </ac:spMkLst>
        </pc:spChg>
        <pc:picChg chg="add mod">
          <ac:chgData name="Ashok Gopalakrishnan" userId="d8b748a0ad7c7b3a" providerId="LiveId" clId="{59FD0868-84F1-432F-883D-B36E85A19EB2}" dt="2026-06-20T05:38:42.326" v="396" actId="1076"/>
          <ac:picMkLst>
            <pc:docMk/>
            <pc:sldMk cId="2599810786" sldId="268"/>
            <ac:picMk id="4" creationId="{357CD7B8-B206-5C0A-D9A7-E7FEB3C1C0B4}"/>
          </ac:picMkLst>
        </pc:picChg>
      </pc:sldChg>
      <pc:sldChg chg="addSp delSp modSp add mod">
        <pc:chgData name="Ashok Gopalakrishnan" userId="d8b748a0ad7c7b3a" providerId="LiveId" clId="{59FD0868-84F1-432F-883D-B36E85A19EB2}" dt="2026-06-20T05:48:45.859" v="455" actId="207"/>
        <pc:sldMkLst>
          <pc:docMk/>
          <pc:sldMk cId="1817879558" sldId="269"/>
        </pc:sldMkLst>
        <pc:spChg chg="add mod">
          <ac:chgData name="Ashok Gopalakrishnan" userId="d8b748a0ad7c7b3a" providerId="LiveId" clId="{59FD0868-84F1-432F-883D-B36E85A19EB2}" dt="2026-06-20T05:43:59.652" v="421" actId="1076"/>
          <ac:spMkLst>
            <pc:docMk/>
            <pc:sldMk cId="1817879558" sldId="269"/>
            <ac:spMk id="5" creationId="{8FC2C061-5831-91AE-AD42-FD8B7E795A80}"/>
          </ac:spMkLst>
        </pc:spChg>
        <pc:spChg chg="add mod">
          <ac:chgData name="Ashok Gopalakrishnan" userId="d8b748a0ad7c7b3a" providerId="LiveId" clId="{59FD0868-84F1-432F-883D-B36E85A19EB2}" dt="2026-06-20T05:48:45.859" v="455" actId="207"/>
          <ac:spMkLst>
            <pc:docMk/>
            <pc:sldMk cId="1817879558" sldId="269"/>
            <ac:spMk id="7" creationId="{C0D1DBEB-C729-D036-5ED9-CB2312EE9ADC}"/>
          </ac:spMkLst>
        </pc:spChg>
        <pc:picChg chg="del">
          <ac:chgData name="Ashok Gopalakrishnan" userId="d8b748a0ad7c7b3a" providerId="LiveId" clId="{59FD0868-84F1-432F-883D-B36E85A19EB2}" dt="2026-06-20T05:37:07.956" v="379" actId="478"/>
          <ac:picMkLst>
            <pc:docMk/>
            <pc:sldMk cId="1817879558" sldId="269"/>
            <ac:picMk id="4" creationId="{9FB8CB60-2406-8E7E-D1E8-2F29AAE7751E}"/>
          </ac:picMkLst>
        </pc:picChg>
      </pc:sldChg>
      <pc:sldChg chg="addSp delSp modSp add mod">
        <pc:chgData name="Ashok Gopalakrishnan" userId="d8b748a0ad7c7b3a" providerId="LiveId" clId="{59FD0868-84F1-432F-883D-B36E85A19EB2}" dt="2026-06-20T07:24:04.253" v="1322" actId="123"/>
        <pc:sldMkLst>
          <pc:docMk/>
          <pc:sldMk cId="2431129078" sldId="270"/>
        </pc:sldMkLst>
        <pc:spChg chg="add mod">
          <ac:chgData name="Ashok Gopalakrishnan" userId="d8b748a0ad7c7b3a" providerId="LiveId" clId="{59FD0868-84F1-432F-883D-B36E85A19EB2}" dt="2026-06-20T05:51:51.847" v="465" actId="1076"/>
          <ac:spMkLst>
            <pc:docMk/>
            <pc:sldMk cId="2431129078" sldId="270"/>
            <ac:spMk id="4" creationId="{E105E853-3038-0CE9-A83D-237F1410D04D}"/>
          </ac:spMkLst>
        </pc:spChg>
        <pc:spChg chg="mod">
          <ac:chgData name="Ashok Gopalakrishnan" userId="d8b748a0ad7c7b3a" providerId="LiveId" clId="{59FD0868-84F1-432F-883D-B36E85A19EB2}" dt="2026-06-20T05:52:04.880" v="466" actId="1076"/>
          <ac:spMkLst>
            <pc:docMk/>
            <pc:sldMk cId="2431129078" sldId="270"/>
            <ac:spMk id="5" creationId="{4FFE6038-7E28-D4F0-BD92-2D9811FDCCFD}"/>
          </ac:spMkLst>
        </pc:spChg>
        <pc:spChg chg="add mod">
          <ac:chgData name="Ashok Gopalakrishnan" userId="d8b748a0ad7c7b3a" providerId="LiveId" clId="{59FD0868-84F1-432F-883D-B36E85A19EB2}" dt="2026-06-20T07:24:04.253" v="1322" actId="123"/>
          <ac:spMkLst>
            <pc:docMk/>
            <pc:sldMk cId="2431129078" sldId="270"/>
            <ac:spMk id="6" creationId="{8A54048B-3025-90E0-ABBC-17AED6B35EC6}"/>
          </ac:spMkLst>
        </pc:spChg>
        <pc:spChg chg="del">
          <ac:chgData name="Ashok Gopalakrishnan" userId="d8b748a0ad7c7b3a" providerId="LiveId" clId="{59FD0868-84F1-432F-883D-B36E85A19EB2}" dt="2026-06-20T05:50:12.146" v="457" actId="478"/>
          <ac:spMkLst>
            <pc:docMk/>
            <pc:sldMk cId="2431129078" sldId="270"/>
            <ac:spMk id="7" creationId="{FD4F9E29-2E66-48CF-3439-2D4A5855F057}"/>
          </ac:spMkLst>
        </pc:spChg>
      </pc:sldChg>
      <pc:sldChg chg="addSp delSp modSp add mod">
        <pc:chgData name="Ashok Gopalakrishnan" userId="d8b748a0ad7c7b3a" providerId="LiveId" clId="{59FD0868-84F1-432F-883D-B36E85A19EB2}" dt="2026-06-20T06:33:52.955" v="833" actId="207"/>
        <pc:sldMkLst>
          <pc:docMk/>
          <pc:sldMk cId="1922891324" sldId="271"/>
        </pc:sldMkLst>
        <pc:spChg chg="del">
          <ac:chgData name="Ashok Gopalakrishnan" userId="d8b748a0ad7c7b3a" providerId="LiveId" clId="{59FD0868-84F1-432F-883D-B36E85A19EB2}" dt="2026-06-20T06:01:04.636" v="470" actId="478"/>
          <ac:spMkLst>
            <pc:docMk/>
            <pc:sldMk cId="1922891324" sldId="271"/>
            <ac:spMk id="2" creationId="{15E07E0F-7803-69EC-40BA-8AEE0980014D}"/>
          </ac:spMkLst>
        </pc:spChg>
        <pc:spChg chg="del">
          <ac:chgData name="Ashok Gopalakrishnan" userId="d8b748a0ad7c7b3a" providerId="LiveId" clId="{59FD0868-84F1-432F-883D-B36E85A19EB2}" dt="2026-06-20T06:00:56.970" v="468" actId="478"/>
          <ac:spMkLst>
            <pc:docMk/>
            <pc:sldMk cId="1922891324" sldId="271"/>
            <ac:spMk id="4" creationId="{2A520FE6-2292-AE77-14DB-3FC27505562F}"/>
          </ac:spMkLst>
        </pc:spChg>
        <pc:spChg chg="del">
          <ac:chgData name="Ashok Gopalakrishnan" userId="d8b748a0ad7c7b3a" providerId="LiveId" clId="{59FD0868-84F1-432F-883D-B36E85A19EB2}" dt="2026-06-20T06:01:01.940" v="469" actId="478"/>
          <ac:spMkLst>
            <pc:docMk/>
            <pc:sldMk cId="1922891324" sldId="271"/>
            <ac:spMk id="5" creationId="{DB8D539B-3B3F-90D7-7E2E-F7B74CE3EB1D}"/>
          </ac:spMkLst>
        </pc:spChg>
        <pc:spChg chg="add del mod">
          <ac:chgData name="Ashok Gopalakrishnan" userId="d8b748a0ad7c7b3a" providerId="LiveId" clId="{59FD0868-84F1-432F-883D-B36E85A19EB2}" dt="2026-06-20T06:01:06.534" v="471" actId="478"/>
          <ac:spMkLst>
            <pc:docMk/>
            <pc:sldMk cId="1922891324" sldId="271"/>
            <ac:spMk id="6" creationId="{BD3C57A5-FE7E-7644-138D-9D4725FA2586}"/>
          </ac:spMkLst>
        </pc:spChg>
        <pc:spChg chg="add del mod">
          <ac:chgData name="Ashok Gopalakrishnan" userId="d8b748a0ad7c7b3a" providerId="LiveId" clId="{59FD0868-84F1-432F-883D-B36E85A19EB2}" dt="2026-06-20T06:02:33.531" v="477" actId="478"/>
          <ac:spMkLst>
            <pc:docMk/>
            <pc:sldMk cId="1922891324" sldId="271"/>
            <ac:spMk id="8" creationId="{078B107C-FA10-63FA-80C8-A30D60F0081E}"/>
          </ac:spMkLst>
        </pc:spChg>
        <pc:spChg chg="add del mod">
          <ac:chgData name="Ashok Gopalakrishnan" userId="d8b748a0ad7c7b3a" providerId="LiveId" clId="{59FD0868-84F1-432F-883D-B36E85A19EB2}" dt="2026-06-20T06:15:37.524" v="584" actId="478"/>
          <ac:spMkLst>
            <pc:docMk/>
            <pc:sldMk cId="1922891324" sldId="271"/>
            <ac:spMk id="10" creationId="{F6936739-BCFF-C52A-3527-D901F75C86B4}"/>
          </ac:spMkLst>
        </pc:spChg>
        <pc:spChg chg="add mod">
          <ac:chgData name="Ashok Gopalakrishnan" userId="d8b748a0ad7c7b3a" providerId="LiveId" clId="{59FD0868-84F1-432F-883D-B36E85A19EB2}" dt="2026-06-20T06:33:52.955" v="833" actId="207"/>
          <ac:spMkLst>
            <pc:docMk/>
            <pc:sldMk cId="1922891324" sldId="271"/>
            <ac:spMk id="12" creationId="{6F4D05D4-0C4C-4E65-7431-09147473A15E}"/>
          </ac:spMkLst>
        </pc:spChg>
        <pc:spChg chg="add mod">
          <ac:chgData name="Ashok Gopalakrishnan" userId="d8b748a0ad7c7b3a" providerId="LiveId" clId="{59FD0868-84F1-432F-883D-B36E85A19EB2}" dt="2026-06-20T06:30:05.349" v="805" actId="1076"/>
          <ac:spMkLst>
            <pc:docMk/>
            <pc:sldMk cId="1922891324" sldId="271"/>
            <ac:spMk id="14" creationId="{95477916-CB73-D584-246C-62828969D728}"/>
          </ac:spMkLst>
        </pc:spChg>
        <pc:spChg chg="add mod">
          <ac:chgData name="Ashok Gopalakrishnan" userId="d8b748a0ad7c7b3a" providerId="LiveId" clId="{59FD0868-84F1-432F-883D-B36E85A19EB2}" dt="2026-06-20T06:33:08.133" v="831" actId="20577"/>
          <ac:spMkLst>
            <pc:docMk/>
            <pc:sldMk cId="1922891324" sldId="271"/>
            <ac:spMk id="16" creationId="{1CC9D966-6D79-268A-E344-9583FF39E259}"/>
          </ac:spMkLst>
        </pc:spChg>
        <pc:spChg chg="add mod">
          <ac:chgData name="Ashok Gopalakrishnan" userId="d8b748a0ad7c7b3a" providerId="LiveId" clId="{59FD0868-84F1-432F-883D-B36E85A19EB2}" dt="2026-06-20T06:33:13.760" v="832" actId="1076"/>
          <ac:spMkLst>
            <pc:docMk/>
            <pc:sldMk cId="1922891324" sldId="271"/>
            <ac:spMk id="18" creationId="{4AC1BB8C-5A96-235A-E906-85CF2C41CB89}"/>
          </ac:spMkLst>
        </pc:spChg>
      </pc:sldChg>
      <pc:sldChg chg="addSp delSp modSp add mod">
        <pc:chgData name="Ashok Gopalakrishnan" userId="d8b748a0ad7c7b3a" providerId="LiveId" clId="{59FD0868-84F1-432F-883D-B36E85A19EB2}" dt="2026-06-20T06:40:38.573" v="871" actId="207"/>
        <pc:sldMkLst>
          <pc:docMk/>
          <pc:sldMk cId="3888227841" sldId="272"/>
        </pc:sldMkLst>
        <pc:spChg chg="add mod">
          <ac:chgData name="Ashok Gopalakrishnan" userId="d8b748a0ad7c7b3a" providerId="LiveId" clId="{59FD0868-84F1-432F-883D-B36E85A19EB2}" dt="2026-06-20T06:40:38.573" v="871" actId="207"/>
          <ac:spMkLst>
            <pc:docMk/>
            <pc:sldMk cId="3888227841" sldId="272"/>
            <ac:spMk id="5" creationId="{F1DE2555-EDB6-7BCD-4B80-FF563812D6F2}"/>
          </ac:spMkLst>
        </pc:spChg>
        <pc:spChg chg="del">
          <ac:chgData name="Ashok Gopalakrishnan" userId="d8b748a0ad7c7b3a" providerId="LiveId" clId="{59FD0868-84F1-432F-883D-B36E85A19EB2}" dt="2026-06-20T06:34:32.547" v="838" actId="478"/>
          <ac:spMkLst>
            <pc:docMk/>
            <pc:sldMk cId="3888227841" sldId="272"/>
            <ac:spMk id="12" creationId="{5379EC9D-69B9-A8BD-D061-10847EB79908}"/>
          </ac:spMkLst>
        </pc:spChg>
        <pc:spChg chg="del">
          <ac:chgData name="Ashok Gopalakrishnan" userId="d8b748a0ad7c7b3a" providerId="LiveId" clId="{59FD0868-84F1-432F-883D-B36E85A19EB2}" dt="2026-06-20T06:34:30.287" v="837" actId="478"/>
          <ac:spMkLst>
            <pc:docMk/>
            <pc:sldMk cId="3888227841" sldId="272"/>
            <ac:spMk id="14" creationId="{06DD2E5A-493F-89A4-6E0E-707DB2E9652B}"/>
          </ac:spMkLst>
        </pc:spChg>
        <pc:spChg chg="del">
          <ac:chgData name="Ashok Gopalakrishnan" userId="d8b748a0ad7c7b3a" providerId="LiveId" clId="{59FD0868-84F1-432F-883D-B36E85A19EB2}" dt="2026-06-20T06:34:24.423" v="835" actId="478"/>
          <ac:spMkLst>
            <pc:docMk/>
            <pc:sldMk cId="3888227841" sldId="272"/>
            <ac:spMk id="16" creationId="{7F5E57D5-9CD9-FB00-C793-AC53D0768027}"/>
          </ac:spMkLst>
        </pc:spChg>
        <pc:spChg chg="del">
          <ac:chgData name="Ashok Gopalakrishnan" userId="d8b748a0ad7c7b3a" providerId="LiveId" clId="{59FD0868-84F1-432F-883D-B36E85A19EB2}" dt="2026-06-20T06:34:27.630" v="836" actId="478"/>
          <ac:spMkLst>
            <pc:docMk/>
            <pc:sldMk cId="3888227841" sldId="272"/>
            <ac:spMk id="18" creationId="{1288547B-A6D7-8004-AAF1-675970D0984A}"/>
          </ac:spMkLst>
        </pc:spChg>
        <pc:picChg chg="add mod">
          <ac:chgData name="Ashok Gopalakrishnan" userId="d8b748a0ad7c7b3a" providerId="LiveId" clId="{59FD0868-84F1-432F-883D-B36E85A19EB2}" dt="2026-06-20T06:39:23.230" v="862" actId="14100"/>
          <ac:picMkLst>
            <pc:docMk/>
            <pc:sldMk cId="3888227841" sldId="272"/>
            <ac:picMk id="3" creationId="{F83726DD-510E-D067-4712-FC005DF71152}"/>
          </ac:picMkLst>
        </pc:picChg>
      </pc:sldChg>
      <pc:sldChg chg="addSp delSp modSp add mod">
        <pc:chgData name="Ashok Gopalakrishnan" userId="d8b748a0ad7c7b3a" providerId="LiveId" clId="{59FD0868-84F1-432F-883D-B36E85A19EB2}" dt="2026-06-20T06:45:28.319" v="894" actId="207"/>
        <pc:sldMkLst>
          <pc:docMk/>
          <pc:sldMk cId="3508754225" sldId="273"/>
        </pc:sldMkLst>
        <pc:spChg chg="add del mod">
          <ac:chgData name="Ashok Gopalakrishnan" userId="d8b748a0ad7c7b3a" providerId="LiveId" clId="{59FD0868-84F1-432F-883D-B36E85A19EB2}" dt="2026-06-20T06:44:06.073" v="885" actId="478"/>
          <ac:spMkLst>
            <pc:docMk/>
            <pc:sldMk cId="3508754225" sldId="273"/>
            <ac:spMk id="4" creationId="{A695E26C-FF02-1C76-0290-84008CD45D1F}"/>
          </ac:spMkLst>
        </pc:spChg>
        <pc:spChg chg="add mod">
          <ac:chgData name="Ashok Gopalakrishnan" userId="d8b748a0ad7c7b3a" providerId="LiveId" clId="{59FD0868-84F1-432F-883D-B36E85A19EB2}" dt="2026-06-20T06:45:28.319" v="894" actId="207"/>
          <ac:spMkLst>
            <pc:docMk/>
            <pc:sldMk cId="3508754225" sldId="273"/>
            <ac:spMk id="6" creationId="{1C7AF426-819A-F6E5-73A1-FD6DC9C7F77D}"/>
          </ac:spMkLst>
        </pc:spChg>
        <pc:graphicFrameChg chg="add mod modGraphic">
          <ac:chgData name="Ashok Gopalakrishnan" userId="d8b748a0ad7c7b3a" providerId="LiveId" clId="{59FD0868-84F1-432F-883D-B36E85A19EB2}" dt="2026-06-20T06:44:59.102" v="893" actId="207"/>
          <ac:graphicFrameMkLst>
            <pc:docMk/>
            <pc:sldMk cId="3508754225" sldId="273"/>
            <ac:graphicFrameMk id="7" creationId="{8FB8A807-75EB-F6C9-0855-440399AE35A0}"/>
          </ac:graphicFrameMkLst>
        </pc:graphicFrameChg>
        <pc:picChg chg="del">
          <ac:chgData name="Ashok Gopalakrishnan" userId="d8b748a0ad7c7b3a" providerId="LiveId" clId="{59FD0868-84F1-432F-883D-B36E85A19EB2}" dt="2026-06-20T06:37:17.681" v="845" actId="478"/>
          <ac:picMkLst>
            <pc:docMk/>
            <pc:sldMk cId="3508754225" sldId="273"/>
            <ac:picMk id="3" creationId="{997A8D53-3D18-4C54-56E8-DA0E4E98B997}"/>
          </ac:picMkLst>
        </pc:picChg>
      </pc:sldChg>
      <pc:sldChg chg="addSp delSp modSp add mod">
        <pc:chgData name="Ashok Gopalakrishnan" userId="d8b748a0ad7c7b3a" providerId="LiveId" clId="{59FD0868-84F1-432F-883D-B36E85A19EB2}" dt="2026-06-20T06:51:29.706" v="913" actId="1076"/>
        <pc:sldMkLst>
          <pc:docMk/>
          <pc:sldMk cId="1231128816" sldId="274"/>
        </pc:sldMkLst>
        <pc:spChg chg="add mod">
          <ac:chgData name="Ashok Gopalakrishnan" userId="d8b748a0ad7c7b3a" providerId="LiveId" clId="{59FD0868-84F1-432F-883D-B36E85A19EB2}" dt="2026-06-20T06:51:29.706" v="913" actId="1076"/>
          <ac:spMkLst>
            <pc:docMk/>
            <pc:sldMk cId="1231128816" sldId="274"/>
            <ac:spMk id="5" creationId="{6D01196A-F65B-F072-0C67-9D71DE3BC6E1}"/>
          </ac:spMkLst>
        </pc:spChg>
        <pc:spChg chg="del">
          <ac:chgData name="Ashok Gopalakrishnan" userId="d8b748a0ad7c7b3a" providerId="LiveId" clId="{59FD0868-84F1-432F-883D-B36E85A19EB2}" dt="2026-06-20T06:45:46.822" v="897" actId="478"/>
          <ac:spMkLst>
            <pc:docMk/>
            <pc:sldMk cId="1231128816" sldId="274"/>
            <ac:spMk id="6" creationId="{4EE42483-F585-707C-DD35-553BD09FD28E}"/>
          </ac:spMkLst>
        </pc:spChg>
        <pc:graphicFrameChg chg="del">
          <ac:chgData name="Ashok Gopalakrishnan" userId="d8b748a0ad7c7b3a" providerId="LiveId" clId="{59FD0868-84F1-432F-883D-B36E85A19EB2}" dt="2026-06-20T06:45:44.769" v="896" actId="478"/>
          <ac:graphicFrameMkLst>
            <pc:docMk/>
            <pc:sldMk cId="1231128816" sldId="274"/>
            <ac:graphicFrameMk id="7" creationId="{0D5D1B4E-709C-5917-7FF2-62789E629186}"/>
          </ac:graphicFrameMkLst>
        </pc:graphicFrameChg>
        <pc:picChg chg="add mod">
          <ac:chgData name="Ashok Gopalakrishnan" userId="d8b748a0ad7c7b3a" providerId="LiveId" clId="{59FD0868-84F1-432F-883D-B36E85A19EB2}" dt="2026-06-20T06:48:47.950" v="904" actId="14100"/>
          <ac:picMkLst>
            <pc:docMk/>
            <pc:sldMk cId="1231128816" sldId="274"/>
            <ac:picMk id="3" creationId="{495A1B23-0FC2-D35E-C003-C28C6904A292}"/>
          </ac:picMkLst>
        </pc:picChg>
      </pc:sldChg>
      <pc:sldChg chg="addSp delSp modSp add mod">
        <pc:chgData name="Ashok Gopalakrishnan" userId="d8b748a0ad7c7b3a" providerId="LiveId" clId="{59FD0868-84F1-432F-883D-B36E85A19EB2}" dt="2026-06-20T06:56:30.977" v="976" actId="1076"/>
        <pc:sldMkLst>
          <pc:docMk/>
          <pc:sldMk cId="1732900700" sldId="275"/>
        </pc:sldMkLst>
        <pc:spChg chg="add mod">
          <ac:chgData name="Ashok Gopalakrishnan" userId="d8b748a0ad7c7b3a" providerId="LiveId" clId="{59FD0868-84F1-432F-883D-B36E85A19EB2}" dt="2026-06-20T06:52:08.509" v="922" actId="1076"/>
          <ac:spMkLst>
            <pc:docMk/>
            <pc:sldMk cId="1732900700" sldId="275"/>
            <ac:spMk id="4" creationId="{C7B86C63-B746-8BB0-5047-80E1F9F0F616}"/>
          </ac:spMkLst>
        </pc:spChg>
        <pc:spChg chg="del">
          <ac:chgData name="Ashok Gopalakrishnan" userId="d8b748a0ad7c7b3a" providerId="LiveId" clId="{59FD0868-84F1-432F-883D-B36E85A19EB2}" dt="2026-06-20T06:51:41.762" v="916" actId="478"/>
          <ac:spMkLst>
            <pc:docMk/>
            <pc:sldMk cId="1732900700" sldId="275"/>
            <ac:spMk id="5" creationId="{A0D01BDE-17BB-424A-9817-A6D127A2E31A}"/>
          </ac:spMkLst>
        </pc:spChg>
        <pc:spChg chg="add mod">
          <ac:chgData name="Ashok Gopalakrishnan" userId="d8b748a0ad7c7b3a" providerId="LiveId" clId="{59FD0868-84F1-432F-883D-B36E85A19EB2}" dt="2026-06-20T06:56:30.977" v="976" actId="1076"/>
          <ac:spMkLst>
            <pc:docMk/>
            <pc:sldMk cId="1732900700" sldId="275"/>
            <ac:spMk id="7" creationId="{69A55EB4-7CB8-6A72-3B0C-D663DC0CA434}"/>
          </ac:spMkLst>
        </pc:spChg>
        <pc:picChg chg="del">
          <ac:chgData name="Ashok Gopalakrishnan" userId="d8b748a0ad7c7b3a" providerId="LiveId" clId="{59FD0868-84F1-432F-883D-B36E85A19EB2}" dt="2026-06-20T06:51:39.073" v="915" actId="478"/>
          <ac:picMkLst>
            <pc:docMk/>
            <pc:sldMk cId="1732900700" sldId="275"/>
            <ac:picMk id="3" creationId="{E111AAA0-3A1A-5F17-52B6-093E36048544}"/>
          </ac:picMkLst>
        </pc:picChg>
      </pc:sldChg>
      <pc:sldChg chg="addSp delSp modSp add mod">
        <pc:chgData name="Ashok Gopalakrishnan" userId="d8b748a0ad7c7b3a" providerId="LiveId" clId="{59FD0868-84F1-432F-883D-B36E85A19EB2}" dt="2026-06-20T06:59:23.558" v="1005" actId="20577"/>
        <pc:sldMkLst>
          <pc:docMk/>
          <pc:sldMk cId="3543369820" sldId="276"/>
        </pc:sldMkLst>
        <pc:spChg chg="add mod">
          <ac:chgData name="Ashok Gopalakrishnan" userId="d8b748a0ad7c7b3a" providerId="LiveId" clId="{59FD0868-84F1-432F-883D-B36E85A19EB2}" dt="2026-06-20T06:59:23.558" v="1005" actId="20577"/>
          <ac:spMkLst>
            <pc:docMk/>
            <pc:sldMk cId="3543369820" sldId="276"/>
            <ac:spMk id="3" creationId="{F1630AD7-2F21-A5D9-2E60-1CE4E772EC75}"/>
          </ac:spMkLst>
        </pc:spChg>
        <pc:spChg chg="del">
          <ac:chgData name="Ashok Gopalakrishnan" userId="d8b748a0ad7c7b3a" providerId="LiveId" clId="{59FD0868-84F1-432F-883D-B36E85A19EB2}" dt="2026-06-20T06:57:18.386" v="978" actId="478"/>
          <ac:spMkLst>
            <pc:docMk/>
            <pc:sldMk cId="3543369820" sldId="276"/>
            <ac:spMk id="7" creationId="{2CC18AC6-D0AB-9E6B-91AC-AEB87BD7068A}"/>
          </ac:spMkLst>
        </pc:spChg>
      </pc:sldChg>
      <pc:sldChg chg="addSp delSp modSp add mod">
        <pc:chgData name="Ashok Gopalakrishnan" userId="d8b748a0ad7c7b3a" providerId="LiveId" clId="{59FD0868-84F1-432F-883D-B36E85A19EB2}" dt="2026-06-20T07:02:29.591" v="1031" actId="12"/>
        <pc:sldMkLst>
          <pc:docMk/>
          <pc:sldMk cId="1534562616" sldId="277"/>
        </pc:sldMkLst>
        <pc:spChg chg="del">
          <ac:chgData name="Ashok Gopalakrishnan" userId="d8b748a0ad7c7b3a" providerId="LiveId" clId="{59FD0868-84F1-432F-883D-B36E85A19EB2}" dt="2026-06-20T06:59:44.014" v="1007" actId="478"/>
          <ac:spMkLst>
            <pc:docMk/>
            <pc:sldMk cId="1534562616" sldId="277"/>
            <ac:spMk id="3" creationId="{B491A2F8-1EBB-26E6-73E8-F68E72FCDD1A}"/>
          </ac:spMkLst>
        </pc:spChg>
        <pc:spChg chg="add mod">
          <ac:chgData name="Ashok Gopalakrishnan" userId="d8b748a0ad7c7b3a" providerId="LiveId" clId="{59FD0868-84F1-432F-883D-B36E85A19EB2}" dt="2026-06-20T07:01:39.587" v="1017" actId="1076"/>
          <ac:spMkLst>
            <pc:docMk/>
            <pc:sldMk cId="1534562616" sldId="277"/>
            <ac:spMk id="5" creationId="{825F926E-41AB-34B0-40E0-58C58F3EFE67}"/>
          </ac:spMkLst>
        </pc:spChg>
        <pc:spChg chg="add mod">
          <ac:chgData name="Ashok Gopalakrishnan" userId="d8b748a0ad7c7b3a" providerId="LiveId" clId="{59FD0868-84F1-432F-883D-B36E85A19EB2}" dt="2026-06-20T07:02:29.591" v="1031" actId="12"/>
          <ac:spMkLst>
            <pc:docMk/>
            <pc:sldMk cId="1534562616" sldId="277"/>
            <ac:spMk id="8" creationId="{81F879A3-84F4-F87E-C5EB-E2622131E9F1}"/>
          </ac:spMkLst>
        </pc:spChg>
        <pc:graphicFrameChg chg="add mod modGraphic">
          <ac:chgData name="Ashok Gopalakrishnan" userId="d8b748a0ad7c7b3a" providerId="LiveId" clId="{59FD0868-84F1-432F-883D-B36E85A19EB2}" dt="2026-06-20T07:01:43.319" v="1018" actId="1076"/>
          <ac:graphicFrameMkLst>
            <pc:docMk/>
            <pc:sldMk cId="1534562616" sldId="277"/>
            <ac:graphicFrameMk id="6" creationId="{CB4A4B71-1714-17DA-FF3B-ECEC22C7A310}"/>
          </ac:graphicFrameMkLst>
        </pc:graphicFrameChg>
      </pc:sldChg>
      <pc:sldChg chg="addSp delSp modSp add mod">
        <pc:chgData name="Ashok Gopalakrishnan" userId="d8b748a0ad7c7b3a" providerId="LiveId" clId="{59FD0868-84F1-432F-883D-B36E85A19EB2}" dt="2026-06-20T07:08:51.197" v="1062" actId="1076"/>
        <pc:sldMkLst>
          <pc:docMk/>
          <pc:sldMk cId="1591766013" sldId="278"/>
        </pc:sldMkLst>
        <pc:spChg chg="add mod">
          <ac:chgData name="Ashok Gopalakrishnan" userId="d8b748a0ad7c7b3a" providerId="LiveId" clId="{59FD0868-84F1-432F-883D-B36E85A19EB2}" dt="2026-06-20T07:08:47.292" v="1061" actId="1076"/>
          <ac:spMkLst>
            <pc:docMk/>
            <pc:sldMk cId="1591766013" sldId="278"/>
            <ac:spMk id="3" creationId="{E25292D9-D9CF-F3CF-D3D7-8C80FF706498}"/>
          </ac:spMkLst>
        </pc:spChg>
        <pc:spChg chg="del">
          <ac:chgData name="Ashok Gopalakrishnan" userId="d8b748a0ad7c7b3a" providerId="LiveId" clId="{59FD0868-84F1-432F-883D-B36E85A19EB2}" dt="2026-06-20T07:08:40.876" v="1060" actId="478"/>
          <ac:spMkLst>
            <pc:docMk/>
            <pc:sldMk cId="1591766013" sldId="278"/>
            <ac:spMk id="4" creationId="{2E05F899-11B9-7A62-EDEE-4B89A20B3B28}"/>
          </ac:spMkLst>
        </pc:spChg>
        <pc:spChg chg="del">
          <ac:chgData name="Ashok Gopalakrishnan" userId="d8b748a0ad7c7b3a" providerId="LiveId" clId="{59FD0868-84F1-432F-883D-B36E85A19EB2}" dt="2026-06-20T07:03:21.317" v="1035" actId="478"/>
          <ac:spMkLst>
            <pc:docMk/>
            <pc:sldMk cId="1591766013" sldId="278"/>
            <ac:spMk id="5" creationId="{AC21B2D3-D3BA-D7C1-B55E-007ED896EC97}"/>
          </ac:spMkLst>
        </pc:spChg>
        <pc:spChg chg="del">
          <ac:chgData name="Ashok Gopalakrishnan" userId="d8b748a0ad7c7b3a" providerId="LiveId" clId="{59FD0868-84F1-432F-883D-B36E85A19EB2}" dt="2026-06-20T07:03:15.880" v="1033" actId="478"/>
          <ac:spMkLst>
            <pc:docMk/>
            <pc:sldMk cId="1591766013" sldId="278"/>
            <ac:spMk id="8" creationId="{D800B40B-3BE3-F061-C700-5D18F1CB0EFA}"/>
          </ac:spMkLst>
        </pc:spChg>
        <pc:spChg chg="add mod">
          <ac:chgData name="Ashok Gopalakrishnan" userId="d8b748a0ad7c7b3a" providerId="LiveId" clId="{59FD0868-84F1-432F-883D-B36E85A19EB2}" dt="2026-06-20T07:08:51.197" v="1062" actId="1076"/>
          <ac:spMkLst>
            <pc:docMk/>
            <pc:sldMk cId="1591766013" sldId="278"/>
            <ac:spMk id="9" creationId="{8D882D5E-69EC-4560-12F7-ED4AAB22F9D0}"/>
          </ac:spMkLst>
        </pc:spChg>
        <pc:graphicFrameChg chg="del">
          <ac:chgData name="Ashok Gopalakrishnan" userId="d8b748a0ad7c7b3a" providerId="LiveId" clId="{59FD0868-84F1-432F-883D-B36E85A19EB2}" dt="2026-06-20T07:03:18.974" v="1034" actId="478"/>
          <ac:graphicFrameMkLst>
            <pc:docMk/>
            <pc:sldMk cId="1591766013" sldId="278"/>
            <ac:graphicFrameMk id="6" creationId="{BBBD8D39-FCB9-8F32-CB10-14E49CF0B237}"/>
          </ac:graphicFrameMkLst>
        </pc:graphicFrameChg>
      </pc:sldChg>
      <pc:sldChg chg="addSp delSp modSp add mod">
        <pc:chgData name="Ashok Gopalakrishnan" userId="d8b748a0ad7c7b3a" providerId="LiveId" clId="{59FD0868-84F1-432F-883D-B36E85A19EB2}" dt="2026-06-20T07:27:54.744" v="1340" actId="207"/>
        <pc:sldMkLst>
          <pc:docMk/>
          <pc:sldMk cId="2338533941" sldId="279"/>
        </pc:sldMkLst>
        <pc:spChg chg="del">
          <ac:chgData name="Ashok Gopalakrishnan" userId="d8b748a0ad7c7b3a" providerId="LiveId" clId="{59FD0868-84F1-432F-883D-B36E85A19EB2}" dt="2026-06-20T07:09:17.604" v="1064" actId="478"/>
          <ac:spMkLst>
            <pc:docMk/>
            <pc:sldMk cId="2338533941" sldId="279"/>
            <ac:spMk id="3" creationId="{4C2982A0-B14E-F24D-5E5D-5A22F54584E1}"/>
          </ac:spMkLst>
        </pc:spChg>
        <pc:spChg chg="add mod">
          <ac:chgData name="Ashok Gopalakrishnan" userId="d8b748a0ad7c7b3a" providerId="LiveId" clId="{59FD0868-84F1-432F-883D-B36E85A19EB2}" dt="2026-06-20T07:27:54.744" v="1340" actId="207"/>
          <ac:spMkLst>
            <pc:docMk/>
            <pc:sldMk cId="2338533941" sldId="279"/>
            <ac:spMk id="4" creationId="{F6F6EC85-5D60-2CA2-366C-78500D6C83F5}"/>
          </ac:spMkLst>
        </pc:spChg>
        <pc:spChg chg="del">
          <ac:chgData name="Ashok Gopalakrishnan" userId="d8b748a0ad7c7b3a" providerId="LiveId" clId="{59FD0868-84F1-432F-883D-B36E85A19EB2}" dt="2026-06-20T07:09:19.918" v="1065" actId="478"/>
          <ac:spMkLst>
            <pc:docMk/>
            <pc:sldMk cId="2338533941" sldId="279"/>
            <ac:spMk id="9" creationId="{CE5C5FE5-851D-023F-7CB2-3CE5FEA1E945}"/>
          </ac:spMkLst>
        </pc:spChg>
      </pc:sldChg>
      <pc:sldChg chg="addSp delSp modSp add mod">
        <pc:chgData name="Ashok Gopalakrishnan" userId="d8b748a0ad7c7b3a" providerId="LiveId" clId="{59FD0868-84F1-432F-883D-B36E85A19EB2}" dt="2026-06-20T07:31:09.501" v="1363" actId="1076"/>
        <pc:sldMkLst>
          <pc:docMk/>
          <pc:sldMk cId="3544466374" sldId="280"/>
        </pc:sldMkLst>
        <pc:spChg chg="add mod">
          <ac:chgData name="Ashok Gopalakrishnan" userId="d8b748a0ad7c7b3a" providerId="LiveId" clId="{59FD0868-84F1-432F-883D-B36E85A19EB2}" dt="2026-06-20T07:29:21.238" v="1349" actId="1076"/>
          <ac:spMkLst>
            <pc:docMk/>
            <pc:sldMk cId="3544466374" sldId="280"/>
            <ac:spMk id="3" creationId="{CB2E787B-7C05-61C1-CC16-165644DB22E7}"/>
          </ac:spMkLst>
        </pc:spChg>
        <pc:spChg chg="del">
          <ac:chgData name="Ashok Gopalakrishnan" userId="d8b748a0ad7c7b3a" providerId="LiveId" clId="{59FD0868-84F1-432F-883D-B36E85A19EB2}" dt="2026-06-20T07:28:14.349" v="1342" actId="478"/>
          <ac:spMkLst>
            <pc:docMk/>
            <pc:sldMk cId="3544466374" sldId="280"/>
            <ac:spMk id="4" creationId="{396F3C3B-8996-FCCA-2843-246AF1B09658}"/>
          </ac:spMkLst>
        </pc:spChg>
        <pc:spChg chg="add mod">
          <ac:chgData name="Ashok Gopalakrishnan" userId="d8b748a0ad7c7b3a" providerId="LiveId" clId="{59FD0868-84F1-432F-883D-B36E85A19EB2}" dt="2026-06-20T07:31:09.501" v="1363" actId="1076"/>
          <ac:spMkLst>
            <pc:docMk/>
            <pc:sldMk cId="3544466374" sldId="280"/>
            <ac:spMk id="6" creationId="{484486EE-FC27-BC43-310D-25D648756E5F}"/>
          </ac:spMkLst>
        </pc:spChg>
      </pc:sldChg>
      <pc:sldChg chg="addSp delSp modSp add mod">
        <pc:chgData name="Ashok Gopalakrishnan" userId="d8b748a0ad7c7b3a" providerId="LiveId" clId="{59FD0868-84F1-432F-883D-B36E85A19EB2}" dt="2026-06-20T07:32:45.285" v="1377" actId="1076"/>
        <pc:sldMkLst>
          <pc:docMk/>
          <pc:sldMk cId="1978060332" sldId="281"/>
        </pc:sldMkLst>
        <pc:spChg chg="add del">
          <ac:chgData name="Ashok Gopalakrishnan" userId="d8b748a0ad7c7b3a" providerId="LiveId" clId="{59FD0868-84F1-432F-883D-B36E85A19EB2}" dt="2026-06-20T07:31:32.873" v="1367" actId="478"/>
          <ac:spMkLst>
            <pc:docMk/>
            <pc:sldMk cId="1978060332" sldId="281"/>
            <ac:spMk id="4" creationId="{2883B1FB-475E-FB1B-C27D-379B4438A6DE}"/>
          </ac:spMkLst>
        </pc:spChg>
        <pc:spChg chg="del">
          <ac:chgData name="Ashok Gopalakrishnan" userId="d8b748a0ad7c7b3a" providerId="LiveId" clId="{59FD0868-84F1-432F-883D-B36E85A19EB2}" dt="2026-06-20T07:31:23.012" v="1365" actId="478"/>
          <ac:spMkLst>
            <pc:docMk/>
            <pc:sldMk cId="1978060332" sldId="281"/>
            <ac:spMk id="6" creationId="{63410DED-05BA-4678-C8D7-F402E51B0BA0}"/>
          </ac:spMkLst>
        </pc:spChg>
        <pc:spChg chg="add mod">
          <ac:chgData name="Ashok Gopalakrishnan" userId="d8b748a0ad7c7b3a" providerId="LiveId" clId="{59FD0868-84F1-432F-883D-B36E85A19EB2}" dt="2026-06-20T07:32:45.285" v="1377" actId="1076"/>
          <ac:spMkLst>
            <pc:docMk/>
            <pc:sldMk cId="1978060332" sldId="281"/>
            <ac:spMk id="7" creationId="{FA88FA6B-08F3-8157-A547-21549A469AB0}"/>
          </ac:spMkLst>
        </pc:spChg>
      </pc:sldChg>
      <pc:sldChg chg="addSp delSp modSp add mod">
        <pc:chgData name="Ashok Gopalakrishnan" userId="d8b748a0ad7c7b3a" providerId="LiveId" clId="{59FD0868-84F1-432F-883D-B36E85A19EB2}" dt="2026-06-20T07:34:19.694" v="1390" actId="123"/>
        <pc:sldMkLst>
          <pc:docMk/>
          <pc:sldMk cId="2895187405" sldId="282"/>
        </pc:sldMkLst>
        <pc:spChg chg="add mod">
          <ac:chgData name="Ashok Gopalakrishnan" userId="d8b748a0ad7c7b3a" providerId="LiveId" clId="{59FD0868-84F1-432F-883D-B36E85A19EB2}" dt="2026-06-20T07:34:19.694" v="1390" actId="123"/>
          <ac:spMkLst>
            <pc:docMk/>
            <pc:sldMk cId="2895187405" sldId="282"/>
            <ac:spMk id="4" creationId="{353619B0-72DF-5452-98DF-93A3CB2B67E4}"/>
          </ac:spMkLst>
        </pc:spChg>
        <pc:spChg chg="del">
          <ac:chgData name="Ashok Gopalakrishnan" userId="d8b748a0ad7c7b3a" providerId="LiveId" clId="{59FD0868-84F1-432F-883D-B36E85A19EB2}" dt="2026-06-20T07:33:02.902" v="1379" actId="478"/>
          <ac:spMkLst>
            <pc:docMk/>
            <pc:sldMk cId="2895187405" sldId="282"/>
            <ac:spMk id="7" creationId="{532C6DFA-415A-6623-1952-B1264241F17A}"/>
          </ac:spMkLst>
        </pc:spChg>
      </pc:sldChg>
      <pc:sldChg chg="addSp delSp modSp add mod">
        <pc:chgData name="Ashok Gopalakrishnan" userId="d8b748a0ad7c7b3a" providerId="LiveId" clId="{59FD0868-84F1-432F-883D-B36E85A19EB2}" dt="2026-06-20T07:36:47.270" v="1408" actId="3626"/>
        <pc:sldMkLst>
          <pc:docMk/>
          <pc:sldMk cId="3560663360" sldId="283"/>
        </pc:sldMkLst>
        <pc:spChg chg="mod">
          <ac:chgData name="Ashok Gopalakrishnan" userId="d8b748a0ad7c7b3a" providerId="LiveId" clId="{59FD0868-84F1-432F-883D-B36E85A19EB2}" dt="2026-06-20T07:36:22.167" v="1403" actId="1076"/>
          <ac:spMkLst>
            <pc:docMk/>
            <pc:sldMk cId="3560663360" sldId="283"/>
            <ac:spMk id="3" creationId="{D82066F2-389B-E7CC-37F1-327E05CCBAD3}"/>
          </ac:spMkLst>
        </pc:spChg>
        <pc:spChg chg="del">
          <ac:chgData name="Ashok Gopalakrishnan" userId="d8b748a0ad7c7b3a" providerId="LiveId" clId="{59FD0868-84F1-432F-883D-B36E85A19EB2}" dt="2026-06-20T07:34:35.233" v="1392" actId="478"/>
          <ac:spMkLst>
            <pc:docMk/>
            <pc:sldMk cId="3560663360" sldId="283"/>
            <ac:spMk id="4" creationId="{BBDCFE75-FAB1-0681-116A-E4D90AC67A73}"/>
          </ac:spMkLst>
        </pc:spChg>
        <pc:spChg chg="add mod">
          <ac:chgData name="Ashok Gopalakrishnan" userId="d8b748a0ad7c7b3a" providerId="LiveId" clId="{59FD0868-84F1-432F-883D-B36E85A19EB2}" dt="2026-06-20T07:36:47.270" v="1408" actId="3626"/>
          <ac:spMkLst>
            <pc:docMk/>
            <pc:sldMk cId="3560663360" sldId="283"/>
            <ac:spMk id="5" creationId="{ED30D399-705C-DB9D-42C4-71CB277D5F15}"/>
          </ac:spMkLst>
        </pc:spChg>
      </pc:sldChg>
      <pc:sldChg chg="addSp delSp modSp add mod">
        <pc:chgData name="Ashok Gopalakrishnan" userId="d8b748a0ad7c7b3a" providerId="LiveId" clId="{59FD0868-84F1-432F-883D-B36E85A19EB2}" dt="2026-06-20T07:40:39.634" v="1438" actId="20577"/>
        <pc:sldMkLst>
          <pc:docMk/>
          <pc:sldMk cId="780390279" sldId="284"/>
        </pc:sldMkLst>
        <pc:spChg chg="del">
          <ac:chgData name="Ashok Gopalakrishnan" userId="d8b748a0ad7c7b3a" providerId="LiveId" clId="{59FD0868-84F1-432F-883D-B36E85A19EB2}" dt="2026-06-20T07:37:34.192" v="1411" actId="478"/>
          <ac:spMkLst>
            <pc:docMk/>
            <pc:sldMk cId="780390279" sldId="284"/>
            <ac:spMk id="3" creationId="{50AD8ACD-2E8F-9478-1BF2-DE51375E3388}"/>
          </ac:spMkLst>
        </pc:spChg>
        <pc:spChg chg="add mod">
          <ac:chgData name="Ashok Gopalakrishnan" userId="d8b748a0ad7c7b3a" providerId="LiveId" clId="{59FD0868-84F1-432F-883D-B36E85A19EB2}" dt="2026-06-20T07:40:39.634" v="1438" actId="20577"/>
          <ac:spMkLst>
            <pc:docMk/>
            <pc:sldMk cId="780390279" sldId="284"/>
            <ac:spMk id="4" creationId="{1DFFE298-7E72-03F4-C874-5D87A8EBDCEC}"/>
          </ac:spMkLst>
        </pc:spChg>
        <pc:spChg chg="del">
          <ac:chgData name="Ashok Gopalakrishnan" userId="d8b748a0ad7c7b3a" providerId="LiveId" clId="{59FD0868-84F1-432F-883D-B36E85A19EB2}" dt="2026-06-20T07:37:31.367" v="1410" actId="478"/>
          <ac:spMkLst>
            <pc:docMk/>
            <pc:sldMk cId="780390279" sldId="284"/>
            <ac:spMk id="5" creationId="{156A09C1-ECB7-5C0F-857A-EEB7CE4C3A32}"/>
          </ac:spMkLst>
        </pc:spChg>
      </pc:sldChg>
      <pc:sldChg chg="addSp delSp modSp add mod">
        <pc:chgData name="Ashok Gopalakrishnan" userId="d8b748a0ad7c7b3a" providerId="LiveId" clId="{59FD0868-84F1-432F-883D-B36E85A19EB2}" dt="2026-06-20T07:52:25.877" v="1511" actId="207"/>
        <pc:sldMkLst>
          <pc:docMk/>
          <pc:sldMk cId="443931935" sldId="285"/>
        </pc:sldMkLst>
        <pc:spChg chg="del">
          <ac:chgData name="Ashok Gopalakrishnan" userId="d8b748a0ad7c7b3a" providerId="LiveId" clId="{59FD0868-84F1-432F-883D-B36E85A19EB2}" dt="2026-06-20T07:42:46.109" v="1440" actId="478"/>
          <ac:spMkLst>
            <pc:docMk/>
            <pc:sldMk cId="443931935" sldId="285"/>
            <ac:spMk id="4" creationId="{10C8A4D2-801E-31E8-A964-8E984AF4D3BD}"/>
          </ac:spMkLst>
        </pc:spChg>
        <pc:spChg chg="add mod">
          <ac:chgData name="Ashok Gopalakrishnan" userId="d8b748a0ad7c7b3a" providerId="LiveId" clId="{59FD0868-84F1-432F-883D-B36E85A19EB2}" dt="2026-06-20T07:51:57.319" v="1504" actId="1076"/>
          <ac:spMkLst>
            <pc:docMk/>
            <pc:sldMk cId="443931935" sldId="285"/>
            <ac:spMk id="6" creationId="{F79CF4B5-8F74-6168-A2C5-2BCEC16782EA}"/>
          </ac:spMkLst>
        </pc:spChg>
        <pc:spChg chg="add mod">
          <ac:chgData name="Ashok Gopalakrishnan" userId="d8b748a0ad7c7b3a" providerId="LiveId" clId="{59FD0868-84F1-432F-883D-B36E85A19EB2}" dt="2026-06-20T07:52:25.877" v="1511" actId="207"/>
          <ac:spMkLst>
            <pc:docMk/>
            <pc:sldMk cId="443931935" sldId="285"/>
            <ac:spMk id="8" creationId="{EFBC8A77-16B0-8A66-577F-B4D2DE6A0E03}"/>
          </ac:spMkLst>
        </pc:spChg>
        <pc:picChg chg="add mod">
          <ac:chgData name="Ashok Gopalakrishnan" userId="d8b748a0ad7c7b3a" providerId="LiveId" clId="{59FD0868-84F1-432F-883D-B36E85A19EB2}" dt="2026-06-20T07:43:16.522" v="1443" actId="1076"/>
          <ac:picMkLst>
            <pc:docMk/>
            <pc:sldMk cId="443931935" sldId="285"/>
            <ac:picMk id="3" creationId="{9C0BD4DF-61AD-C700-8D0B-41AA24ADD409}"/>
          </ac:picMkLst>
        </pc:picChg>
      </pc:sldChg>
      <pc:sldChg chg="addSp delSp modSp add mod">
        <pc:chgData name="Ashok Gopalakrishnan" userId="d8b748a0ad7c7b3a" providerId="LiveId" clId="{59FD0868-84F1-432F-883D-B36E85A19EB2}" dt="2026-06-20T07:51:02.929" v="1501" actId="20577"/>
        <pc:sldMkLst>
          <pc:docMk/>
          <pc:sldMk cId="3096923786" sldId="286"/>
        </pc:sldMkLst>
        <pc:spChg chg="add mod">
          <ac:chgData name="Ashok Gopalakrishnan" userId="d8b748a0ad7c7b3a" providerId="LiveId" clId="{59FD0868-84F1-432F-883D-B36E85A19EB2}" dt="2026-06-20T07:51:02.929" v="1501" actId="20577"/>
          <ac:spMkLst>
            <pc:docMk/>
            <pc:sldMk cId="3096923786" sldId="286"/>
            <ac:spMk id="4" creationId="{30987405-AA09-AE20-F0CF-D16EB86A5F92}"/>
          </ac:spMkLst>
        </pc:spChg>
        <pc:spChg chg="del">
          <ac:chgData name="Ashok Gopalakrishnan" userId="d8b748a0ad7c7b3a" providerId="LiveId" clId="{59FD0868-84F1-432F-883D-B36E85A19EB2}" dt="2026-06-20T07:44:20.149" v="1452" actId="478"/>
          <ac:spMkLst>
            <pc:docMk/>
            <pc:sldMk cId="3096923786" sldId="286"/>
            <ac:spMk id="6" creationId="{1DFB642F-7615-D7D0-565B-A3654ECAD120}"/>
          </ac:spMkLst>
        </pc:spChg>
        <pc:picChg chg="del">
          <ac:chgData name="Ashok Gopalakrishnan" userId="d8b748a0ad7c7b3a" providerId="LiveId" clId="{59FD0868-84F1-432F-883D-B36E85A19EB2}" dt="2026-06-20T07:44:17.621" v="1451" actId="478"/>
          <ac:picMkLst>
            <pc:docMk/>
            <pc:sldMk cId="3096923786" sldId="286"/>
            <ac:picMk id="3" creationId="{2F9179DD-2F61-6C48-28C4-A701D4D9D853}"/>
          </ac:picMkLst>
        </pc:picChg>
      </pc:sldChg>
      <pc:sldChg chg="addSp delSp modSp add mod">
        <pc:chgData name="Ashok Gopalakrishnan" userId="d8b748a0ad7c7b3a" providerId="LiveId" clId="{59FD0868-84F1-432F-883D-B36E85A19EB2}" dt="2026-06-20T07:54:51.190" v="1514" actId="14100"/>
        <pc:sldMkLst>
          <pc:docMk/>
          <pc:sldMk cId="1596318775" sldId="287"/>
        </pc:sldMkLst>
        <pc:spChg chg="del">
          <ac:chgData name="Ashok Gopalakrishnan" userId="d8b748a0ad7c7b3a" providerId="LiveId" clId="{59FD0868-84F1-432F-883D-B36E85A19EB2}" dt="2026-06-20T07:51:26.628" v="1503" actId="478"/>
          <ac:spMkLst>
            <pc:docMk/>
            <pc:sldMk cId="1596318775" sldId="287"/>
            <ac:spMk id="4" creationId="{053FB4BE-B112-6C6D-E064-9C1C575CEF31}"/>
          </ac:spMkLst>
        </pc:spChg>
        <pc:picChg chg="add mod">
          <ac:chgData name="Ashok Gopalakrishnan" userId="d8b748a0ad7c7b3a" providerId="LiveId" clId="{59FD0868-84F1-432F-883D-B36E85A19EB2}" dt="2026-06-20T07:54:51.190" v="1514" actId="14100"/>
          <ac:picMkLst>
            <pc:docMk/>
            <pc:sldMk cId="1596318775" sldId="287"/>
            <ac:picMk id="3" creationId="{184D7114-B720-A51F-E6FC-ADF70D0895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5126A0-8B12-48DB-BCFB-E542F0DF315B}" type="datetimeFigureOut">
              <a:rPr lang="en-US" smtClean="0"/>
              <a:t>6/20/2026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0EC391-C2CA-4021-A86D-7B5654C531FA}" type="slidenum">
              <a:rPr lang="en-US" smtClean="0"/>
              <a:t>‹#›</a:t>
            </a:fld>
            <a:endParaRPr lang="en-US"/>
          </a:p>
        </p:txBody>
      </p:sp>
    </p:spTree>
    <p:extLst>
      <p:ext uri="{BB962C8B-B14F-4D97-AF65-F5344CB8AC3E}">
        <p14:creationId xmlns:p14="http://schemas.microsoft.com/office/powerpoint/2010/main" val="3145296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0EC391-C2CA-4021-A86D-7B5654C531FA}" type="slidenum">
              <a:rPr lang="en-US" smtClean="0"/>
              <a:t>8</a:t>
            </a:fld>
            <a:endParaRPr lang="en-US"/>
          </a:p>
        </p:txBody>
      </p:sp>
    </p:spTree>
    <p:extLst>
      <p:ext uri="{BB962C8B-B14F-4D97-AF65-F5344CB8AC3E}">
        <p14:creationId xmlns:p14="http://schemas.microsoft.com/office/powerpoint/2010/main" val="4156042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0EC391-C2CA-4021-A86D-7B5654C531FA}" type="slidenum">
              <a:rPr lang="en-US" smtClean="0"/>
              <a:t>17</a:t>
            </a:fld>
            <a:endParaRPr lang="en-US"/>
          </a:p>
        </p:txBody>
      </p:sp>
    </p:spTree>
    <p:extLst>
      <p:ext uri="{BB962C8B-B14F-4D97-AF65-F5344CB8AC3E}">
        <p14:creationId xmlns:p14="http://schemas.microsoft.com/office/powerpoint/2010/main" val="683956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3CE3E-6CF0-412C-2DAA-5C41425B94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9376FA-924F-068F-6E92-897F56AFBC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A96CBC-946C-4BDD-350F-EEFBF876EC83}"/>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5" name="Footer Placeholder 4">
            <a:extLst>
              <a:ext uri="{FF2B5EF4-FFF2-40B4-BE49-F238E27FC236}">
                <a16:creationId xmlns:a16="http://schemas.microsoft.com/office/drawing/2014/main" id="{8E408074-32D6-5E91-68F9-7965F7CD9F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75D8EF-F56A-3EC3-07B6-3D83A6696108}"/>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791471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A7934-6ECE-A750-B849-44D1D2674B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C794FD-42D8-5DFA-1E9F-1E5A8924DE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318497-F4A3-782D-66B5-BF1A72CFCE7E}"/>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5" name="Footer Placeholder 4">
            <a:extLst>
              <a:ext uri="{FF2B5EF4-FFF2-40B4-BE49-F238E27FC236}">
                <a16:creationId xmlns:a16="http://schemas.microsoft.com/office/drawing/2014/main" id="{48BC1A78-FCEB-A275-B2EC-3EB3C6E63F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CDEB8-7D52-D4C3-281E-B4E26EFDC4A6}"/>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666114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4165-33BC-417A-DDF6-C80DC85E0F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A7EFA6-9FCC-45FA-71E7-CBAD5A5350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1EEB90-FFE3-F630-3462-9A20BB6B07D9}"/>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5" name="Footer Placeholder 4">
            <a:extLst>
              <a:ext uri="{FF2B5EF4-FFF2-40B4-BE49-F238E27FC236}">
                <a16:creationId xmlns:a16="http://schemas.microsoft.com/office/drawing/2014/main" id="{BFA7EBC4-0694-96EB-F6D8-848FEC5EBF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89B48F-0E4B-E733-4BCF-A6E3B325B99E}"/>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3622471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79719-66A2-126C-02A3-93F2B3EFBD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E98101-781C-8A3E-BBC1-4A45A3B801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607CD4-5A82-8FC9-66F1-6DB8382A48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33FC18-3968-4E43-0733-A0BA33A3EE79}"/>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6" name="Footer Placeholder 5">
            <a:extLst>
              <a:ext uri="{FF2B5EF4-FFF2-40B4-BE49-F238E27FC236}">
                <a16:creationId xmlns:a16="http://schemas.microsoft.com/office/drawing/2014/main" id="{9B44206C-9C60-D749-C99E-E42ADB43A7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A11555-EBA6-389A-59E1-61B87F874308}"/>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2766555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EB3E8-73BA-A4D8-F115-897728AB28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CB7E41-7EE4-80A7-4448-0933E1B1C8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206FAA-AD93-0660-4914-8B73F0E7DB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78EED9-E6A4-B4B9-0C1D-5FD72B8FC0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C48B6E-65EA-A79D-E3ED-3CFB1EA576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8F261-21F1-68E8-37FA-CBCCB815376A}"/>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8" name="Footer Placeholder 7">
            <a:extLst>
              <a:ext uri="{FF2B5EF4-FFF2-40B4-BE49-F238E27FC236}">
                <a16:creationId xmlns:a16="http://schemas.microsoft.com/office/drawing/2014/main" id="{BB87B53E-69BA-2372-2F66-3B6C4AE9E9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235398-23EA-48DB-A7BE-E29AD76E5738}"/>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2669575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B78BF-0C07-B012-BA41-094B5250F5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8DEEDE-668A-377F-446F-AD1A611BF9F5}"/>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4" name="Footer Placeholder 3">
            <a:extLst>
              <a:ext uri="{FF2B5EF4-FFF2-40B4-BE49-F238E27FC236}">
                <a16:creationId xmlns:a16="http://schemas.microsoft.com/office/drawing/2014/main" id="{96B8D0EE-100C-6387-A9E8-6C3CB4B3FA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229FCC-0D71-914A-62AE-7431F15AC1D1}"/>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3835268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642554-453A-0EFE-EA5E-8DCD634BC7B6}"/>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3" name="Footer Placeholder 2">
            <a:extLst>
              <a:ext uri="{FF2B5EF4-FFF2-40B4-BE49-F238E27FC236}">
                <a16:creationId xmlns:a16="http://schemas.microsoft.com/office/drawing/2014/main" id="{39B4D526-F108-D7BD-52F5-DED53AEFB2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BA02F0-ACD4-56E7-97BA-7E1ABBFA337F}"/>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1788883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176E2-C6E4-2BC5-E0AB-8A437D6ED5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958356-2C7A-614E-A9DF-BBD45C13F9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EDE15B-2315-6664-3419-D2EFAE6308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6D9E2E-ED71-DFBF-67E2-66C98894505C}"/>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6" name="Footer Placeholder 5">
            <a:extLst>
              <a:ext uri="{FF2B5EF4-FFF2-40B4-BE49-F238E27FC236}">
                <a16:creationId xmlns:a16="http://schemas.microsoft.com/office/drawing/2014/main" id="{38F9AB4C-D11F-A63F-95C8-8FF1DB8B4C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9BB839-D980-5DB1-B9D6-184C9C76BC87}"/>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549759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96322-18CD-A5ED-52F7-9FF8068285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907155-5010-6F6D-84A8-259136048C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2EC04F-8643-0759-1F73-9728239A6B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1AE193-B9D8-3292-4968-6758178118AB}"/>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6" name="Footer Placeholder 5">
            <a:extLst>
              <a:ext uri="{FF2B5EF4-FFF2-40B4-BE49-F238E27FC236}">
                <a16:creationId xmlns:a16="http://schemas.microsoft.com/office/drawing/2014/main" id="{C388CF8D-0DEB-D4BE-2BEF-0F64590262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16952B-B4EF-65F3-4F2C-8601DF83EAF3}"/>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353541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6FD7E-BA30-2126-2C61-FF41F56F52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06A570-68B1-F3ED-BB03-12A50D6365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904A58-F538-9F3C-160A-45694EC8416F}"/>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5" name="Footer Placeholder 4">
            <a:extLst>
              <a:ext uri="{FF2B5EF4-FFF2-40B4-BE49-F238E27FC236}">
                <a16:creationId xmlns:a16="http://schemas.microsoft.com/office/drawing/2014/main" id="{91912DFF-C710-AD01-77C0-863F56485B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02AF5F-E1B9-6B78-46AC-7F8696B06847}"/>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281486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6444EE-7E8E-F98F-D603-89FB74E9E8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CBA634-6F2A-BCEC-3CF9-3F18CC9EE6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0044A4-B27C-0821-7ED8-7F919652C364}"/>
              </a:ext>
            </a:extLst>
          </p:cNvPr>
          <p:cNvSpPr>
            <a:spLocks noGrp="1"/>
          </p:cNvSpPr>
          <p:nvPr>
            <p:ph type="dt" sz="half" idx="10"/>
          </p:nvPr>
        </p:nvSpPr>
        <p:spPr/>
        <p:txBody>
          <a:bodyPr/>
          <a:lstStyle/>
          <a:p>
            <a:fld id="{B168FFB7-DAE9-46DB-9530-20447BEE0458}" type="datetimeFigureOut">
              <a:rPr lang="en-US" smtClean="0"/>
              <a:t>6/20/2026</a:t>
            </a:fld>
            <a:endParaRPr lang="en-US"/>
          </a:p>
        </p:txBody>
      </p:sp>
      <p:sp>
        <p:nvSpPr>
          <p:cNvPr id="5" name="Footer Placeholder 4">
            <a:extLst>
              <a:ext uri="{FF2B5EF4-FFF2-40B4-BE49-F238E27FC236}">
                <a16:creationId xmlns:a16="http://schemas.microsoft.com/office/drawing/2014/main" id="{518A4560-EB02-FF6D-5102-2C548667B5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FDDAB5-6D77-6B3C-CC51-3AB2E64204B4}"/>
              </a:ext>
            </a:extLst>
          </p:cNvPr>
          <p:cNvSpPr>
            <a:spLocks noGrp="1"/>
          </p:cNvSpPr>
          <p:nvPr>
            <p:ph type="sldNum" sz="quarter" idx="12"/>
          </p:nvPr>
        </p:nvSpPr>
        <p:spPr/>
        <p:txBody>
          <a:bodyPr/>
          <a:lstStyle/>
          <a:p>
            <a:fld id="{E5710011-258E-4216-8F5B-D5CB0F884B14}" type="slidenum">
              <a:rPr lang="en-US" smtClean="0"/>
              <a:t>‹#›</a:t>
            </a:fld>
            <a:endParaRPr lang="en-US"/>
          </a:p>
        </p:txBody>
      </p:sp>
    </p:spTree>
    <p:extLst>
      <p:ext uri="{BB962C8B-B14F-4D97-AF65-F5344CB8AC3E}">
        <p14:creationId xmlns:p14="http://schemas.microsoft.com/office/powerpoint/2010/main" val="405198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F199C7-0015-8E60-22CB-F2A88EB472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CE3D79-649D-06A2-EE7B-6C0300AAC8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7A7ADC-ABEF-C262-BB85-4EF8A4CFC6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68FFB7-DAE9-46DB-9530-20447BEE0458}" type="datetimeFigureOut">
              <a:rPr lang="en-US" smtClean="0"/>
              <a:t>6/20/2026</a:t>
            </a:fld>
            <a:endParaRPr lang="en-US"/>
          </a:p>
        </p:txBody>
      </p:sp>
      <p:sp>
        <p:nvSpPr>
          <p:cNvPr id="5" name="Footer Placeholder 4">
            <a:extLst>
              <a:ext uri="{FF2B5EF4-FFF2-40B4-BE49-F238E27FC236}">
                <a16:creationId xmlns:a16="http://schemas.microsoft.com/office/drawing/2014/main" id="{4118D388-A967-5587-2DD5-91B08127F3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8CAC53A-14C1-55B3-D6A2-ADDA031F6B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710011-258E-4216-8F5B-D5CB0F884B14}" type="slidenum">
              <a:rPr lang="en-US" smtClean="0"/>
              <a:t>‹#›</a:t>
            </a:fld>
            <a:endParaRPr lang="en-US"/>
          </a:p>
        </p:txBody>
      </p:sp>
    </p:spTree>
    <p:extLst>
      <p:ext uri="{BB962C8B-B14F-4D97-AF65-F5344CB8AC3E}">
        <p14:creationId xmlns:p14="http://schemas.microsoft.com/office/powerpoint/2010/main" val="157005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www.geeksforgeeks.org/machine-learning/clustering-in-machine-learning/" TargetMode="External"/><Relationship Id="rId2" Type="http://schemas.openxmlformats.org/officeDocument/2006/relationships/hyperlink" Target="https://www.geeksforgeeks.org/data-analysis/what-is-data-analysis/" TargetMode="External"/><Relationship Id="rId1" Type="http://schemas.openxmlformats.org/officeDocument/2006/relationships/slideLayout" Target="../slideLayouts/slideLayout1.xml"/><Relationship Id="rId4" Type="http://schemas.openxmlformats.org/officeDocument/2006/relationships/hyperlink" Target="https://www.geeksforgeeks.org/machine-learning/association-rul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FEB40-FA91-FCE8-7BB6-349931B45927}"/>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pic>
        <p:nvPicPr>
          <p:cNvPr id="5" name="Picture 4">
            <a:extLst>
              <a:ext uri="{FF2B5EF4-FFF2-40B4-BE49-F238E27FC236}">
                <a16:creationId xmlns:a16="http://schemas.microsoft.com/office/drawing/2014/main" id="{CA80DE39-E34B-C846-8F1D-B514844431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19393"/>
            <a:ext cx="8416413" cy="5738608"/>
          </a:xfrm>
          <a:prstGeom prst="rect">
            <a:avLst/>
          </a:prstGeom>
        </p:spPr>
      </p:pic>
      <p:sp>
        <p:nvSpPr>
          <p:cNvPr id="6" name="TextBox 5">
            <a:extLst>
              <a:ext uri="{FF2B5EF4-FFF2-40B4-BE49-F238E27FC236}">
                <a16:creationId xmlns:a16="http://schemas.microsoft.com/office/drawing/2014/main" id="{D18953C6-27E0-D396-B5FF-7C9E79DB8AA9}"/>
              </a:ext>
            </a:extLst>
          </p:cNvPr>
          <p:cNvSpPr txBox="1"/>
          <p:nvPr/>
        </p:nvSpPr>
        <p:spPr>
          <a:xfrm>
            <a:off x="8671032" y="3067665"/>
            <a:ext cx="3377848" cy="1200329"/>
          </a:xfrm>
          <a:prstGeom prst="rect">
            <a:avLst/>
          </a:prstGeom>
          <a:noFill/>
        </p:spPr>
        <p:txBody>
          <a:bodyPr wrap="none" rtlCol="0">
            <a:spAutoFit/>
          </a:bodyPr>
          <a:lstStyle/>
          <a:p>
            <a:r>
              <a:rPr lang="en-US" dirty="0">
                <a:latin typeface="Arial Black" panose="020B0A04020102020204" pitchFamily="34" charset="0"/>
              </a:rPr>
              <a:t>Dr Ashok Gopalakrishnan</a:t>
            </a:r>
          </a:p>
          <a:p>
            <a:pPr algn="ctr"/>
            <a:r>
              <a:rPr lang="en-US" dirty="0">
                <a:latin typeface="Arial Black" panose="020B0A04020102020204" pitchFamily="34" charset="0"/>
              </a:rPr>
              <a:t>Scientist Emeritus</a:t>
            </a:r>
          </a:p>
          <a:p>
            <a:pPr algn="ctr"/>
            <a:r>
              <a:rPr lang="en-US" dirty="0">
                <a:latin typeface="Arial Black" panose="020B0A04020102020204" pitchFamily="34" charset="0"/>
              </a:rPr>
              <a:t>Retired from NASA</a:t>
            </a:r>
          </a:p>
          <a:p>
            <a:pPr algn="ctr"/>
            <a:r>
              <a:rPr lang="en-US" dirty="0">
                <a:latin typeface="Arial Black" panose="020B0A04020102020204" pitchFamily="34" charset="0"/>
              </a:rPr>
              <a:t>ICON of UIT-Coimbatore</a:t>
            </a:r>
          </a:p>
        </p:txBody>
      </p:sp>
    </p:spTree>
    <p:extLst>
      <p:ext uri="{BB962C8B-B14F-4D97-AF65-F5344CB8AC3E}">
        <p14:creationId xmlns:p14="http://schemas.microsoft.com/office/powerpoint/2010/main" val="4038187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AC8CB-9CEE-B4A1-4A53-7FD8B9274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FB03E-B035-14D5-CAD7-34C9433E7DEF}"/>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4" name="TextBox 3">
            <a:extLst>
              <a:ext uri="{FF2B5EF4-FFF2-40B4-BE49-F238E27FC236}">
                <a16:creationId xmlns:a16="http://schemas.microsoft.com/office/drawing/2014/main" id="{065D038A-0519-5326-AA4A-8C54BF21294B}"/>
              </a:ext>
            </a:extLst>
          </p:cNvPr>
          <p:cNvSpPr txBox="1"/>
          <p:nvPr/>
        </p:nvSpPr>
        <p:spPr>
          <a:xfrm>
            <a:off x="1229032" y="1176836"/>
            <a:ext cx="9950245" cy="1836400"/>
          </a:xfrm>
          <a:prstGeom prst="rect">
            <a:avLst/>
          </a:prstGeom>
          <a:noFill/>
        </p:spPr>
        <p:txBody>
          <a:bodyPr wrap="square">
            <a:spAutoFit/>
          </a:bodyPr>
          <a:lstStyle/>
          <a:p>
            <a:pPr algn="just">
              <a:lnSpc>
                <a:spcPts val="1650"/>
              </a:lnSpc>
              <a:buNone/>
            </a:pPr>
            <a:r>
              <a:rPr lang="en-US" sz="1600" b="1" i="0" dirty="0">
                <a:solidFill>
                  <a:srgbClr val="FF0000"/>
                </a:solidFill>
                <a:effectLst/>
                <a:latin typeface="Arial Black" panose="020B0A04020102020204" pitchFamily="34" charset="0"/>
              </a:rPr>
              <a:t>Supervised learning</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is a type of machine learning where a model is trained using labeled data. This means that for every input (features), there is a corresponding correct output (label). The model learns to map inputs to outputs by minimizing the error between its predictions and the actual labels. Once trained, the model can make predictions on new, unseen data.</a:t>
            </a:r>
          </a:p>
          <a:p>
            <a:pPr algn="just">
              <a:lnSpc>
                <a:spcPts val="1650"/>
              </a:lnSpc>
              <a:buNone/>
            </a:pPr>
            <a:endParaRPr lang="en-US" sz="1600" b="0" i="0" dirty="0">
              <a:solidFill>
                <a:srgbClr val="000000"/>
              </a:solidFill>
              <a:effectLst/>
              <a:latin typeface="Arial Black" panose="020B0A04020102020204" pitchFamily="34" charset="0"/>
            </a:endParaRPr>
          </a:p>
          <a:p>
            <a:pPr algn="just">
              <a:lnSpc>
                <a:spcPts val="1650"/>
              </a:lnSpc>
              <a:buNone/>
            </a:pPr>
            <a:r>
              <a:rPr lang="en-US" sz="1600" b="0" i="0" dirty="0">
                <a:solidFill>
                  <a:srgbClr val="000000"/>
                </a:solidFill>
                <a:effectLst/>
                <a:latin typeface="Arial Black" panose="020B0A04020102020204" pitchFamily="34" charset="0"/>
              </a:rPr>
              <a:t>For example, a supervised learning model trained on images of handwritten digits (with labels indicating the correct digit) can recognize new digits it has never seen before.</a:t>
            </a:r>
          </a:p>
        </p:txBody>
      </p:sp>
      <p:sp>
        <p:nvSpPr>
          <p:cNvPr id="8" name="TextBox 7">
            <a:extLst>
              <a:ext uri="{FF2B5EF4-FFF2-40B4-BE49-F238E27FC236}">
                <a16:creationId xmlns:a16="http://schemas.microsoft.com/office/drawing/2014/main" id="{3A6423C0-2DCA-E1E5-7D7F-3EA32B71E582}"/>
              </a:ext>
            </a:extLst>
          </p:cNvPr>
          <p:cNvSpPr txBox="1"/>
          <p:nvPr/>
        </p:nvSpPr>
        <p:spPr>
          <a:xfrm>
            <a:off x="1297858" y="3569058"/>
            <a:ext cx="9419303" cy="2182649"/>
          </a:xfrm>
          <a:prstGeom prst="rect">
            <a:avLst/>
          </a:prstGeom>
          <a:noFill/>
        </p:spPr>
        <p:txBody>
          <a:bodyPr wrap="square">
            <a:spAutoFit/>
          </a:bodyPr>
          <a:lstStyle/>
          <a:p>
            <a:pPr algn="ctr">
              <a:lnSpc>
                <a:spcPts val="1650"/>
              </a:lnSpc>
              <a:spcBef>
                <a:spcPts val="900"/>
              </a:spcBef>
              <a:spcAft>
                <a:spcPts val="900"/>
              </a:spcAft>
              <a:buNone/>
            </a:pPr>
            <a:r>
              <a:rPr lang="en-US" b="1" i="0" dirty="0">
                <a:solidFill>
                  <a:srgbClr val="002060"/>
                </a:solidFill>
                <a:effectLst/>
                <a:latin typeface="Arial Black" panose="020B0A04020102020204" pitchFamily="34" charset="0"/>
              </a:rPr>
              <a:t>Key Types of Supervised Learning</a:t>
            </a:r>
          </a:p>
          <a:p>
            <a:pPr algn="just">
              <a:lnSpc>
                <a:spcPts val="1650"/>
              </a:lnSpc>
              <a:spcBef>
                <a:spcPts val="900"/>
              </a:spcBef>
              <a:spcAft>
                <a:spcPts val="900"/>
              </a:spcAft>
              <a:buNone/>
            </a:pPr>
            <a:endParaRPr lang="en-US" sz="1600" b="1"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sz="1600" b="1" i="0" dirty="0">
                <a:solidFill>
                  <a:srgbClr val="FF0000"/>
                </a:solidFill>
                <a:effectLst/>
                <a:latin typeface="Arial Black" panose="020B0A04020102020204" pitchFamily="34" charset="0"/>
              </a:rPr>
              <a:t>Classification</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The goal is to predict categorical outputs (e.g., spam vs. non-spam emails, cancerous vs. non-cancerous cells). Example: Email spam detection, where the model classifies emails as "spam" or "not spam."</a:t>
            </a:r>
          </a:p>
          <a:p>
            <a:pPr marL="342900" indent="-342900" algn="just">
              <a:lnSpc>
                <a:spcPts val="1650"/>
              </a:lnSpc>
              <a:buFont typeface="+mj-lt"/>
              <a:buAutoNum type="arabicPeriod"/>
            </a:pPr>
            <a:r>
              <a:rPr lang="en-US" sz="1600" b="1" i="0" dirty="0">
                <a:solidFill>
                  <a:srgbClr val="FF0000"/>
                </a:solidFill>
                <a:effectLst/>
                <a:latin typeface="Arial Black" panose="020B0A04020102020204" pitchFamily="34" charset="0"/>
              </a:rPr>
              <a:t>Regression</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The goal is to predict continuous numerical outputs (e.g., house prices, stock prices). Example: Predicting house prices based on features like size, location, and number of rooms.</a:t>
            </a:r>
          </a:p>
        </p:txBody>
      </p:sp>
    </p:spTree>
    <p:extLst>
      <p:ext uri="{BB962C8B-B14F-4D97-AF65-F5344CB8AC3E}">
        <p14:creationId xmlns:p14="http://schemas.microsoft.com/office/powerpoint/2010/main" val="1668782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0823F-F3C3-7195-1EE7-FD98A51AB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F15A2-96E4-7A0D-838D-622BCAC2759E}"/>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5" name="TextBox 4">
            <a:extLst>
              <a:ext uri="{FF2B5EF4-FFF2-40B4-BE49-F238E27FC236}">
                <a16:creationId xmlns:a16="http://schemas.microsoft.com/office/drawing/2014/main" id="{655C4A5F-C3F2-6090-0E1C-8387C2D091A2}"/>
              </a:ext>
            </a:extLst>
          </p:cNvPr>
          <p:cNvSpPr txBox="1"/>
          <p:nvPr/>
        </p:nvSpPr>
        <p:spPr>
          <a:xfrm>
            <a:off x="1165123" y="1274745"/>
            <a:ext cx="9586451" cy="3933000"/>
          </a:xfrm>
          <a:prstGeom prst="rect">
            <a:avLst/>
          </a:prstGeom>
          <a:noFill/>
        </p:spPr>
        <p:txBody>
          <a:bodyPr wrap="square">
            <a:spAutoFit/>
          </a:bodyPr>
          <a:lstStyle/>
          <a:p>
            <a:pPr algn="ctr">
              <a:lnSpc>
                <a:spcPts val="1650"/>
              </a:lnSpc>
              <a:spcBef>
                <a:spcPts val="900"/>
              </a:spcBef>
              <a:spcAft>
                <a:spcPts val="900"/>
              </a:spcAft>
              <a:buNone/>
            </a:pPr>
            <a:r>
              <a:rPr lang="en-US" sz="2000" b="1" i="0" dirty="0">
                <a:solidFill>
                  <a:srgbClr val="002060"/>
                </a:solidFill>
                <a:effectLst/>
                <a:latin typeface="Arial Black" panose="020B0A04020102020204" pitchFamily="34" charset="0"/>
              </a:rPr>
              <a:t>Examples of Supervised Learning in Real Life</a:t>
            </a:r>
          </a:p>
          <a:p>
            <a:pPr algn="just">
              <a:lnSpc>
                <a:spcPts val="1650"/>
              </a:lnSpc>
              <a:spcBef>
                <a:spcPts val="900"/>
              </a:spcBef>
              <a:spcAft>
                <a:spcPts val="900"/>
              </a:spcAft>
              <a:buNone/>
            </a:pPr>
            <a:endParaRPr lang="en-US" b="1" i="0" dirty="0">
              <a:solidFill>
                <a:srgbClr val="FF0000"/>
              </a:solidFill>
              <a:effectLst/>
              <a:latin typeface="Arial Black" panose="020B0A04020102020204" pitchFamily="34" charset="0"/>
            </a:endParaRPr>
          </a:p>
          <a:p>
            <a:pPr marL="342900" indent="-342900" algn="just">
              <a:lnSpc>
                <a:spcPts val="1650"/>
              </a:lnSpc>
              <a:buFont typeface="+mj-lt"/>
              <a:buAutoNum type="arabicPeriod"/>
            </a:pPr>
            <a:r>
              <a:rPr lang="en-US" b="1" i="0" dirty="0">
                <a:solidFill>
                  <a:srgbClr val="FF0000"/>
                </a:solidFill>
                <a:effectLst/>
                <a:latin typeface="Arial Black" panose="020B0A04020102020204" pitchFamily="34" charset="0"/>
              </a:rPr>
              <a:t>Email Spam Detection</a:t>
            </a:r>
            <a:r>
              <a:rPr lang="en-US" b="0" i="0" dirty="0">
                <a:solidFill>
                  <a:srgbClr val="000000"/>
                </a:solidFill>
                <a:effectLst/>
                <a:latin typeface="Arial Black" panose="020B0A04020102020204" pitchFamily="34" charset="0"/>
              </a:rPr>
              <a:t>: Models are trained on labeled emails (spam or not spam) to identify spam emails.</a:t>
            </a:r>
          </a:p>
          <a:p>
            <a:pPr marL="342900" indent="-342900" algn="just">
              <a:lnSpc>
                <a:spcPts val="1650"/>
              </a:lnSpc>
              <a:buFont typeface="+mj-lt"/>
              <a:buAutoNum type="arabicPeriod"/>
            </a:pPr>
            <a:endParaRPr lang="en-US" b="0"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b="1" i="0" dirty="0">
                <a:solidFill>
                  <a:srgbClr val="FF0000"/>
                </a:solidFill>
                <a:effectLst/>
                <a:latin typeface="Arial Black" panose="020B0A04020102020204" pitchFamily="34" charset="0"/>
              </a:rPr>
              <a:t>Disease Diagnosis</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Medical images labeled as "disease present" or "disease absent" are used to train models for diagnosis.</a:t>
            </a:r>
          </a:p>
          <a:p>
            <a:pPr marL="342900" indent="-342900" algn="just">
              <a:lnSpc>
                <a:spcPts val="1650"/>
              </a:lnSpc>
              <a:buFont typeface="+mj-lt"/>
              <a:buAutoNum type="arabicPeriod"/>
            </a:pPr>
            <a:endParaRPr lang="en-US" b="0"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b="1" i="0" dirty="0">
                <a:solidFill>
                  <a:srgbClr val="FF0000"/>
                </a:solidFill>
                <a:effectLst/>
                <a:latin typeface="Arial Black" panose="020B0A04020102020204" pitchFamily="34" charset="0"/>
              </a:rPr>
              <a:t>Stock Price Prediction</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Historical stock data is used to predict future stock prices.</a:t>
            </a:r>
          </a:p>
          <a:p>
            <a:pPr marL="342900" indent="-342900" algn="just">
              <a:lnSpc>
                <a:spcPts val="1650"/>
              </a:lnSpc>
              <a:buFont typeface="+mj-lt"/>
              <a:buAutoNum type="arabicPeriod"/>
            </a:pPr>
            <a:endParaRPr lang="en-US" b="0"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b="1" i="0" dirty="0">
                <a:solidFill>
                  <a:srgbClr val="FF0000"/>
                </a:solidFill>
                <a:effectLst/>
                <a:latin typeface="Arial Black" panose="020B0A04020102020204" pitchFamily="34" charset="0"/>
              </a:rPr>
              <a:t>Customer Churn Prediction</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Telecom companies use customer behavior data to predict whether a customer will leave their service.</a:t>
            </a:r>
          </a:p>
          <a:p>
            <a:pPr algn="just">
              <a:lnSpc>
                <a:spcPts val="1650"/>
              </a:lnSpc>
            </a:pPr>
            <a:endParaRPr lang="en-US" b="0"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b="1" i="0" dirty="0">
                <a:solidFill>
                  <a:srgbClr val="FF0000"/>
                </a:solidFill>
                <a:effectLst/>
                <a:latin typeface="Arial Black" panose="020B0A04020102020204" pitchFamily="34" charset="0"/>
              </a:rPr>
              <a:t>Fraud Detection</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Banks use transaction data labeled as "fraudulent" or "legitimate" to detect fraud patterns.</a:t>
            </a:r>
          </a:p>
        </p:txBody>
      </p:sp>
    </p:spTree>
    <p:extLst>
      <p:ext uri="{BB962C8B-B14F-4D97-AF65-F5344CB8AC3E}">
        <p14:creationId xmlns:p14="http://schemas.microsoft.com/office/powerpoint/2010/main" val="3068632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9E1F1-93E0-042D-C925-5747A4353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3AC30-26DB-116B-7137-37AFC3665E16}"/>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4" name="TextBox 3">
            <a:extLst>
              <a:ext uri="{FF2B5EF4-FFF2-40B4-BE49-F238E27FC236}">
                <a16:creationId xmlns:a16="http://schemas.microsoft.com/office/drawing/2014/main" id="{BEC8ED3B-2754-B052-5DE6-F7DD900266C1}"/>
              </a:ext>
            </a:extLst>
          </p:cNvPr>
          <p:cNvSpPr txBox="1"/>
          <p:nvPr/>
        </p:nvSpPr>
        <p:spPr>
          <a:xfrm>
            <a:off x="1056968" y="1123863"/>
            <a:ext cx="9802761" cy="5016758"/>
          </a:xfrm>
          <a:prstGeom prst="rect">
            <a:avLst/>
          </a:prstGeom>
          <a:noFill/>
        </p:spPr>
        <p:txBody>
          <a:bodyPr wrap="square">
            <a:spAutoFit/>
          </a:bodyPr>
          <a:lstStyle/>
          <a:p>
            <a:pPr algn="ctr">
              <a:lnSpc>
                <a:spcPts val="1650"/>
              </a:lnSpc>
              <a:spcBef>
                <a:spcPts val="900"/>
              </a:spcBef>
              <a:spcAft>
                <a:spcPts val="900"/>
              </a:spcAft>
              <a:buNone/>
            </a:pPr>
            <a:r>
              <a:rPr lang="en-US" sz="2000" b="1" i="0" dirty="0">
                <a:solidFill>
                  <a:srgbClr val="002060"/>
                </a:solidFill>
                <a:effectLst/>
                <a:latin typeface="Arial Black" panose="020B0A04020102020204" pitchFamily="34" charset="0"/>
              </a:rPr>
              <a:t>Common Algorithms in Supervised Learning</a:t>
            </a:r>
          </a:p>
          <a:p>
            <a:pPr algn="ctr">
              <a:lnSpc>
                <a:spcPts val="1650"/>
              </a:lnSpc>
              <a:spcBef>
                <a:spcPts val="900"/>
              </a:spcBef>
              <a:spcAft>
                <a:spcPts val="900"/>
              </a:spcAft>
              <a:buNone/>
            </a:pPr>
            <a:endParaRPr lang="en-US" sz="2000" b="1"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sz="1600" b="1" i="0" dirty="0">
                <a:solidFill>
                  <a:srgbClr val="FF0000"/>
                </a:solidFill>
                <a:effectLst/>
                <a:latin typeface="Arial Black" panose="020B0A04020102020204" pitchFamily="34" charset="0"/>
              </a:rPr>
              <a:t>Linear Regression</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Predicts continuous values by finding a linear relationship between inputs and outputs.</a:t>
            </a:r>
          </a:p>
          <a:p>
            <a:pPr algn="just">
              <a:lnSpc>
                <a:spcPts val="1650"/>
              </a:lnSpc>
              <a:buFont typeface="+mj-lt"/>
              <a:buAutoNum type="arabicPeriod"/>
            </a:pPr>
            <a:endParaRPr lang="en-US" sz="1600" b="0"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sz="1600" b="1" i="0" dirty="0">
                <a:solidFill>
                  <a:srgbClr val="FF0000"/>
                </a:solidFill>
                <a:effectLst/>
                <a:latin typeface="Arial Black" panose="020B0A04020102020204" pitchFamily="34" charset="0"/>
              </a:rPr>
              <a:t>Logistic Regression</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Used for binary classification tasks like spam detection.</a:t>
            </a:r>
          </a:p>
          <a:p>
            <a:pPr algn="just">
              <a:lnSpc>
                <a:spcPts val="1650"/>
              </a:lnSpc>
              <a:buFont typeface="+mj-lt"/>
              <a:buAutoNum type="arabicPeriod"/>
            </a:pPr>
            <a:endParaRPr lang="en-US" sz="1600" b="0"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sz="1600" b="1" i="0" dirty="0">
                <a:solidFill>
                  <a:srgbClr val="FF0000"/>
                </a:solidFill>
                <a:effectLst/>
                <a:latin typeface="Arial Black" panose="020B0A04020102020204" pitchFamily="34" charset="0"/>
              </a:rPr>
              <a:t>Decision Trees</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Models decisions and their possible outcomes in a tree-like structure.</a:t>
            </a:r>
          </a:p>
          <a:p>
            <a:pPr algn="just">
              <a:lnSpc>
                <a:spcPts val="1650"/>
              </a:lnSpc>
              <a:buFont typeface="+mj-lt"/>
              <a:buAutoNum type="arabicPeriod"/>
            </a:pPr>
            <a:endParaRPr lang="en-US" sz="1600" b="0"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sz="1600" b="1" i="0" dirty="0">
                <a:solidFill>
                  <a:srgbClr val="FF0000"/>
                </a:solidFill>
                <a:effectLst/>
                <a:latin typeface="Arial Black" panose="020B0A04020102020204" pitchFamily="34" charset="0"/>
              </a:rPr>
              <a:t>Random Forests</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Combines multiple decision trees to improve accuracy and reduce overfitting.</a:t>
            </a:r>
          </a:p>
          <a:p>
            <a:pPr algn="just">
              <a:lnSpc>
                <a:spcPts val="1650"/>
              </a:lnSpc>
              <a:buFont typeface="+mj-lt"/>
              <a:buAutoNum type="arabicPeriod"/>
            </a:pPr>
            <a:endParaRPr lang="en-US" sz="1600" b="0"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sz="1600" b="1" i="0" dirty="0">
                <a:solidFill>
                  <a:srgbClr val="FF0000"/>
                </a:solidFill>
                <a:effectLst/>
                <a:latin typeface="Arial Black" panose="020B0A04020102020204" pitchFamily="34" charset="0"/>
              </a:rPr>
              <a:t>Support Vector Machines (SVM)</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Creates a hyperplane to separate data into classes or predict continuous values.</a:t>
            </a:r>
          </a:p>
          <a:p>
            <a:pPr algn="just">
              <a:lnSpc>
                <a:spcPts val="1650"/>
              </a:lnSpc>
              <a:buFont typeface="+mj-lt"/>
              <a:buAutoNum type="arabicPeriod"/>
            </a:pPr>
            <a:endParaRPr lang="en-US" sz="1600" b="0" i="0" dirty="0">
              <a:solidFill>
                <a:srgbClr val="000000"/>
              </a:solidFill>
              <a:effectLst/>
              <a:latin typeface="Arial Black" panose="020B0A04020102020204" pitchFamily="34" charset="0"/>
            </a:endParaRPr>
          </a:p>
          <a:p>
            <a:pPr marL="342900" indent="-342900" algn="just">
              <a:lnSpc>
                <a:spcPts val="1650"/>
              </a:lnSpc>
              <a:buFont typeface="+mj-lt"/>
              <a:buAutoNum type="arabicPeriod"/>
            </a:pPr>
            <a:r>
              <a:rPr lang="en-US" sz="1600" b="1" i="0" dirty="0">
                <a:solidFill>
                  <a:srgbClr val="FF0000"/>
                </a:solidFill>
                <a:effectLst/>
                <a:latin typeface="Arial Black" panose="020B0A04020102020204" pitchFamily="34" charset="0"/>
              </a:rPr>
              <a:t>K-Nearest Neighbors (KNN)</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Predicts outputs based on the closest data points in the training set.</a:t>
            </a:r>
          </a:p>
          <a:p>
            <a:pPr algn="just">
              <a:lnSpc>
                <a:spcPts val="1650"/>
              </a:lnSpc>
              <a:buFont typeface="+mj-lt"/>
              <a:buAutoNum type="arabicPeriod"/>
            </a:pPr>
            <a:endParaRPr lang="en-US" sz="1600" b="0" i="0" dirty="0">
              <a:solidFill>
                <a:srgbClr val="FF0000"/>
              </a:solidFill>
              <a:effectLst/>
              <a:latin typeface="Arial Black" panose="020B0A04020102020204" pitchFamily="34" charset="0"/>
            </a:endParaRPr>
          </a:p>
          <a:p>
            <a:pPr marL="342900" indent="-342900" algn="just">
              <a:lnSpc>
                <a:spcPts val="1650"/>
              </a:lnSpc>
              <a:buFont typeface="+mj-lt"/>
              <a:buAutoNum type="arabicPeriod"/>
            </a:pPr>
            <a:r>
              <a:rPr lang="en-US" sz="1600" b="1" i="0" dirty="0">
                <a:solidFill>
                  <a:srgbClr val="FF0000"/>
                </a:solidFill>
                <a:effectLst/>
                <a:latin typeface="Arial Black" panose="020B0A04020102020204" pitchFamily="34" charset="0"/>
              </a:rPr>
              <a:t>Naive Bayes</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Assumes feature independence and is commonly used for text classification tasks like sentiment analysis.</a:t>
            </a:r>
          </a:p>
        </p:txBody>
      </p:sp>
    </p:spTree>
    <p:extLst>
      <p:ext uri="{BB962C8B-B14F-4D97-AF65-F5344CB8AC3E}">
        <p14:creationId xmlns:p14="http://schemas.microsoft.com/office/powerpoint/2010/main" val="373197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92EA4-9B98-FBB1-BAB6-846A41B7D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70FEB-B57F-398D-D5E6-5B929C7585E4}"/>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5" name="TextBox 4">
            <a:extLst>
              <a:ext uri="{FF2B5EF4-FFF2-40B4-BE49-F238E27FC236}">
                <a16:creationId xmlns:a16="http://schemas.microsoft.com/office/drawing/2014/main" id="{FDD5DA7F-5811-F5C6-C031-AF5AE6A26657}"/>
              </a:ext>
            </a:extLst>
          </p:cNvPr>
          <p:cNvSpPr txBox="1"/>
          <p:nvPr/>
        </p:nvSpPr>
        <p:spPr>
          <a:xfrm>
            <a:off x="1061884" y="1112693"/>
            <a:ext cx="9468465" cy="2406300"/>
          </a:xfrm>
          <a:prstGeom prst="rect">
            <a:avLst/>
          </a:prstGeom>
          <a:noFill/>
        </p:spPr>
        <p:txBody>
          <a:bodyPr wrap="square">
            <a:spAutoFit/>
          </a:bodyPr>
          <a:lstStyle/>
          <a:p>
            <a:pPr algn="ctr">
              <a:lnSpc>
                <a:spcPts val="1650"/>
              </a:lnSpc>
              <a:spcBef>
                <a:spcPts val="900"/>
              </a:spcBef>
              <a:spcAft>
                <a:spcPts val="900"/>
              </a:spcAft>
              <a:buNone/>
            </a:pPr>
            <a:r>
              <a:rPr lang="en-US" sz="2000" b="1" i="0" dirty="0">
                <a:solidFill>
                  <a:srgbClr val="002060"/>
                </a:solidFill>
                <a:effectLst/>
                <a:latin typeface="Arial Black" panose="020B0A04020102020204" pitchFamily="34" charset="0"/>
              </a:rPr>
              <a:t>Advantages of Supervised Learning</a:t>
            </a:r>
          </a:p>
          <a:p>
            <a:pPr algn="just">
              <a:lnSpc>
                <a:spcPts val="1650"/>
              </a:lnSpc>
              <a:spcBef>
                <a:spcPts val="900"/>
              </a:spcBef>
              <a:spcAft>
                <a:spcPts val="900"/>
              </a:spcAft>
              <a:buNone/>
            </a:pPr>
            <a:endParaRPr lang="en-US" b="1"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High Accuracy</a:t>
            </a:r>
            <a:r>
              <a:rPr lang="en-US" b="0" i="0" dirty="0">
                <a:solidFill>
                  <a:srgbClr val="FF0000"/>
                </a:solidFill>
                <a:effectLst/>
                <a:latin typeface="Arial Black" panose="020B0A04020102020204" pitchFamily="34" charset="0"/>
              </a:rPr>
              <a:t>:</a:t>
            </a:r>
            <a:r>
              <a:rPr lang="en-US" b="0" i="0" dirty="0">
                <a:solidFill>
                  <a:srgbClr val="000000"/>
                </a:solidFill>
                <a:effectLst/>
                <a:latin typeface="Arial Black" panose="020B0A04020102020204" pitchFamily="34" charset="0"/>
              </a:rPr>
              <a:t> Produces reliable predictions when trained on sufficient labeled data.</a:t>
            </a:r>
          </a:p>
          <a:p>
            <a:pPr marL="285750" indent="-285750" algn="just">
              <a:lnSpc>
                <a:spcPts val="1650"/>
              </a:lnSpc>
              <a:buFont typeface="Arial" panose="020B0604020202020204" pitchFamily="34" charset="0"/>
              <a:buChar char="•"/>
            </a:pPr>
            <a:endParaRPr lang="en-US"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Versatility</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Applicable to both classification and regression problems.</a:t>
            </a:r>
          </a:p>
          <a:p>
            <a:pPr marL="285750" indent="-285750" algn="just">
              <a:lnSpc>
                <a:spcPts val="1650"/>
              </a:lnSpc>
              <a:buFont typeface="Arial" panose="020B0604020202020204" pitchFamily="34" charset="0"/>
              <a:buChar char="•"/>
            </a:pPr>
            <a:endParaRPr lang="en-US"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Wide Applications</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Used in fields like healthcare, finance, and marketing</a:t>
            </a:r>
            <a:r>
              <a:rPr lang="en-US" b="0" i="0" dirty="0">
                <a:solidFill>
                  <a:srgbClr val="000000"/>
                </a:solidFill>
                <a:effectLst/>
                <a:latin typeface="Roboto" panose="02000000000000000000" pitchFamily="2" charset="0"/>
              </a:rPr>
              <a:t>.</a:t>
            </a:r>
          </a:p>
        </p:txBody>
      </p:sp>
      <p:sp>
        <p:nvSpPr>
          <p:cNvPr id="7" name="TextBox 6">
            <a:extLst>
              <a:ext uri="{FF2B5EF4-FFF2-40B4-BE49-F238E27FC236}">
                <a16:creationId xmlns:a16="http://schemas.microsoft.com/office/drawing/2014/main" id="{323222BF-E56D-A29A-CBEC-F16F734FECE6}"/>
              </a:ext>
            </a:extLst>
          </p:cNvPr>
          <p:cNvSpPr txBox="1"/>
          <p:nvPr/>
        </p:nvSpPr>
        <p:spPr>
          <a:xfrm>
            <a:off x="1061884" y="3717286"/>
            <a:ext cx="9468465" cy="2624949"/>
          </a:xfrm>
          <a:prstGeom prst="rect">
            <a:avLst/>
          </a:prstGeom>
          <a:noFill/>
        </p:spPr>
        <p:txBody>
          <a:bodyPr wrap="square">
            <a:spAutoFit/>
          </a:bodyPr>
          <a:lstStyle/>
          <a:p>
            <a:pPr algn="ctr">
              <a:lnSpc>
                <a:spcPts val="1650"/>
              </a:lnSpc>
              <a:spcBef>
                <a:spcPts val="900"/>
              </a:spcBef>
              <a:spcAft>
                <a:spcPts val="900"/>
              </a:spcAft>
              <a:buNone/>
            </a:pPr>
            <a:r>
              <a:rPr lang="en-US" sz="2000" b="1" i="0" dirty="0">
                <a:solidFill>
                  <a:srgbClr val="002060"/>
                </a:solidFill>
                <a:effectLst/>
                <a:latin typeface="Arial Black" panose="020B0A04020102020204" pitchFamily="34" charset="0"/>
              </a:rPr>
              <a:t>Challenges of Supervised Learning</a:t>
            </a:r>
          </a:p>
          <a:p>
            <a:pPr algn="ctr">
              <a:lnSpc>
                <a:spcPts val="1650"/>
              </a:lnSpc>
              <a:spcBef>
                <a:spcPts val="900"/>
              </a:spcBef>
              <a:spcAft>
                <a:spcPts val="900"/>
              </a:spcAft>
              <a:buNone/>
            </a:pPr>
            <a:endParaRPr lang="en-US" sz="2000" b="1" i="0" dirty="0">
              <a:solidFill>
                <a:srgbClr val="00206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Data Dependency</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Requires large amounts of labeled data, which can be expensive and time-consuming to prepare.</a:t>
            </a:r>
          </a:p>
          <a:p>
            <a:pPr marL="285750" indent="-285750" algn="just">
              <a:lnSpc>
                <a:spcPts val="1650"/>
              </a:lnSpc>
              <a:buFont typeface="Arial" panose="020B0604020202020204" pitchFamily="34" charset="0"/>
              <a:buChar char="•"/>
            </a:pPr>
            <a:endParaRPr lang="en-US"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Overfitting</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Models may memorize training data instead of learning general patterns, especially with small datasets.</a:t>
            </a:r>
          </a:p>
          <a:p>
            <a:pPr marL="285750" indent="-285750" algn="just">
              <a:lnSpc>
                <a:spcPts val="1650"/>
              </a:lnSpc>
              <a:buFont typeface="Arial" panose="020B0604020202020204" pitchFamily="34" charset="0"/>
              <a:buChar char="•"/>
            </a:pPr>
            <a:endParaRPr lang="en-US"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Bias</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If the training data is biased, the model may amplify these biases in predictions.</a:t>
            </a:r>
          </a:p>
        </p:txBody>
      </p:sp>
    </p:spTree>
    <p:extLst>
      <p:ext uri="{BB962C8B-B14F-4D97-AF65-F5344CB8AC3E}">
        <p14:creationId xmlns:p14="http://schemas.microsoft.com/office/powerpoint/2010/main" val="2448817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371F7-92E4-D7DF-9197-B215D8439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701F7-6695-2BF4-CF3F-162C6D3921D8}"/>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pic>
        <p:nvPicPr>
          <p:cNvPr id="4" name="Picture 3">
            <a:extLst>
              <a:ext uri="{FF2B5EF4-FFF2-40B4-BE49-F238E27FC236}">
                <a16:creationId xmlns:a16="http://schemas.microsoft.com/office/drawing/2014/main" id="{F91B384F-9AD9-8E18-B392-76B5F5A4B2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72626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5BDEB-1FB2-DBC5-39C3-8FA045B17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6B31A-7B55-9653-279D-A145B5CD19E0}"/>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5" name="TextBox 4">
            <a:extLst>
              <a:ext uri="{FF2B5EF4-FFF2-40B4-BE49-F238E27FC236}">
                <a16:creationId xmlns:a16="http://schemas.microsoft.com/office/drawing/2014/main" id="{698FE4D0-5F0F-8278-29E6-58BA64AB40EA}"/>
              </a:ext>
            </a:extLst>
          </p:cNvPr>
          <p:cNvSpPr txBox="1"/>
          <p:nvPr/>
        </p:nvSpPr>
        <p:spPr>
          <a:xfrm>
            <a:off x="909484" y="991627"/>
            <a:ext cx="10097729" cy="2713563"/>
          </a:xfrm>
          <a:prstGeom prst="rect">
            <a:avLst/>
          </a:prstGeom>
          <a:noFill/>
        </p:spPr>
        <p:txBody>
          <a:bodyPr wrap="square">
            <a:spAutoFit/>
          </a:bodyPr>
          <a:lstStyle/>
          <a:p>
            <a:pPr algn="ctr" rtl="0" fontAlgn="base">
              <a:spcAft>
                <a:spcPts val="750"/>
              </a:spcAft>
              <a:buNone/>
            </a:pPr>
            <a:r>
              <a:rPr lang="en-US" sz="2000" b="0" i="0" dirty="0">
                <a:solidFill>
                  <a:srgbClr val="002060"/>
                </a:solidFill>
                <a:effectLst/>
                <a:latin typeface="Arial Black" panose="020B0A04020102020204" pitchFamily="34" charset="0"/>
              </a:rPr>
              <a:t>Its main features are:</a:t>
            </a:r>
          </a:p>
          <a:p>
            <a:pPr algn="ctr" rtl="0" fontAlgn="base">
              <a:spcAft>
                <a:spcPts val="750"/>
              </a:spcAft>
              <a:buNone/>
            </a:pPr>
            <a:endParaRPr lang="en-US" sz="2000" b="0" i="0" dirty="0">
              <a:solidFill>
                <a:srgbClr val="273239"/>
              </a:solidFill>
              <a:effectLst/>
              <a:latin typeface="Arial Black" panose="020B0A04020102020204" pitchFamily="34" charset="0"/>
            </a:endParaRP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Each input has a known output</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Adjusts itself to reduce prediction errors</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Make accurate predictions on new data</a:t>
            </a:r>
          </a:p>
          <a:p>
            <a:pPr marL="285750" indent="-285750" algn="l" fontAlgn="base">
              <a:spcAft>
                <a:spcPts val="1800"/>
              </a:spcAft>
              <a:buFont typeface="Arial" panose="020B0604020202020204" pitchFamily="34" charset="0"/>
              <a:buChar char="•"/>
            </a:pPr>
            <a:r>
              <a:rPr lang="en-US" b="0" i="0" dirty="0">
                <a:solidFill>
                  <a:srgbClr val="FF0000"/>
                </a:solidFill>
                <a:effectLst/>
                <a:latin typeface="Arial Black" panose="020B0A04020102020204" pitchFamily="34" charset="0"/>
              </a:rPr>
              <a:t>For example </a:t>
            </a:r>
            <a:r>
              <a:rPr lang="en-US" b="0" i="0" dirty="0">
                <a:solidFill>
                  <a:srgbClr val="273239"/>
                </a:solidFill>
                <a:effectLst/>
                <a:latin typeface="Arial Black" panose="020B0A04020102020204" pitchFamily="34" charset="0"/>
              </a:rPr>
              <a:t>in recognizing handwritten digits from trained data</a:t>
            </a:r>
          </a:p>
        </p:txBody>
      </p:sp>
      <p:sp>
        <p:nvSpPr>
          <p:cNvPr id="7" name="TextBox 6">
            <a:extLst>
              <a:ext uri="{FF2B5EF4-FFF2-40B4-BE49-F238E27FC236}">
                <a16:creationId xmlns:a16="http://schemas.microsoft.com/office/drawing/2014/main" id="{7E0A8545-E6C1-0184-6687-3B2178CC9FCF}"/>
              </a:ext>
            </a:extLst>
          </p:cNvPr>
          <p:cNvSpPr txBox="1"/>
          <p:nvPr/>
        </p:nvSpPr>
        <p:spPr>
          <a:xfrm>
            <a:off x="570271" y="3993113"/>
            <a:ext cx="11021961" cy="3329116"/>
          </a:xfrm>
          <a:prstGeom prst="rect">
            <a:avLst/>
          </a:prstGeom>
          <a:noFill/>
        </p:spPr>
        <p:txBody>
          <a:bodyPr wrap="square">
            <a:spAutoFit/>
          </a:bodyPr>
          <a:lstStyle/>
          <a:p>
            <a:pPr algn="ctr" fontAlgn="base">
              <a:lnSpc>
                <a:spcPts val="2100"/>
              </a:lnSpc>
              <a:buNone/>
            </a:pPr>
            <a:r>
              <a:rPr lang="en-US" sz="2000" b="1" i="0" dirty="0">
                <a:solidFill>
                  <a:srgbClr val="002060"/>
                </a:solidFill>
                <a:effectLst/>
                <a:latin typeface="Arial Black" panose="020B0A04020102020204" pitchFamily="34" charset="0"/>
              </a:rPr>
              <a:t>Types of Supervised Learning</a:t>
            </a:r>
          </a:p>
          <a:p>
            <a:pPr algn="just" fontAlgn="base">
              <a:lnSpc>
                <a:spcPts val="2100"/>
              </a:lnSpc>
              <a:buNone/>
            </a:pPr>
            <a:endParaRPr lang="en-US" sz="1600" b="1" i="0" dirty="0">
              <a:solidFill>
                <a:srgbClr val="273239"/>
              </a:solidFill>
              <a:effectLst/>
              <a:latin typeface="Arial Black" panose="020B0A04020102020204" pitchFamily="34" charset="0"/>
            </a:endParaRPr>
          </a:p>
          <a:p>
            <a:pPr algn="just" rtl="0" fontAlgn="base">
              <a:spcAft>
                <a:spcPts val="750"/>
              </a:spcAft>
              <a:buNone/>
            </a:pPr>
            <a:r>
              <a:rPr lang="en-US" sz="1600" b="0" i="0" dirty="0">
                <a:solidFill>
                  <a:srgbClr val="273239"/>
                </a:solidFill>
                <a:effectLst/>
                <a:latin typeface="Arial Black" panose="020B0A04020102020204" pitchFamily="34" charset="0"/>
              </a:rPr>
              <a:t>Now, Supervised learning can be applied to two main types of problems:</a:t>
            </a:r>
          </a:p>
          <a:p>
            <a:pPr algn="just" rtl="0" fontAlgn="base">
              <a:spcAft>
                <a:spcPts val="750"/>
              </a:spcAft>
              <a:buNone/>
            </a:pPr>
            <a:endParaRPr lang="en-US" sz="1600" b="0" i="0" dirty="0">
              <a:solidFill>
                <a:srgbClr val="273239"/>
              </a:solidFill>
              <a:effectLst/>
              <a:latin typeface="Arial Black" panose="020B0A04020102020204" pitchFamily="34" charset="0"/>
            </a:endParaRPr>
          </a:p>
          <a:p>
            <a:pPr marL="285750" indent="-285750" algn="just" fontAlgn="base">
              <a:spcAft>
                <a:spcPts val="1800"/>
              </a:spcAft>
              <a:buFont typeface="Arial" panose="020B0604020202020204" pitchFamily="34" charset="0"/>
              <a:buChar char="•"/>
            </a:pPr>
            <a:r>
              <a:rPr lang="en-US" sz="1600" b="1" i="0" u="sng" dirty="0">
                <a:solidFill>
                  <a:srgbClr val="FF0000"/>
                </a:solidFill>
                <a:effectLst/>
                <a:latin typeface="Arial Black" panose="020B0A04020102020204" pitchFamily="34" charset="0"/>
              </a:rPr>
              <a:t>Classification</a:t>
            </a:r>
            <a:r>
              <a:rPr lang="en-US" sz="1600" b="1" i="0" dirty="0">
                <a:solidFill>
                  <a:srgbClr val="FF0000"/>
                </a:solidFill>
                <a:effectLst/>
                <a:latin typeface="Arial Black" panose="020B0A04020102020204" pitchFamily="34" charset="0"/>
              </a:rPr>
              <a:t>:</a:t>
            </a:r>
            <a:r>
              <a:rPr lang="en-US" sz="1600" b="0" i="0" dirty="0">
                <a:solidFill>
                  <a:srgbClr val="273239"/>
                </a:solidFill>
                <a:effectLst/>
                <a:latin typeface="Arial Black" panose="020B0A04020102020204" pitchFamily="34" charset="0"/>
              </a:rPr>
              <a:t> Where the output is a categorical variable (e.g., spam vs. non-spam emails, yes vs. no).</a:t>
            </a:r>
          </a:p>
          <a:p>
            <a:pPr marL="285750" indent="-285750" algn="just" fontAlgn="base">
              <a:spcAft>
                <a:spcPts val="1800"/>
              </a:spcAft>
              <a:buFont typeface="Arial" panose="020B0604020202020204" pitchFamily="34" charset="0"/>
              <a:buChar char="•"/>
            </a:pPr>
            <a:r>
              <a:rPr lang="en-US" sz="1600" b="1" i="0" u="sng" dirty="0">
                <a:solidFill>
                  <a:srgbClr val="FF0000"/>
                </a:solidFill>
                <a:effectLst/>
                <a:latin typeface="Arial Black" panose="020B0A04020102020204" pitchFamily="34" charset="0"/>
              </a:rPr>
              <a:t>Regression</a:t>
            </a:r>
            <a:r>
              <a:rPr lang="en-US" sz="1600" b="1" i="0" dirty="0">
                <a:solidFill>
                  <a:srgbClr val="FF0000"/>
                </a:solidFill>
                <a:effectLst/>
                <a:latin typeface="Arial Black" panose="020B0A04020102020204" pitchFamily="34" charset="0"/>
              </a:rPr>
              <a:t>:</a:t>
            </a:r>
            <a:r>
              <a:rPr lang="en-US" sz="1600" b="0" i="0" dirty="0">
                <a:solidFill>
                  <a:srgbClr val="273239"/>
                </a:solidFill>
                <a:effectLst/>
                <a:latin typeface="Arial Black" panose="020B0A04020102020204" pitchFamily="34" charset="0"/>
              </a:rPr>
              <a:t> Where the output is a continuous variable (e.g., predicting house prices, stock prices).</a:t>
            </a:r>
          </a:p>
          <a:p>
            <a:pPr>
              <a:buNone/>
            </a:pPr>
            <a:br>
              <a:rPr lang="en-US" dirty="0"/>
            </a:br>
            <a:endParaRPr lang="en-US" dirty="0"/>
          </a:p>
        </p:txBody>
      </p:sp>
    </p:spTree>
    <p:extLst>
      <p:ext uri="{BB962C8B-B14F-4D97-AF65-F5344CB8AC3E}">
        <p14:creationId xmlns:p14="http://schemas.microsoft.com/office/powerpoint/2010/main" val="1000125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C4A68-CE5D-8182-0EA5-C6F40139857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25DBD09-E955-60FC-C9EA-61CAA44C37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8529" y="100897"/>
            <a:ext cx="9822426" cy="2565985"/>
          </a:xfrm>
          <a:prstGeom prst="rect">
            <a:avLst/>
          </a:prstGeom>
        </p:spPr>
      </p:pic>
      <p:pic>
        <p:nvPicPr>
          <p:cNvPr id="10" name="Picture 9">
            <a:extLst>
              <a:ext uri="{FF2B5EF4-FFF2-40B4-BE49-F238E27FC236}">
                <a16:creationId xmlns:a16="http://schemas.microsoft.com/office/drawing/2014/main" id="{73C19C21-CD9A-1A2C-D676-17A50FBC4B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129" y="2972858"/>
            <a:ext cx="11444748" cy="3784245"/>
          </a:xfrm>
          <a:prstGeom prst="rect">
            <a:avLst/>
          </a:prstGeom>
        </p:spPr>
      </p:pic>
    </p:spTree>
    <p:extLst>
      <p:ext uri="{BB962C8B-B14F-4D97-AF65-F5344CB8AC3E}">
        <p14:creationId xmlns:p14="http://schemas.microsoft.com/office/powerpoint/2010/main" val="2083516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77521-75B2-FE4F-60FA-87B7802C3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E10C0-2488-7CFF-40EA-86426893D132}"/>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4" name="TextBox 3">
            <a:extLst>
              <a:ext uri="{FF2B5EF4-FFF2-40B4-BE49-F238E27FC236}">
                <a16:creationId xmlns:a16="http://schemas.microsoft.com/office/drawing/2014/main" id="{CFD273DE-1295-7730-B873-9FE6D3B6F62C}"/>
              </a:ext>
            </a:extLst>
          </p:cNvPr>
          <p:cNvSpPr txBox="1"/>
          <p:nvPr/>
        </p:nvSpPr>
        <p:spPr>
          <a:xfrm>
            <a:off x="1145458" y="1710297"/>
            <a:ext cx="9901084" cy="3760004"/>
          </a:xfrm>
          <a:prstGeom prst="rect">
            <a:avLst/>
          </a:prstGeom>
          <a:noFill/>
        </p:spPr>
        <p:txBody>
          <a:bodyPr wrap="square">
            <a:spAutoFit/>
          </a:bodyPr>
          <a:lstStyle/>
          <a:p>
            <a:pPr algn="just" rtl="0" fontAlgn="base">
              <a:spcAft>
                <a:spcPts val="750"/>
              </a:spcAft>
              <a:buNone/>
            </a:pPr>
            <a:r>
              <a:rPr lang="en-US" b="1" i="0" dirty="0">
                <a:solidFill>
                  <a:srgbClr val="FF0000"/>
                </a:solidFill>
                <a:effectLst/>
                <a:latin typeface="Arial Black" panose="020B0A04020102020204" pitchFamily="34" charset="0"/>
              </a:rPr>
              <a:t>Figure A</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It is a dataset of a shopping store that is useful in predicting whether a customer will purchase a particular product under consideration or not based on his/her gender, age and salary.</a:t>
            </a:r>
          </a:p>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Input</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Gender, Age, Salary</a:t>
            </a:r>
          </a:p>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Output</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Purchased i.e. 0 or 1; 1 means yes the customer will purchase and 0 means that the customer won't purchase it.</a:t>
            </a:r>
          </a:p>
          <a:p>
            <a:pPr algn="just" rtl="0" fontAlgn="base">
              <a:spcAft>
                <a:spcPts val="750"/>
              </a:spcAft>
              <a:buNone/>
            </a:pPr>
            <a:r>
              <a:rPr lang="en-US" b="1" i="0" dirty="0">
                <a:solidFill>
                  <a:srgbClr val="FF0000"/>
                </a:solidFill>
                <a:effectLst/>
                <a:latin typeface="Arial Black" panose="020B0A04020102020204" pitchFamily="34" charset="0"/>
              </a:rPr>
              <a:t>Figure B: </a:t>
            </a:r>
            <a:r>
              <a:rPr lang="en-US" b="0" i="0" dirty="0">
                <a:solidFill>
                  <a:srgbClr val="273239"/>
                </a:solidFill>
                <a:effectLst/>
                <a:latin typeface="Arial Black" panose="020B0A04020102020204" pitchFamily="34" charset="0"/>
              </a:rPr>
              <a:t>It is a Meteorological dataset that serves the purpose of predicting wind speed based on different parameters.</a:t>
            </a:r>
          </a:p>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Input</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Dew Point, Temperature, Pressure, Relative Humidity, Wind Direction</a:t>
            </a:r>
          </a:p>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Output</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Wind Speed</a:t>
            </a:r>
          </a:p>
        </p:txBody>
      </p:sp>
    </p:spTree>
    <p:extLst>
      <p:ext uri="{BB962C8B-B14F-4D97-AF65-F5344CB8AC3E}">
        <p14:creationId xmlns:p14="http://schemas.microsoft.com/office/powerpoint/2010/main" val="3773535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A0CF-8D7B-7505-9E7D-2C0BB540E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67A6C8-40FC-E76E-2B19-3DF2A11158C3}"/>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4" name="TextBox 3">
            <a:extLst>
              <a:ext uri="{FF2B5EF4-FFF2-40B4-BE49-F238E27FC236}">
                <a16:creationId xmlns:a16="http://schemas.microsoft.com/office/drawing/2014/main" id="{FE3D791C-A799-B266-2742-51D3671DBDDA}"/>
              </a:ext>
            </a:extLst>
          </p:cNvPr>
          <p:cNvSpPr txBox="1"/>
          <p:nvPr/>
        </p:nvSpPr>
        <p:spPr>
          <a:xfrm>
            <a:off x="3382297" y="914400"/>
            <a:ext cx="6096000" cy="363561"/>
          </a:xfrm>
          <a:prstGeom prst="rect">
            <a:avLst/>
          </a:prstGeom>
          <a:noFill/>
        </p:spPr>
        <p:txBody>
          <a:bodyPr wrap="square">
            <a:spAutoFit/>
          </a:bodyPr>
          <a:lstStyle/>
          <a:p>
            <a:pPr algn="l" fontAlgn="base">
              <a:lnSpc>
                <a:spcPts val="2100"/>
              </a:lnSpc>
              <a:buNone/>
            </a:pPr>
            <a:r>
              <a:rPr lang="en-US" b="1" i="0" dirty="0">
                <a:solidFill>
                  <a:srgbClr val="002060"/>
                </a:solidFill>
                <a:effectLst/>
                <a:latin typeface="Arial Black" panose="020B0A04020102020204" pitchFamily="34" charset="0"/>
              </a:rPr>
              <a:t>Working of Supervised Machine Learning</a:t>
            </a:r>
          </a:p>
        </p:txBody>
      </p:sp>
      <p:sp>
        <p:nvSpPr>
          <p:cNvPr id="8" name="TextBox 7">
            <a:extLst>
              <a:ext uri="{FF2B5EF4-FFF2-40B4-BE49-F238E27FC236}">
                <a16:creationId xmlns:a16="http://schemas.microsoft.com/office/drawing/2014/main" id="{A9339AA0-BE9E-BE88-B341-3E3160222CD3}"/>
              </a:ext>
            </a:extLst>
          </p:cNvPr>
          <p:cNvSpPr txBox="1"/>
          <p:nvPr/>
        </p:nvSpPr>
        <p:spPr>
          <a:xfrm>
            <a:off x="934064" y="1553497"/>
            <a:ext cx="10579509" cy="3000821"/>
          </a:xfrm>
          <a:prstGeom prst="rect">
            <a:avLst/>
          </a:prstGeom>
          <a:noFill/>
        </p:spPr>
        <p:txBody>
          <a:bodyPr wrap="square">
            <a:spAutoFit/>
          </a:bodyPr>
          <a:lstStyle/>
          <a:p>
            <a:pPr algn="just" fontAlgn="base">
              <a:lnSpc>
                <a:spcPts val="2100"/>
              </a:lnSpc>
              <a:spcBef>
                <a:spcPts val="1800"/>
              </a:spcBef>
              <a:spcAft>
                <a:spcPts val="1800"/>
              </a:spcAft>
              <a:buNone/>
            </a:pPr>
            <a:r>
              <a:rPr lang="en-US" sz="1600" b="1" i="0" dirty="0">
                <a:solidFill>
                  <a:srgbClr val="FF0000"/>
                </a:solidFill>
                <a:effectLst/>
                <a:latin typeface="Arial Black" panose="020B0A04020102020204" pitchFamily="34" charset="0"/>
              </a:rPr>
              <a:t>1. Collect Labeled Data</a:t>
            </a:r>
          </a:p>
          <a:p>
            <a:pPr marL="285750" indent="-285750" algn="just"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Gather a dataset where each input has a known correct output (label).</a:t>
            </a:r>
          </a:p>
          <a:p>
            <a:pPr marL="285750" indent="-285750" algn="just" fontAlgn="base">
              <a:spcAft>
                <a:spcPts val="1800"/>
              </a:spcAft>
              <a:buFont typeface="Arial" panose="020B0604020202020204" pitchFamily="34" charset="0"/>
              <a:buChar char="•"/>
            </a:pPr>
            <a:r>
              <a:rPr lang="en-US" sz="1600" b="1" i="0" dirty="0">
                <a:solidFill>
                  <a:srgbClr val="273239"/>
                </a:solidFill>
                <a:effectLst/>
                <a:latin typeface="Arial Black" panose="020B0A04020102020204" pitchFamily="34" charset="0"/>
              </a:rPr>
              <a:t>Example</a:t>
            </a:r>
            <a:r>
              <a:rPr lang="en-US" sz="1600" b="0" i="0" dirty="0">
                <a:solidFill>
                  <a:srgbClr val="273239"/>
                </a:solidFill>
                <a:effectLst/>
                <a:latin typeface="Arial Black" panose="020B0A04020102020204" pitchFamily="34" charset="0"/>
              </a:rPr>
              <a:t>: Images of handwritten digits with their actual numbers as labels.</a:t>
            </a:r>
          </a:p>
          <a:p>
            <a:pPr algn="just" fontAlgn="base">
              <a:lnSpc>
                <a:spcPts val="2100"/>
              </a:lnSpc>
              <a:spcBef>
                <a:spcPts val="1800"/>
              </a:spcBef>
              <a:spcAft>
                <a:spcPts val="1800"/>
              </a:spcAft>
              <a:buNone/>
            </a:pPr>
            <a:r>
              <a:rPr lang="en-US" sz="1600" b="1" i="0" dirty="0">
                <a:solidFill>
                  <a:srgbClr val="FF0000"/>
                </a:solidFill>
                <a:effectLst/>
                <a:latin typeface="Arial Black" panose="020B0A04020102020204" pitchFamily="34" charset="0"/>
              </a:rPr>
              <a:t>2. Split the Dataset</a:t>
            </a:r>
          </a:p>
          <a:p>
            <a:pPr marL="285750" indent="-285750" algn="just"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Divide the data into training data (about 80%) and testing data (about 20%).</a:t>
            </a:r>
          </a:p>
          <a:p>
            <a:pPr marL="285750" indent="-285750" algn="just"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The model will learn from the training data and be evaluated on the testing data.</a:t>
            </a:r>
          </a:p>
        </p:txBody>
      </p:sp>
      <p:sp>
        <p:nvSpPr>
          <p:cNvPr id="10" name="TextBox 9">
            <a:extLst>
              <a:ext uri="{FF2B5EF4-FFF2-40B4-BE49-F238E27FC236}">
                <a16:creationId xmlns:a16="http://schemas.microsoft.com/office/drawing/2014/main" id="{0C16C881-C979-7C75-282B-35D58B34B1A8}"/>
              </a:ext>
            </a:extLst>
          </p:cNvPr>
          <p:cNvSpPr txBox="1"/>
          <p:nvPr/>
        </p:nvSpPr>
        <p:spPr>
          <a:xfrm>
            <a:off x="934064" y="4689032"/>
            <a:ext cx="10894142" cy="1561966"/>
          </a:xfrm>
          <a:prstGeom prst="rect">
            <a:avLst/>
          </a:prstGeom>
          <a:noFill/>
        </p:spPr>
        <p:txBody>
          <a:bodyPr wrap="square">
            <a:spAutoFit/>
          </a:bodyPr>
          <a:lstStyle/>
          <a:p>
            <a:pPr algn="l" fontAlgn="base">
              <a:lnSpc>
                <a:spcPts val="2100"/>
              </a:lnSpc>
              <a:spcBef>
                <a:spcPts val="1800"/>
              </a:spcBef>
              <a:spcAft>
                <a:spcPts val="1800"/>
              </a:spcAft>
              <a:buNone/>
            </a:pPr>
            <a:r>
              <a:rPr lang="en-US" sz="1600" b="1" i="0" dirty="0">
                <a:solidFill>
                  <a:srgbClr val="FF0000"/>
                </a:solidFill>
                <a:effectLst/>
                <a:latin typeface="Arial Black" panose="020B0A04020102020204" pitchFamily="34" charset="0"/>
              </a:rPr>
              <a:t>3. Train the Model</a:t>
            </a:r>
          </a:p>
          <a:p>
            <a:pPr marL="285750" indent="-285750"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Feed the training data (inputs and their labels) to a suitable supervised learning algorithm (like Decision Trees, SVM or Linear Regression).</a:t>
            </a:r>
          </a:p>
          <a:p>
            <a:pPr marL="285750" indent="-285750"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The model tries to find patterns that map inputs to correct outputs.</a:t>
            </a:r>
          </a:p>
        </p:txBody>
      </p:sp>
    </p:spTree>
    <p:extLst>
      <p:ext uri="{BB962C8B-B14F-4D97-AF65-F5344CB8AC3E}">
        <p14:creationId xmlns:p14="http://schemas.microsoft.com/office/powerpoint/2010/main" val="195282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6A98C-8145-9E94-1373-82D42CC0E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F5F0A-12D2-8221-4FEF-DDFF6189DB62}"/>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4" name="TextBox 3">
            <a:extLst>
              <a:ext uri="{FF2B5EF4-FFF2-40B4-BE49-F238E27FC236}">
                <a16:creationId xmlns:a16="http://schemas.microsoft.com/office/drawing/2014/main" id="{E27EA03C-C314-F0D9-982C-5006F1E0CB54}"/>
              </a:ext>
            </a:extLst>
          </p:cNvPr>
          <p:cNvSpPr txBox="1"/>
          <p:nvPr/>
        </p:nvSpPr>
        <p:spPr>
          <a:xfrm>
            <a:off x="3382297" y="914400"/>
            <a:ext cx="6096000" cy="363561"/>
          </a:xfrm>
          <a:prstGeom prst="rect">
            <a:avLst/>
          </a:prstGeom>
          <a:noFill/>
        </p:spPr>
        <p:txBody>
          <a:bodyPr wrap="square">
            <a:spAutoFit/>
          </a:bodyPr>
          <a:lstStyle/>
          <a:p>
            <a:pPr algn="l" fontAlgn="base">
              <a:lnSpc>
                <a:spcPts val="2100"/>
              </a:lnSpc>
              <a:buNone/>
            </a:pPr>
            <a:r>
              <a:rPr lang="en-US" b="1" i="0" dirty="0">
                <a:solidFill>
                  <a:srgbClr val="002060"/>
                </a:solidFill>
                <a:effectLst/>
                <a:latin typeface="Arial Black" panose="020B0A04020102020204" pitchFamily="34" charset="0"/>
              </a:rPr>
              <a:t>Working of Supervised Machine Learning</a:t>
            </a:r>
          </a:p>
        </p:txBody>
      </p:sp>
      <p:sp>
        <p:nvSpPr>
          <p:cNvPr id="5" name="TextBox 4">
            <a:extLst>
              <a:ext uri="{FF2B5EF4-FFF2-40B4-BE49-F238E27FC236}">
                <a16:creationId xmlns:a16="http://schemas.microsoft.com/office/drawing/2014/main" id="{7AC9F602-20B7-DB48-6635-E1E2B191D3BA}"/>
              </a:ext>
            </a:extLst>
          </p:cNvPr>
          <p:cNvSpPr txBox="1"/>
          <p:nvPr/>
        </p:nvSpPr>
        <p:spPr>
          <a:xfrm>
            <a:off x="1199535" y="1544829"/>
            <a:ext cx="9842091" cy="3016210"/>
          </a:xfrm>
          <a:prstGeom prst="rect">
            <a:avLst/>
          </a:prstGeom>
          <a:noFill/>
        </p:spPr>
        <p:txBody>
          <a:bodyPr wrap="square">
            <a:spAutoFit/>
          </a:bodyPr>
          <a:lstStyle/>
          <a:p>
            <a:pPr algn="just" fontAlgn="base">
              <a:lnSpc>
                <a:spcPts val="2100"/>
              </a:lnSpc>
              <a:spcBef>
                <a:spcPts val="1800"/>
              </a:spcBef>
              <a:spcAft>
                <a:spcPts val="1800"/>
              </a:spcAft>
              <a:buNone/>
            </a:pPr>
            <a:r>
              <a:rPr lang="en-US" sz="1600" b="1" i="0" dirty="0">
                <a:solidFill>
                  <a:srgbClr val="FF0000"/>
                </a:solidFill>
                <a:effectLst/>
                <a:latin typeface="Arial Black" panose="020B0A04020102020204" pitchFamily="34" charset="0"/>
              </a:rPr>
              <a:t>4. Validate and Test the Model</a:t>
            </a:r>
          </a:p>
          <a:p>
            <a:pPr marL="285750" indent="-285750" algn="just"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Evaluate the model using testing data it has never seen before.</a:t>
            </a:r>
          </a:p>
          <a:p>
            <a:pPr marL="285750" indent="-285750" algn="just"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The model predicts outputs and these predictions are compared with the actual labels to calculate accuracy or error.</a:t>
            </a:r>
          </a:p>
          <a:p>
            <a:pPr algn="just" fontAlgn="base">
              <a:lnSpc>
                <a:spcPts val="2100"/>
              </a:lnSpc>
              <a:spcBef>
                <a:spcPts val="1800"/>
              </a:spcBef>
              <a:spcAft>
                <a:spcPts val="1800"/>
              </a:spcAft>
              <a:buNone/>
            </a:pPr>
            <a:r>
              <a:rPr lang="en-US" sz="1600" b="1" i="0" dirty="0">
                <a:solidFill>
                  <a:srgbClr val="FF0000"/>
                </a:solidFill>
                <a:effectLst/>
                <a:latin typeface="Arial Black" panose="020B0A04020102020204" pitchFamily="34" charset="0"/>
              </a:rPr>
              <a:t>5. Deploy and Predict on New Data</a:t>
            </a:r>
          </a:p>
          <a:p>
            <a:pPr marL="285750" indent="-285750" algn="just"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Once the model performs well, it can be used to predict outputs for completely new, unseen data.</a:t>
            </a:r>
          </a:p>
        </p:txBody>
      </p:sp>
    </p:spTree>
    <p:extLst>
      <p:ext uri="{BB962C8B-B14F-4D97-AF65-F5344CB8AC3E}">
        <p14:creationId xmlns:p14="http://schemas.microsoft.com/office/powerpoint/2010/main" val="2890099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646F7-68C8-C11A-327D-424A606859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F0348-41B3-8AED-09EA-8B9AB6A63B58}"/>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6" name="TextBox 5">
            <a:extLst>
              <a:ext uri="{FF2B5EF4-FFF2-40B4-BE49-F238E27FC236}">
                <a16:creationId xmlns:a16="http://schemas.microsoft.com/office/drawing/2014/main" id="{254E55FB-DDA5-A2E6-CA9E-E92AE1CDDB83}"/>
              </a:ext>
            </a:extLst>
          </p:cNvPr>
          <p:cNvSpPr txBox="1"/>
          <p:nvPr/>
        </p:nvSpPr>
        <p:spPr>
          <a:xfrm>
            <a:off x="2177846" y="937717"/>
            <a:ext cx="7561006" cy="400110"/>
          </a:xfrm>
          <a:prstGeom prst="rect">
            <a:avLst/>
          </a:prstGeom>
          <a:noFill/>
        </p:spPr>
        <p:txBody>
          <a:bodyPr wrap="square">
            <a:spAutoFit/>
          </a:bodyPr>
          <a:lstStyle/>
          <a:p>
            <a:r>
              <a:rPr lang="en-US" sz="2000" dirty="0">
                <a:solidFill>
                  <a:srgbClr val="002060"/>
                </a:solidFill>
                <a:latin typeface="Arial Black" panose="020B0A04020102020204" pitchFamily="34" charset="0"/>
              </a:rPr>
              <a:t>Algorithm: Linear Regression (Supervised Learning)</a:t>
            </a:r>
          </a:p>
        </p:txBody>
      </p:sp>
      <p:sp>
        <p:nvSpPr>
          <p:cNvPr id="8" name="TextBox 7">
            <a:extLst>
              <a:ext uri="{FF2B5EF4-FFF2-40B4-BE49-F238E27FC236}">
                <a16:creationId xmlns:a16="http://schemas.microsoft.com/office/drawing/2014/main" id="{67DD9D23-622B-4508-AD42-6B12BFE1C8F3}"/>
              </a:ext>
            </a:extLst>
          </p:cNvPr>
          <p:cNvSpPr txBox="1"/>
          <p:nvPr/>
        </p:nvSpPr>
        <p:spPr>
          <a:xfrm>
            <a:off x="894735" y="1525280"/>
            <a:ext cx="10402529" cy="4524315"/>
          </a:xfrm>
          <a:prstGeom prst="rect">
            <a:avLst/>
          </a:prstGeom>
          <a:noFill/>
        </p:spPr>
        <p:txBody>
          <a:bodyPr wrap="square">
            <a:spAutoFit/>
          </a:bodyPr>
          <a:lstStyle/>
          <a:p>
            <a:pPr algn="ctr">
              <a:buNone/>
            </a:pPr>
            <a:r>
              <a:rPr lang="en-US" sz="1600" b="1" dirty="0">
                <a:solidFill>
                  <a:srgbClr val="002060"/>
                </a:solidFill>
                <a:latin typeface="Arial Black" panose="020B0A04020102020204" pitchFamily="34" charset="0"/>
              </a:rPr>
              <a:t>Step-by-Step in Simple Terms</a:t>
            </a:r>
          </a:p>
          <a:p>
            <a:pPr algn="just">
              <a:buNone/>
            </a:pPr>
            <a:endParaRPr lang="en-US" sz="1600" b="1" dirty="0">
              <a:latin typeface="Arial Black" panose="020B0A04020102020204" pitchFamily="34" charset="0"/>
            </a:endParaRPr>
          </a:p>
          <a:p>
            <a:pPr marL="342900" indent="-342900" algn="just">
              <a:buFont typeface="+mj-lt"/>
              <a:buAutoNum type="arabicPeriod"/>
            </a:pPr>
            <a:r>
              <a:rPr lang="en-US" sz="1600" b="1" dirty="0">
                <a:solidFill>
                  <a:srgbClr val="FF0000"/>
                </a:solidFill>
                <a:effectLst/>
                <a:latin typeface="Arial Black" panose="020B0A04020102020204" pitchFamily="34" charset="0"/>
              </a:rPr>
              <a:t>Start with data you already know</a:t>
            </a:r>
            <a:r>
              <a:rPr lang="en-US" sz="1600" b="1" dirty="0">
                <a:effectLst/>
                <a:latin typeface="Arial Black" panose="020B0A04020102020204" pitchFamily="34" charset="0"/>
              </a:rPr>
              <a:t>.</a:t>
            </a:r>
            <a:r>
              <a:rPr lang="en-US" sz="1600" dirty="0">
                <a:effectLst/>
                <a:latin typeface="Arial Black" panose="020B0A04020102020204" pitchFamily="34" charset="0"/>
              </a:rPr>
              <a:t> You have examples where both the input and output are known — like how many hours a student studied and what score they got. Example:</a:t>
            </a:r>
            <a:endParaRPr lang="en-US" sz="1600" dirty="0">
              <a:latin typeface="Arial Black" panose="020B0A04020102020204" pitchFamily="34" charset="0"/>
            </a:endParaRPr>
          </a:p>
          <a:p>
            <a:pPr marL="742950" lvl="1" indent="-285750" algn="just">
              <a:buFont typeface="+mj-lt"/>
              <a:buAutoNum type="arabicPeriod"/>
            </a:pPr>
            <a:r>
              <a:rPr lang="en-US" sz="1600" dirty="0">
                <a:effectLst/>
                <a:latin typeface="Arial Black" panose="020B0A04020102020204" pitchFamily="34" charset="0"/>
              </a:rPr>
              <a:t>2 hours → 50 marks</a:t>
            </a:r>
            <a:endParaRPr lang="en-US" sz="1600" dirty="0">
              <a:latin typeface="Arial Black" panose="020B0A04020102020204" pitchFamily="34" charset="0"/>
            </a:endParaRPr>
          </a:p>
          <a:p>
            <a:pPr marL="742950" lvl="1" indent="-285750" algn="just">
              <a:buFont typeface="+mj-lt"/>
              <a:buAutoNum type="arabicPeriod"/>
            </a:pPr>
            <a:r>
              <a:rPr lang="en-US" sz="1600" dirty="0">
                <a:effectLst/>
                <a:latin typeface="Arial Black" panose="020B0A04020102020204" pitchFamily="34" charset="0"/>
              </a:rPr>
              <a:t>4 hours → 60 marks</a:t>
            </a:r>
            <a:endParaRPr lang="en-US" sz="1600" dirty="0">
              <a:latin typeface="Arial Black" panose="020B0A04020102020204" pitchFamily="34" charset="0"/>
            </a:endParaRPr>
          </a:p>
          <a:p>
            <a:pPr marL="742950" lvl="1" indent="-285750" algn="just">
              <a:buFont typeface="+mj-lt"/>
              <a:buAutoNum type="arabicPeriod"/>
            </a:pPr>
            <a:r>
              <a:rPr lang="en-US" sz="1600" dirty="0">
                <a:effectLst/>
                <a:latin typeface="Arial Black" panose="020B0A04020102020204" pitchFamily="34" charset="0"/>
              </a:rPr>
              <a:t>6 hours → 70 marks</a:t>
            </a:r>
            <a:endParaRPr lang="en-US" sz="1600" dirty="0">
              <a:latin typeface="Arial Black" panose="020B0A04020102020204" pitchFamily="34" charset="0"/>
            </a:endParaRPr>
          </a:p>
          <a:p>
            <a:pPr marL="342900" indent="-342900" algn="just">
              <a:buFont typeface="+mj-lt"/>
              <a:buAutoNum type="arabicPeriod"/>
            </a:pPr>
            <a:r>
              <a:rPr lang="en-US" sz="1600" b="1" dirty="0">
                <a:solidFill>
                  <a:srgbClr val="FF0000"/>
                </a:solidFill>
                <a:effectLst/>
                <a:latin typeface="Arial Black" panose="020B0A04020102020204" pitchFamily="34" charset="0"/>
              </a:rPr>
              <a:t>Guess a straight line.</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You assume there’s a line that connects study hours to marks. The line looks like: </a:t>
            </a:r>
            <a:r>
              <a:rPr lang="en-US" sz="1600" b="1" dirty="0">
                <a:effectLst/>
                <a:latin typeface="Arial Black" panose="020B0A04020102020204" pitchFamily="34" charset="0"/>
              </a:rPr>
              <a:t>Predicted Marks = (Slope × Hours) + Intercept</a:t>
            </a:r>
            <a:endParaRPr lang="en-US" sz="1600" dirty="0">
              <a:latin typeface="Arial Black" panose="020B0A04020102020204" pitchFamily="34" charset="0"/>
            </a:endParaRPr>
          </a:p>
          <a:p>
            <a:pPr marL="342900" indent="-342900" algn="just">
              <a:buFont typeface="+mj-lt"/>
              <a:buAutoNum type="arabicPeriod"/>
            </a:pPr>
            <a:r>
              <a:rPr lang="en-US" sz="1600" b="1" dirty="0">
                <a:solidFill>
                  <a:srgbClr val="FF0000"/>
                </a:solidFill>
                <a:effectLst/>
                <a:latin typeface="Arial Black" panose="020B0A04020102020204" pitchFamily="34" charset="0"/>
              </a:rPr>
              <a:t>Check how good your guess is.</a:t>
            </a:r>
            <a:r>
              <a:rPr lang="en-US" sz="1600" dirty="0">
                <a:effectLst/>
                <a:latin typeface="Arial Black" panose="020B0A04020102020204" pitchFamily="34" charset="0"/>
              </a:rPr>
              <a:t> You compare your predicted marks with the real marks. The difference between them is called </a:t>
            </a:r>
            <a:r>
              <a:rPr lang="en-US" sz="1600" b="1" dirty="0">
                <a:effectLst/>
                <a:latin typeface="Arial Black" panose="020B0A04020102020204" pitchFamily="34" charset="0"/>
              </a:rPr>
              <a:t>error</a:t>
            </a:r>
            <a:r>
              <a:rPr lang="en-US" sz="1600" dirty="0">
                <a:effectLst/>
                <a:latin typeface="Arial Black" panose="020B0A04020102020204" pitchFamily="34" charset="0"/>
              </a:rPr>
              <a:t>.</a:t>
            </a:r>
            <a:endParaRPr lang="en-US" sz="1600" dirty="0">
              <a:latin typeface="Arial Black" panose="020B0A04020102020204" pitchFamily="34" charset="0"/>
            </a:endParaRPr>
          </a:p>
          <a:p>
            <a:pPr marL="342900" indent="-342900" algn="just">
              <a:buFont typeface="+mj-lt"/>
              <a:buAutoNum type="arabicPeriod"/>
            </a:pPr>
            <a:r>
              <a:rPr lang="en-US" sz="1600" b="1" dirty="0">
                <a:solidFill>
                  <a:srgbClr val="FF0000"/>
                </a:solidFill>
                <a:effectLst/>
                <a:latin typeface="Arial Black" panose="020B0A04020102020204" pitchFamily="34" charset="0"/>
              </a:rPr>
              <a:t>Adjust the line to reduce the error.</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You keep tweaking the slope and intercept so that the line fits the data better. This process is called </a:t>
            </a:r>
            <a:r>
              <a:rPr lang="en-US" sz="1600" b="1" dirty="0">
                <a:effectLst/>
                <a:latin typeface="Arial Black" panose="020B0A04020102020204" pitchFamily="34" charset="0"/>
              </a:rPr>
              <a:t>training</a:t>
            </a:r>
            <a:r>
              <a:rPr lang="en-US" sz="1600" dirty="0">
                <a:effectLst/>
                <a:latin typeface="Arial Black" panose="020B0A04020102020204" pitchFamily="34" charset="0"/>
              </a:rPr>
              <a:t> — the computer learns the best line by minimizing the error.</a:t>
            </a:r>
            <a:endParaRPr lang="en-US" sz="1600" dirty="0">
              <a:latin typeface="Arial Black" panose="020B0A04020102020204" pitchFamily="34" charset="0"/>
            </a:endParaRPr>
          </a:p>
          <a:p>
            <a:pPr marL="342900" indent="-342900" algn="just">
              <a:buFont typeface="+mj-lt"/>
              <a:buAutoNum type="arabicPeriod"/>
            </a:pPr>
            <a:r>
              <a:rPr lang="en-US" sz="1600" b="1" dirty="0">
                <a:solidFill>
                  <a:srgbClr val="FF0000"/>
                </a:solidFill>
                <a:effectLst/>
                <a:latin typeface="Arial Black" panose="020B0A04020102020204" pitchFamily="34" charset="0"/>
              </a:rPr>
              <a:t>Stop when the line fits well.</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When changes no longer improve accuracy much, you stop adjusting. Now you have your final model — the best‑fit line.</a:t>
            </a:r>
            <a:endParaRPr lang="en-US" sz="1600" dirty="0">
              <a:latin typeface="Arial Black" panose="020B0A04020102020204" pitchFamily="34" charset="0"/>
            </a:endParaRPr>
          </a:p>
          <a:p>
            <a:pPr marL="342900" indent="-342900" algn="just">
              <a:buFont typeface="+mj-lt"/>
              <a:buAutoNum type="arabicPeriod"/>
            </a:pPr>
            <a:r>
              <a:rPr lang="en-US" sz="1600" b="1" dirty="0">
                <a:solidFill>
                  <a:srgbClr val="FF0000"/>
                </a:solidFill>
                <a:effectLst/>
                <a:latin typeface="Arial Black" panose="020B0A04020102020204" pitchFamily="34" charset="0"/>
              </a:rPr>
              <a:t>Use the line to predict new results.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If a new student studies 7 hours, you plug it into your line: </a:t>
            </a:r>
            <a:r>
              <a:rPr lang="en-US" sz="1600" b="1" dirty="0">
                <a:effectLst/>
                <a:latin typeface="Arial Black" panose="020B0A04020102020204" pitchFamily="34" charset="0"/>
              </a:rPr>
              <a:t>Predicted Marks = (Slope × 7) + Intercept</a:t>
            </a:r>
            <a:r>
              <a:rPr lang="en-US" sz="1600" dirty="0">
                <a:effectLst/>
                <a:latin typeface="Arial Black" panose="020B0A04020102020204" pitchFamily="34" charset="0"/>
              </a:rPr>
              <a:t> That gives you the expected score.</a:t>
            </a:r>
            <a:endParaRPr lang="en-US" sz="1600" dirty="0">
              <a:latin typeface="Arial Black" panose="020B0A04020102020204" pitchFamily="34" charset="0"/>
            </a:endParaRPr>
          </a:p>
        </p:txBody>
      </p:sp>
    </p:spTree>
    <p:extLst>
      <p:ext uri="{BB962C8B-B14F-4D97-AF65-F5344CB8AC3E}">
        <p14:creationId xmlns:p14="http://schemas.microsoft.com/office/powerpoint/2010/main" val="4305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E4BC6-ACD1-0298-C431-577E4682F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74C3A-33B9-444E-C2DF-A12AABADBFE9}"/>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pic>
        <p:nvPicPr>
          <p:cNvPr id="4" name="Picture 3">
            <a:extLst>
              <a:ext uri="{FF2B5EF4-FFF2-40B4-BE49-F238E27FC236}">
                <a16:creationId xmlns:a16="http://schemas.microsoft.com/office/drawing/2014/main" id="{357CD7B8-B206-5C0A-D9A7-E7FEB3C1C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795" y="1052868"/>
            <a:ext cx="7167716" cy="5161118"/>
          </a:xfrm>
          <a:prstGeom prst="rect">
            <a:avLst/>
          </a:prstGeom>
        </p:spPr>
      </p:pic>
      <p:sp>
        <p:nvSpPr>
          <p:cNvPr id="7" name="TextBox 6">
            <a:extLst>
              <a:ext uri="{FF2B5EF4-FFF2-40B4-BE49-F238E27FC236}">
                <a16:creationId xmlns:a16="http://schemas.microsoft.com/office/drawing/2014/main" id="{D7DE9B3F-674A-4F95-6160-845F3B039C9D}"/>
              </a:ext>
            </a:extLst>
          </p:cNvPr>
          <p:cNvSpPr txBox="1"/>
          <p:nvPr/>
        </p:nvSpPr>
        <p:spPr>
          <a:xfrm>
            <a:off x="7629831" y="915216"/>
            <a:ext cx="4395020" cy="2554545"/>
          </a:xfrm>
          <a:prstGeom prst="rect">
            <a:avLst/>
          </a:prstGeom>
          <a:noFill/>
        </p:spPr>
        <p:txBody>
          <a:bodyPr wrap="square">
            <a:spAutoFit/>
          </a:bodyPr>
          <a:lstStyle/>
          <a:p>
            <a:pPr>
              <a:buNone/>
            </a:pPr>
            <a:r>
              <a:rPr lang="en-US" sz="1600" b="1" dirty="0">
                <a:solidFill>
                  <a:srgbClr val="FF0000"/>
                </a:solidFill>
                <a:effectLst/>
                <a:latin typeface="Arial Black" panose="020B0A04020102020204" pitchFamily="34" charset="0"/>
              </a:rPr>
              <a:t>Collect Data</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 Gather examples (study hours → exam scores).</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Guess a Line</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 Draw an initial straight line through the data.</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Check Error</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 Measure how far the line is from the actual points.</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Adjust Line</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 Tweak slope and intercept to reduce error.</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Predict Result</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 Use the final line to forecast new outcomes.</a:t>
            </a:r>
            <a:endParaRPr lang="en-US" sz="1600" dirty="0">
              <a:latin typeface="Arial Black" panose="020B0A04020102020204" pitchFamily="34" charset="0"/>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2E5843CC-D8FB-BDC2-2A1D-FBF0E3B84AB9}"/>
                  </a:ext>
                </a:extLst>
              </p:cNvPr>
              <p:cNvSpPr txBox="1"/>
              <p:nvPr/>
            </p:nvSpPr>
            <p:spPr>
              <a:xfrm>
                <a:off x="7649496" y="3475085"/>
                <a:ext cx="4355690" cy="3293209"/>
              </a:xfrm>
              <a:prstGeom prst="rect">
                <a:avLst/>
              </a:prstGeom>
              <a:noFill/>
            </p:spPr>
            <p:txBody>
              <a:bodyPr wrap="square">
                <a:spAutoFit/>
              </a:bodyPr>
              <a:lstStyle/>
              <a:p>
                <a:pPr algn="just"/>
                <a:r>
                  <a:rPr lang="en-US" sz="1600" b="1" dirty="0">
                    <a:solidFill>
                      <a:srgbClr val="FF0000"/>
                    </a:solidFill>
                    <a:latin typeface="Arial Black" panose="020B0A04020102020204" pitchFamily="34" charset="0"/>
                  </a:rPr>
                  <a:t>Linear Regression</a:t>
                </a:r>
                <a:r>
                  <a:rPr lang="en-US" sz="1600" dirty="0">
                    <a:solidFill>
                      <a:srgbClr val="FF0000"/>
                    </a:solidFill>
                    <a:latin typeface="Arial Black" panose="020B0A04020102020204" pitchFamily="34" charset="0"/>
                  </a:rPr>
                  <a:t> </a:t>
                </a:r>
                <a:r>
                  <a:rPr lang="en-US" sz="1600" dirty="0">
                    <a:latin typeface="Arial Black" panose="020B0A04020102020204" pitchFamily="34" charset="0"/>
                  </a:rPr>
                  <a:t>is a supervised learning algorithm that finds the best‑fit straight line through data points to show the relationship between input and output variables. </a:t>
                </a:r>
              </a:p>
              <a:p>
                <a:pPr algn="just"/>
                <a:endParaRPr lang="en-US" sz="1600" dirty="0">
                  <a:latin typeface="Arial Black" panose="020B0A04020102020204" pitchFamily="34" charset="0"/>
                </a:endParaRPr>
              </a:p>
              <a:p>
                <a:pPr algn="just"/>
                <a:r>
                  <a:rPr lang="en-US" sz="1600" dirty="0">
                    <a:latin typeface="Arial Black" panose="020B0A04020102020204" pitchFamily="34" charset="0"/>
                  </a:rPr>
                  <a:t>It predicts continuous outcomes — for example, estimating exam scores from study hours. The model learns by minimizing the difference between predicted and actual values, producing a simple equation of the form </a:t>
                </a:r>
                <a14:m>
                  <m:oMath xmlns:m="http://schemas.openxmlformats.org/officeDocument/2006/math">
                    <m:r>
                      <a:rPr lang="en-US" sz="1600" i="1">
                        <a:latin typeface="Cambria Math" panose="02040503050406030204" pitchFamily="18" charset="0"/>
                      </a:rPr>
                      <m:t>𝑦</m:t>
                    </m:r>
                    <m:r>
                      <a:rPr lang="en-US" sz="1600" i="0">
                        <a:latin typeface="Cambria Math" panose="02040503050406030204" pitchFamily="18" charset="0"/>
                      </a:rPr>
                      <m:t>=</m:t>
                    </m:r>
                    <m:r>
                      <a:rPr lang="en-US" sz="1600" i="1">
                        <a:latin typeface="Cambria Math" panose="02040503050406030204" pitchFamily="18" charset="0"/>
                      </a:rPr>
                      <m:t>𝑚</m:t>
                    </m:r>
                    <m:r>
                      <a:rPr lang="en-US" sz="1600" i="0">
                        <a:latin typeface="Cambria Math" panose="02040503050406030204" pitchFamily="18" charset="0"/>
                      </a:rPr>
                      <m:t>⋅</m:t>
                    </m:r>
                    <m:r>
                      <a:rPr lang="en-US" sz="1600" i="1">
                        <a:latin typeface="Cambria Math" panose="02040503050406030204" pitchFamily="18" charset="0"/>
                      </a:rPr>
                      <m:t>𝑥</m:t>
                    </m:r>
                    <m:r>
                      <a:rPr lang="en-US" sz="1600" i="0">
                        <a:latin typeface="Cambria Math" panose="02040503050406030204" pitchFamily="18" charset="0"/>
                      </a:rPr>
                      <m:t>+</m:t>
                    </m:r>
                    <m:r>
                      <a:rPr lang="en-US" sz="1600" i="1">
                        <a:latin typeface="Cambria Math" panose="02040503050406030204" pitchFamily="18" charset="0"/>
                      </a:rPr>
                      <m:t>𝑐</m:t>
                    </m:r>
                  </m:oMath>
                </a14:m>
                <a:r>
                  <a:rPr lang="en-US" sz="1600" dirty="0">
                    <a:latin typeface="Arial Black" panose="020B0A04020102020204" pitchFamily="34" charset="0"/>
                  </a:rPr>
                  <a:t>.</a:t>
                </a:r>
              </a:p>
            </p:txBody>
          </p:sp>
        </mc:Choice>
        <mc:Fallback>
          <p:sp>
            <p:nvSpPr>
              <p:cNvPr id="10" name="TextBox 9">
                <a:extLst>
                  <a:ext uri="{FF2B5EF4-FFF2-40B4-BE49-F238E27FC236}">
                    <a16:creationId xmlns:a16="http://schemas.microsoft.com/office/drawing/2014/main" id="{2E5843CC-D8FB-BDC2-2A1D-FBF0E3B84AB9}"/>
                  </a:ext>
                </a:extLst>
              </p:cNvPr>
              <p:cNvSpPr txBox="1">
                <a:spLocks noRot="1" noChangeAspect="1" noMove="1" noResize="1" noEditPoints="1" noAdjustHandles="1" noChangeArrowheads="1" noChangeShapeType="1" noTextEdit="1"/>
              </p:cNvSpPr>
              <p:nvPr/>
            </p:nvSpPr>
            <p:spPr>
              <a:xfrm>
                <a:off x="7649496" y="3475085"/>
                <a:ext cx="4355690" cy="3293209"/>
              </a:xfrm>
              <a:prstGeom prst="rect">
                <a:avLst/>
              </a:prstGeom>
              <a:blipFill>
                <a:blip r:embed="rId3"/>
                <a:stretch>
                  <a:fillRect l="-840" t="-556" r="-700" b="-1481"/>
                </a:stretch>
              </a:blipFill>
            </p:spPr>
            <p:txBody>
              <a:bodyPr/>
              <a:lstStyle/>
              <a:p>
                <a:r>
                  <a:rPr lang="en-US">
                    <a:noFill/>
                  </a:rPr>
                  <a:t> </a:t>
                </a:r>
              </a:p>
            </p:txBody>
          </p:sp>
        </mc:Fallback>
      </mc:AlternateContent>
    </p:spTree>
    <p:extLst>
      <p:ext uri="{BB962C8B-B14F-4D97-AF65-F5344CB8AC3E}">
        <p14:creationId xmlns:p14="http://schemas.microsoft.com/office/powerpoint/2010/main" val="2599810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A1B38-8FC6-5C78-A600-619962CCD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4DF91-7961-7065-4B58-4DA9750D8FA6}"/>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5" name="TextBox 4">
            <a:extLst>
              <a:ext uri="{FF2B5EF4-FFF2-40B4-BE49-F238E27FC236}">
                <a16:creationId xmlns:a16="http://schemas.microsoft.com/office/drawing/2014/main" id="{8FC2C061-5831-91AE-AD42-FD8B7E795A80}"/>
              </a:ext>
            </a:extLst>
          </p:cNvPr>
          <p:cNvSpPr txBox="1"/>
          <p:nvPr/>
        </p:nvSpPr>
        <p:spPr>
          <a:xfrm>
            <a:off x="2812026" y="881272"/>
            <a:ext cx="6971071" cy="400110"/>
          </a:xfrm>
          <a:prstGeom prst="rect">
            <a:avLst/>
          </a:prstGeom>
          <a:noFill/>
        </p:spPr>
        <p:txBody>
          <a:bodyPr wrap="square">
            <a:spAutoFit/>
          </a:bodyPr>
          <a:lstStyle/>
          <a:p>
            <a:r>
              <a:rPr lang="en-US" sz="2000" dirty="0">
                <a:solidFill>
                  <a:srgbClr val="002060"/>
                </a:solidFill>
                <a:latin typeface="Arial Black" panose="020B0A04020102020204" pitchFamily="34" charset="0"/>
              </a:rPr>
              <a:t>Linear Regression — Titanic Dataset Example</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0D1DBEB-C729-D036-5ED9-CB2312EE9ADC}"/>
                  </a:ext>
                </a:extLst>
              </p:cNvPr>
              <p:cNvSpPr txBox="1"/>
              <p:nvPr/>
            </p:nvSpPr>
            <p:spPr>
              <a:xfrm>
                <a:off x="226142" y="1281382"/>
                <a:ext cx="11769213" cy="5262979"/>
              </a:xfrm>
              <a:prstGeom prst="rect">
                <a:avLst/>
              </a:prstGeom>
              <a:noFill/>
            </p:spPr>
            <p:txBody>
              <a:bodyPr wrap="square">
                <a:spAutoFit/>
              </a:bodyPr>
              <a:lstStyle/>
              <a:p>
                <a:pPr>
                  <a:buNone/>
                </a:pPr>
                <a:endParaRPr lang="en-US" sz="1600" b="1" dirty="0">
                  <a:latin typeface="Arial Black" panose="020B0A04020102020204" pitchFamily="34" charset="0"/>
                </a:endParaRPr>
              </a:p>
              <a:p>
                <a:pPr>
                  <a:buNone/>
                </a:pPr>
                <a:r>
                  <a:rPr lang="en-US" sz="1600" dirty="0">
                    <a:effectLst/>
                    <a:latin typeface="Arial Black" panose="020B0A04020102020204" pitchFamily="34" charset="0"/>
                  </a:rPr>
                  <a:t>Predict a </a:t>
                </a:r>
                <a:r>
                  <a:rPr lang="en-US" sz="1600" b="1" dirty="0">
                    <a:effectLst/>
                    <a:latin typeface="Arial Black" panose="020B0A04020102020204" pitchFamily="34" charset="0"/>
                  </a:rPr>
                  <a:t>continuous variable</a:t>
                </a:r>
                <a:r>
                  <a:rPr lang="en-US" sz="1600" dirty="0">
                    <a:effectLst/>
                    <a:latin typeface="Arial Black" panose="020B0A04020102020204" pitchFamily="34" charset="0"/>
                  </a:rPr>
                  <a:t> (</a:t>
                </a:r>
                <a:r>
                  <a:rPr lang="en-US" sz="1600" dirty="0">
                    <a:solidFill>
                      <a:srgbClr val="FF0000"/>
                    </a:solidFill>
                    <a:effectLst/>
                    <a:latin typeface="Arial Black" panose="020B0A04020102020204" pitchFamily="34" charset="0"/>
                  </a:rPr>
                  <a:t>for example, passenger fare</a:t>
                </a:r>
                <a:r>
                  <a:rPr lang="en-US" sz="1600" dirty="0">
                    <a:effectLst/>
                    <a:latin typeface="Arial Black" panose="020B0A04020102020204" pitchFamily="34" charset="0"/>
                  </a:rPr>
                  <a:t>) based on other features such as </a:t>
                </a:r>
                <a:r>
                  <a:rPr lang="en-US" sz="1600" b="1" dirty="0">
                    <a:effectLst/>
                    <a:latin typeface="Arial Black" panose="020B0A04020102020204" pitchFamily="34" charset="0"/>
                  </a:rPr>
                  <a:t>age, class, and number of siblings/spouses aboard</a:t>
                </a:r>
                <a:r>
                  <a:rPr lang="en-US" sz="1600" dirty="0">
                    <a:effectLst/>
                    <a:latin typeface="Arial Black" panose="020B0A04020102020204" pitchFamily="34" charset="0"/>
                  </a:rPr>
                  <a:t>.</a:t>
                </a:r>
              </a:p>
              <a:p>
                <a:pPr>
                  <a:buNone/>
                </a:pPr>
                <a:endParaRPr lang="en-US" sz="1600" dirty="0">
                  <a:solidFill>
                    <a:srgbClr val="FF0000"/>
                  </a:solidFill>
                  <a:latin typeface="Arial Black" panose="020B0A04020102020204" pitchFamily="34" charset="0"/>
                </a:endParaRPr>
              </a:p>
              <a:p>
                <a:pPr algn="ctr">
                  <a:buNone/>
                </a:pPr>
                <a:r>
                  <a:rPr lang="en-US" sz="1600" b="1" dirty="0">
                    <a:solidFill>
                      <a:srgbClr val="FF0000"/>
                    </a:solidFill>
                    <a:latin typeface="Arial Black" panose="020B0A04020102020204" pitchFamily="34" charset="0"/>
                  </a:rPr>
                  <a:t>Steps in Plain English</a:t>
                </a:r>
              </a:p>
              <a:p>
                <a:pPr>
                  <a:buNone/>
                </a:pPr>
                <a:endParaRPr lang="en-US" sz="1600" b="1" dirty="0">
                  <a:solidFill>
                    <a:srgbClr val="FF0000"/>
                  </a:solidFill>
                  <a:latin typeface="Arial Black" panose="020B0A04020102020204" pitchFamily="34" charset="0"/>
                </a:endParaRPr>
              </a:p>
              <a:p>
                <a:pPr>
                  <a:buFont typeface="+mj-lt"/>
                  <a:buAutoNum type="arabicPeriod"/>
                </a:pPr>
                <a:r>
                  <a:rPr lang="en-US" sz="1600" b="1" dirty="0">
                    <a:solidFill>
                      <a:srgbClr val="FF0000"/>
                    </a:solidFill>
                    <a:effectLst/>
                    <a:latin typeface="Arial Black" panose="020B0A04020102020204" pitchFamily="34" charset="0"/>
                  </a:rPr>
                  <a:t>Collect and Prepare Data</a:t>
                </a:r>
                <a:endParaRPr lang="en-US" sz="1600"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Use Titanic dataset columns like Age, </a:t>
                </a:r>
                <a:r>
                  <a:rPr lang="en-US" sz="1600" dirty="0" err="1">
                    <a:effectLst/>
                    <a:latin typeface="Arial Black" panose="020B0A04020102020204" pitchFamily="34" charset="0"/>
                  </a:rPr>
                  <a:t>Pclass</a:t>
                </a:r>
                <a:r>
                  <a:rPr lang="en-US" sz="1600" dirty="0">
                    <a:effectLst/>
                    <a:latin typeface="Arial Black" panose="020B0A04020102020204" pitchFamily="34" charset="0"/>
                  </a:rPr>
                  <a:t>, </a:t>
                </a:r>
                <a:r>
                  <a:rPr lang="en-US" sz="1600" dirty="0" err="1">
                    <a:effectLst/>
                    <a:latin typeface="Arial Black" panose="020B0A04020102020204" pitchFamily="34" charset="0"/>
                  </a:rPr>
                  <a:t>SibSp</a:t>
                </a:r>
                <a:r>
                  <a:rPr lang="en-US" sz="1600" dirty="0">
                    <a:effectLst/>
                    <a:latin typeface="Arial Black" panose="020B0A04020102020204" pitchFamily="34" charset="0"/>
                  </a:rPr>
                  <a:t>, and Fare.</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Handle missing values and scale numeric features.</a:t>
                </a:r>
                <a:endParaRPr lang="en-US" sz="1600" dirty="0">
                  <a:latin typeface="Arial Black" panose="020B0A04020102020204" pitchFamily="34" charset="0"/>
                </a:endParaRPr>
              </a:p>
              <a:p>
                <a:pPr>
                  <a:buFont typeface="+mj-lt"/>
                  <a:buAutoNum type="arabicPeriod"/>
                </a:pPr>
                <a:r>
                  <a:rPr lang="en-US" sz="1600" b="1" dirty="0">
                    <a:solidFill>
                      <a:srgbClr val="FF0000"/>
                    </a:solidFill>
                    <a:effectLst/>
                    <a:latin typeface="Arial Black" panose="020B0A04020102020204" pitchFamily="34" charset="0"/>
                  </a:rPr>
                  <a:t>Define Inputs and Output</a:t>
                </a:r>
                <a:endParaRPr lang="en-US" sz="1600"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sz="1600" b="1" dirty="0">
                    <a:effectLst/>
                    <a:latin typeface="Arial Black" panose="020B0A04020102020204" pitchFamily="34" charset="0"/>
                  </a:rPr>
                  <a:t>Inputs (X):</a:t>
                </a:r>
                <a:r>
                  <a:rPr lang="en-US" sz="1600" dirty="0">
                    <a:effectLst/>
                    <a:latin typeface="Arial Black" panose="020B0A04020102020204" pitchFamily="34" charset="0"/>
                  </a:rPr>
                  <a:t> Age, </a:t>
                </a:r>
                <a:r>
                  <a:rPr lang="en-US" sz="1600" dirty="0" err="1">
                    <a:effectLst/>
                    <a:latin typeface="Arial Black" panose="020B0A04020102020204" pitchFamily="34" charset="0"/>
                  </a:rPr>
                  <a:t>Pclass</a:t>
                </a:r>
                <a:r>
                  <a:rPr lang="en-US" sz="1600" dirty="0">
                    <a:effectLst/>
                    <a:latin typeface="Arial Black" panose="020B0A04020102020204" pitchFamily="34" charset="0"/>
                  </a:rPr>
                  <a:t>, </a:t>
                </a:r>
                <a:r>
                  <a:rPr lang="en-US" sz="1600" dirty="0" err="1">
                    <a:effectLst/>
                    <a:latin typeface="Arial Black" panose="020B0A04020102020204" pitchFamily="34" charset="0"/>
                  </a:rPr>
                  <a:t>SibSp</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b="1" dirty="0">
                    <a:effectLst/>
                    <a:latin typeface="Arial Black" panose="020B0A04020102020204" pitchFamily="34" charset="0"/>
                  </a:rPr>
                  <a:t>Output (Y):</a:t>
                </a:r>
                <a:r>
                  <a:rPr lang="en-US" sz="1600" dirty="0">
                    <a:effectLst/>
                    <a:latin typeface="Arial Black" panose="020B0A04020102020204" pitchFamily="34" charset="0"/>
                  </a:rPr>
                  <a:t> Fare (the value we want to predict)</a:t>
                </a:r>
                <a:endParaRPr lang="en-US" sz="1600" dirty="0">
                  <a:latin typeface="Arial Black" panose="020B0A04020102020204" pitchFamily="34" charset="0"/>
                </a:endParaRPr>
              </a:p>
              <a:p>
                <a:pPr>
                  <a:buFont typeface="+mj-lt"/>
                  <a:buAutoNum type="arabicPeriod"/>
                </a:pPr>
                <a:r>
                  <a:rPr lang="en-US" sz="1600" b="1" dirty="0">
                    <a:solidFill>
                      <a:srgbClr val="FF0000"/>
                    </a:solidFill>
                    <a:effectLst/>
                    <a:latin typeface="Arial Black" panose="020B0A04020102020204" pitchFamily="34" charset="0"/>
                  </a:rPr>
                  <a:t>Train the Model</a:t>
                </a:r>
                <a:endParaRPr lang="en-US" sz="1600"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Fit a </a:t>
                </a:r>
                <a:r>
                  <a:rPr lang="en-US" sz="1600" b="1" dirty="0">
                    <a:effectLst/>
                    <a:latin typeface="Arial Black" panose="020B0A04020102020204" pitchFamily="34" charset="0"/>
                  </a:rPr>
                  <a:t>Linear Regression</a:t>
                </a:r>
                <a:r>
                  <a:rPr lang="en-US" sz="1600" dirty="0">
                    <a:effectLst/>
                    <a:latin typeface="Arial Black" panose="020B0A04020102020204" pitchFamily="34" charset="0"/>
                  </a:rPr>
                  <a:t> model that learns the relationship between features and fare.</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The model finds coefficients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a:rPr lang="en-US" sz="1600" i="0">
                            <a:latin typeface="Cambria Math" panose="02040503050406030204" pitchFamily="18" charset="0"/>
                          </a:rPr>
                          <m:t>1</m:t>
                        </m:r>
                      </m:sub>
                    </m:sSub>
                    <m:r>
                      <a:rPr lang="en-US" sz="1600" i="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a:rPr lang="en-US" sz="1600" i="0">
                            <a:latin typeface="Cambria Math" panose="02040503050406030204" pitchFamily="18" charset="0"/>
                          </a:rPr>
                          <m:t>2</m:t>
                        </m:r>
                      </m:sub>
                    </m:sSub>
                    <m:r>
                      <a:rPr lang="en-US" sz="1600" i="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a:rPr lang="en-US" sz="1600" i="0">
                            <a:latin typeface="Cambria Math" panose="02040503050406030204" pitchFamily="18" charset="0"/>
                          </a:rPr>
                          <m:t>3</m:t>
                        </m:r>
                      </m:sub>
                    </m:sSub>
                  </m:oMath>
                </a14:m>
                <a:r>
                  <a:rPr lang="en-US" sz="1600" dirty="0">
                    <a:effectLst/>
                    <a:latin typeface="Arial Black" panose="020B0A04020102020204" pitchFamily="34" charset="0"/>
                  </a:rPr>
                  <a:t>and intercept </a:t>
                </a:r>
                <a14:m>
                  <m:oMath xmlns:m="http://schemas.openxmlformats.org/officeDocument/2006/math">
                    <m:r>
                      <a:rPr lang="en-US" sz="1600" i="1">
                        <a:latin typeface="Cambria Math" panose="02040503050406030204" pitchFamily="18" charset="0"/>
                      </a:rPr>
                      <m:t>𝑏</m:t>
                    </m:r>
                  </m:oMath>
                </a14:m>
                <a:r>
                  <a:rPr lang="en-US" sz="1600" dirty="0">
                    <a:effectLst/>
                    <a:latin typeface="Arial Black" panose="020B0A04020102020204" pitchFamily="34" charset="0"/>
                  </a:rPr>
                  <a:t>for the equation:</a:t>
                </a:r>
                <a:endParaRPr lang="en-US" sz="1600" dirty="0">
                  <a:latin typeface="Arial Black" panose="020B0A04020102020204" pitchFamily="34" charset="0"/>
                </a:endParaRPr>
              </a:p>
              <a:p>
                <a:pPr/>
                <a14:m>
                  <m:oMathPara xmlns:m="http://schemas.openxmlformats.org/officeDocument/2006/math">
                    <m:oMathParaPr>
                      <m:jc m:val="centerGroup"/>
                    </m:oMathParaPr>
                    <m:oMath xmlns:m="http://schemas.openxmlformats.org/officeDocument/2006/math">
                      <m:r>
                        <m:rPr>
                          <m:nor/>
                        </m:rPr>
                        <a:rPr lang="en-US" sz="1600" b="0">
                          <a:latin typeface="Arial Black" panose="020B0A04020102020204" pitchFamily="34" charset="0"/>
                        </a:rPr>
                        <m:t>Fare</m:t>
                      </m:r>
                      <m:r>
                        <a:rPr lang="en-US" sz="1600" b="0" i="0">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𝑤</m:t>
                          </m:r>
                        </m:e>
                        <m:sub>
                          <m:r>
                            <a:rPr lang="en-US" sz="1600" b="0" i="0">
                              <a:latin typeface="Cambria Math" panose="02040503050406030204" pitchFamily="18" charset="0"/>
                            </a:rPr>
                            <m:t>1</m:t>
                          </m:r>
                        </m:sub>
                      </m:sSub>
                      <m:r>
                        <a:rPr lang="en-US" sz="1600" b="0" i="0">
                          <a:latin typeface="Cambria Math" panose="02040503050406030204" pitchFamily="18" charset="0"/>
                        </a:rPr>
                        <m:t>⋅</m:t>
                      </m:r>
                      <m:r>
                        <m:rPr>
                          <m:nor/>
                        </m:rPr>
                        <a:rPr lang="en-US" sz="1600" b="0" i="1">
                          <a:latin typeface="Arial Black" panose="020B0A04020102020204" pitchFamily="34" charset="0"/>
                        </a:rPr>
                        <m:t>Age</m:t>
                      </m:r>
                      <m:r>
                        <a:rPr lang="en-US" sz="1600" b="0" i="0">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𝑤</m:t>
                          </m:r>
                        </m:e>
                        <m:sub>
                          <m:r>
                            <a:rPr lang="en-US" sz="1600" b="0" i="0">
                              <a:latin typeface="Cambria Math" panose="02040503050406030204" pitchFamily="18" charset="0"/>
                            </a:rPr>
                            <m:t>2</m:t>
                          </m:r>
                        </m:sub>
                      </m:sSub>
                      <m:r>
                        <a:rPr lang="en-US" sz="1600" b="0" i="0">
                          <a:latin typeface="Cambria Math" panose="02040503050406030204" pitchFamily="18" charset="0"/>
                        </a:rPr>
                        <m:t>⋅</m:t>
                      </m:r>
                      <m:r>
                        <m:rPr>
                          <m:nor/>
                        </m:rPr>
                        <a:rPr lang="en-US" sz="1600" b="0" i="1">
                          <a:latin typeface="Arial Black" panose="020B0A04020102020204" pitchFamily="34" charset="0"/>
                        </a:rPr>
                        <m:t>Pclass</m:t>
                      </m:r>
                      <m:r>
                        <a:rPr lang="en-US" sz="1600" b="0" i="0">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𝑤</m:t>
                          </m:r>
                        </m:e>
                        <m:sub>
                          <m:r>
                            <a:rPr lang="en-US" sz="1600" b="0" i="0">
                              <a:latin typeface="Cambria Math" panose="02040503050406030204" pitchFamily="18" charset="0"/>
                            </a:rPr>
                            <m:t>3</m:t>
                          </m:r>
                        </m:sub>
                      </m:sSub>
                      <m:r>
                        <a:rPr lang="en-US" sz="1600" b="0" i="0">
                          <a:latin typeface="Cambria Math" panose="02040503050406030204" pitchFamily="18" charset="0"/>
                        </a:rPr>
                        <m:t>⋅</m:t>
                      </m:r>
                      <m:r>
                        <m:rPr>
                          <m:nor/>
                        </m:rPr>
                        <a:rPr lang="en-US" sz="1600" b="0" i="1">
                          <a:latin typeface="Arial Black" panose="020B0A04020102020204" pitchFamily="34" charset="0"/>
                        </a:rPr>
                        <m:t>SibSp</m:t>
                      </m:r>
                      <m:r>
                        <a:rPr lang="en-US" sz="1600" b="0" i="0">
                          <a:latin typeface="Cambria Math" panose="02040503050406030204" pitchFamily="18" charset="0"/>
                        </a:rPr>
                        <m:t>+</m:t>
                      </m:r>
                      <m:r>
                        <a:rPr lang="en-US" sz="1600" b="0" i="1">
                          <a:latin typeface="Cambria Math" panose="02040503050406030204" pitchFamily="18" charset="0"/>
                        </a:rPr>
                        <m:t>𝑏</m:t>
                      </m:r>
                    </m:oMath>
                  </m:oMathPara>
                </a14:m>
                <a:endParaRPr lang="en-US" sz="1600" b="0" dirty="0">
                  <a:latin typeface="Arial Black" panose="020B0A04020102020204" pitchFamily="34" charset="0"/>
                </a:endParaRPr>
              </a:p>
              <a:p>
                <a:pPr>
                  <a:buFont typeface="+mj-lt"/>
                  <a:buAutoNum type="arabicPeriod" startAt="4"/>
                </a:pPr>
                <a:r>
                  <a:rPr lang="en-US" sz="1600" b="1" dirty="0">
                    <a:solidFill>
                      <a:srgbClr val="FF0000"/>
                    </a:solidFill>
                    <a:effectLst/>
                    <a:latin typeface="Arial Black" panose="020B0A04020102020204" pitchFamily="34" charset="0"/>
                  </a:rPr>
                  <a:t>Evaluate Performance</a:t>
                </a:r>
                <a:endParaRPr lang="en-US" sz="1600"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Check how well predictions match actual fares using metrics like </a:t>
                </a:r>
                <a:r>
                  <a:rPr lang="en-US" sz="1600" b="1" dirty="0">
                    <a:effectLst/>
                    <a:latin typeface="Arial Black" panose="020B0A04020102020204" pitchFamily="34" charset="0"/>
                  </a:rPr>
                  <a:t>Mean Squared Error (MSE)</a:t>
                </a:r>
                <a:r>
                  <a:rPr lang="en-US" sz="1600" dirty="0">
                    <a:effectLst/>
                    <a:latin typeface="Arial Black" panose="020B0A04020102020204" pitchFamily="34" charset="0"/>
                  </a:rPr>
                  <a:t> or </a:t>
                </a:r>
                <a:r>
                  <a:rPr lang="en-US" sz="1600" b="1" dirty="0">
                    <a:effectLst/>
                    <a:latin typeface="Arial Black" panose="020B0A04020102020204" pitchFamily="34" charset="0"/>
                  </a:rPr>
                  <a:t>R² score</a:t>
                </a:r>
                <a:r>
                  <a:rPr lang="en-US" sz="1600" dirty="0">
                    <a:effectLst/>
                    <a:latin typeface="Arial Black" panose="020B0A04020102020204" pitchFamily="34" charset="0"/>
                  </a:rPr>
                  <a:t>.</a:t>
                </a:r>
                <a:endParaRPr lang="en-US" sz="1600" dirty="0">
                  <a:latin typeface="Arial Black" panose="020B0A04020102020204" pitchFamily="34" charset="0"/>
                </a:endParaRPr>
              </a:p>
              <a:p>
                <a:pPr>
                  <a:buFont typeface="+mj-lt"/>
                  <a:buAutoNum type="arabicPeriod" startAt="4"/>
                </a:pPr>
                <a:r>
                  <a:rPr lang="en-US" sz="1600" b="1" dirty="0">
                    <a:solidFill>
                      <a:srgbClr val="FF0000"/>
                    </a:solidFill>
                    <a:effectLst/>
                    <a:latin typeface="Arial Black" panose="020B0A04020102020204" pitchFamily="34" charset="0"/>
                  </a:rPr>
                  <a:t>Predict New Values</a:t>
                </a:r>
                <a:endParaRPr lang="en-US" sz="1600"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For a new passenger, plug in their age, class, and family details to estimate fare.</a:t>
                </a:r>
                <a:endParaRPr lang="en-US" sz="1600" dirty="0">
                  <a:latin typeface="Arial Black" panose="020B0A04020102020204" pitchFamily="34" charset="0"/>
                </a:endParaRPr>
              </a:p>
            </p:txBody>
          </p:sp>
        </mc:Choice>
        <mc:Fallback>
          <p:sp>
            <p:nvSpPr>
              <p:cNvPr id="7" name="TextBox 6">
                <a:extLst>
                  <a:ext uri="{FF2B5EF4-FFF2-40B4-BE49-F238E27FC236}">
                    <a16:creationId xmlns:a16="http://schemas.microsoft.com/office/drawing/2014/main" id="{C0D1DBEB-C729-D036-5ED9-CB2312EE9ADC}"/>
                  </a:ext>
                </a:extLst>
              </p:cNvPr>
              <p:cNvSpPr txBox="1">
                <a:spLocks noRot="1" noChangeAspect="1" noMove="1" noResize="1" noEditPoints="1" noAdjustHandles="1" noChangeArrowheads="1" noChangeShapeType="1" noTextEdit="1"/>
              </p:cNvSpPr>
              <p:nvPr/>
            </p:nvSpPr>
            <p:spPr>
              <a:xfrm>
                <a:off x="226142" y="1281382"/>
                <a:ext cx="11769213" cy="5262979"/>
              </a:xfrm>
              <a:prstGeom prst="rect">
                <a:avLst/>
              </a:prstGeom>
              <a:blipFill>
                <a:blip r:embed="rId2"/>
                <a:stretch>
                  <a:fillRect l="-414" r="-155" b="-463"/>
                </a:stretch>
              </a:blipFill>
            </p:spPr>
            <p:txBody>
              <a:bodyPr/>
              <a:lstStyle/>
              <a:p>
                <a:r>
                  <a:rPr lang="en-US">
                    <a:noFill/>
                  </a:rPr>
                  <a:t> </a:t>
                </a:r>
              </a:p>
            </p:txBody>
          </p:sp>
        </mc:Fallback>
      </mc:AlternateContent>
    </p:spTree>
    <p:extLst>
      <p:ext uri="{BB962C8B-B14F-4D97-AF65-F5344CB8AC3E}">
        <p14:creationId xmlns:p14="http://schemas.microsoft.com/office/powerpoint/2010/main" val="1817879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52F69-A13D-DFFE-098D-4D2CDEF0B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09DA8-A901-FD57-E27E-7A90E49CCF37}"/>
              </a:ext>
            </a:extLst>
          </p:cNvPr>
          <p:cNvSpPr>
            <a:spLocks noGrp="1"/>
          </p:cNvSpPr>
          <p:nvPr>
            <p:ph type="ctrTitle"/>
          </p:nvPr>
        </p:nvSpPr>
        <p:spPr>
          <a:xfrm>
            <a:off x="1386349" y="0"/>
            <a:ext cx="9144000" cy="914400"/>
          </a:xfrm>
        </p:spPr>
        <p:txBody>
          <a:bodyPr>
            <a:normAutofit/>
          </a:bodyPr>
          <a:lstStyle/>
          <a:p>
            <a:r>
              <a:rPr lang="en-US" sz="4800" dirty="0">
                <a:latin typeface="Arial Black" panose="020B0A04020102020204" pitchFamily="34" charset="0"/>
              </a:rPr>
              <a:t>SUPERVISED LEARNING</a:t>
            </a:r>
          </a:p>
        </p:txBody>
      </p:sp>
      <p:sp>
        <p:nvSpPr>
          <p:cNvPr id="5" name="TextBox 4">
            <a:extLst>
              <a:ext uri="{FF2B5EF4-FFF2-40B4-BE49-F238E27FC236}">
                <a16:creationId xmlns:a16="http://schemas.microsoft.com/office/drawing/2014/main" id="{4FFE6038-7E28-D4F0-BD92-2D9811FDCCFD}"/>
              </a:ext>
            </a:extLst>
          </p:cNvPr>
          <p:cNvSpPr txBox="1"/>
          <p:nvPr/>
        </p:nvSpPr>
        <p:spPr>
          <a:xfrm>
            <a:off x="2610464" y="914400"/>
            <a:ext cx="6971071" cy="400110"/>
          </a:xfrm>
          <a:prstGeom prst="rect">
            <a:avLst/>
          </a:prstGeom>
          <a:noFill/>
        </p:spPr>
        <p:txBody>
          <a:bodyPr wrap="square">
            <a:spAutoFit/>
          </a:bodyPr>
          <a:lstStyle/>
          <a:p>
            <a:r>
              <a:rPr lang="en-US" sz="2000" dirty="0">
                <a:solidFill>
                  <a:srgbClr val="002060"/>
                </a:solidFill>
                <a:latin typeface="Arial Black" panose="020B0A04020102020204" pitchFamily="34" charset="0"/>
              </a:rPr>
              <a:t>Linear Regression — Titanic Dataset Example</a:t>
            </a:r>
          </a:p>
        </p:txBody>
      </p:sp>
      <p:sp>
        <p:nvSpPr>
          <p:cNvPr id="4" name="TextBox 3">
            <a:extLst>
              <a:ext uri="{FF2B5EF4-FFF2-40B4-BE49-F238E27FC236}">
                <a16:creationId xmlns:a16="http://schemas.microsoft.com/office/drawing/2014/main" id="{E105E853-3038-0CE9-A83D-237F1410D04D}"/>
              </a:ext>
            </a:extLst>
          </p:cNvPr>
          <p:cNvSpPr txBox="1"/>
          <p:nvPr/>
        </p:nvSpPr>
        <p:spPr>
          <a:xfrm>
            <a:off x="1091381" y="1504344"/>
            <a:ext cx="10205884" cy="830997"/>
          </a:xfrm>
          <a:prstGeom prst="rect">
            <a:avLst/>
          </a:prstGeom>
          <a:noFill/>
        </p:spPr>
        <p:txBody>
          <a:bodyPr wrap="square">
            <a:spAutoFit/>
          </a:bodyPr>
          <a:lstStyle/>
          <a:p>
            <a:pPr algn="just"/>
            <a:r>
              <a:rPr lang="en-US" sz="1600" dirty="0">
                <a:latin typeface="Arial Black" panose="020B0A04020102020204" pitchFamily="34" charset="0"/>
              </a:rPr>
              <a:t>Use a small sample (say 10 passengers) to show how the line of best fit changes when you add or remove features. Students can visualize how </a:t>
            </a:r>
            <a:r>
              <a:rPr lang="en-US" sz="1600" b="1" dirty="0">
                <a:latin typeface="Arial Black" panose="020B0A04020102020204" pitchFamily="34" charset="0"/>
              </a:rPr>
              <a:t>continuous prediction</a:t>
            </a:r>
            <a:r>
              <a:rPr lang="en-US" sz="1600" dirty="0">
                <a:latin typeface="Arial Black" panose="020B0A04020102020204" pitchFamily="34" charset="0"/>
              </a:rPr>
              <a:t> differs from </a:t>
            </a:r>
            <a:r>
              <a:rPr lang="en-US" sz="1600" b="1" dirty="0">
                <a:latin typeface="Arial Black" panose="020B0A04020102020204" pitchFamily="34" charset="0"/>
              </a:rPr>
              <a:t>classification (e.g., survival)</a:t>
            </a:r>
            <a:r>
              <a:rPr lang="en-US" sz="1600" dirty="0">
                <a:latin typeface="Arial Black" panose="020B0A04020102020204" pitchFamily="34" charset="0"/>
              </a:rPr>
              <a:t>.</a:t>
            </a:r>
          </a:p>
        </p:txBody>
      </p:sp>
      <p:sp>
        <p:nvSpPr>
          <p:cNvPr id="6" name="TextBox 5">
            <a:extLst>
              <a:ext uri="{FF2B5EF4-FFF2-40B4-BE49-F238E27FC236}">
                <a16:creationId xmlns:a16="http://schemas.microsoft.com/office/drawing/2014/main" id="{8A54048B-3025-90E0-ABBC-17AED6B35EC6}"/>
              </a:ext>
            </a:extLst>
          </p:cNvPr>
          <p:cNvSpPr txBox="1"/>
          <p:nvPr/>
        </p:nvSpPr>
        <p:spPr>
          <a:xfrm>
            <a:off x="370906" y="2726512"/>
            <a:ext cx="11690573" cy="3046988"/>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FF0000"/>
                </a:solidFill>
                <a:latin typeface="Arial Black" panose="020B0A04020102020204" pitchFamily="34" charset="0"/>
              </a:rPr>
              <a:t>A sample running code in Python has been sent to IICT for your reference using </a:t>
            </a:r>
            <a:r>
              <a:rPr lang="en-US" sz="1600" dirty="0" err="1">
                <a:solidFill>
                  <a:srgbClr val="FF0000"/>
                </a:solidFill>
                <a:latin typeface="Arial Black" panose="020B0A04020102020204" pitchFamily="34" charset="0"/>
              </a:rPr>
              <a:t>sklearn</a:t>
            </a:r>
            <a:r>
              <a:rPr lang="en-US" sz="1600" dirty="0">
                <a:solidFill>
                  <a:srgbClr val="FF0000"/>
                </a:solidFill>
                <a:latin typeface="Arial Black" panose="020B0A04020102020204" pitchFamily="34" charset="0"/>
              </a:rPr>
              <a:t> for </a:t>
            </a:r>
          </a:p>
          <a:p>
            <a:r>
              <a:rPr lang="en-US" sz="1600" dirty="0">
                <a:solidFill>
                  <a:srgbClr val="FF0000"/>
                </a:solidFill>
                <a:latin typeface="Arial Black" panose="020B0A04020102020204" pitchFamily="34" charset="0"/>
              </a:rPr>
              <a:t>    Linear Regression Kindly ask for it</a:t>
            </a:r>
          </a:p>
          <a:p>
            <a:pPr marL="285750" indent="-285750">
              <a:buFont typeface="Arial" panose="020B0604020202020204" pitchFamily="34" charset="0"/>
              <a:buChar char="•"/>
            </a:pPr>
            <a:r>
              <a:rPr lang="en-US" sz="1600" dirty="0">
                <a:solidFill>
                  <a:srgbClr val="FF0000"/>
                </a:solidFill>
                <a:latin typeface="Arial Black" panose="020B0A04020102020204" pitchFamily="34" charset="0"/>
              </a:rPr>
              <a:t>Here’s a </a:t>
            </a:r>
            <a:r>
              <a:rPr lang="en-US" sz="1600" b="1" dirty="0">
                <a:solidFill>
                  <a:srgbClr val="FF0000"/>
                </a:solidFill>
                <a:latin typeface="Arial Black" panose="020B0A04020102020204" pitchFamily="34" charset="0"/>
              </a:rPr>
              <a:t>ready‑to‑use </a:t>
            </a:r>
            <a:r>
              <a:rPr lang="en-US" sz="1600" b="1" dirty="0" err="1">
                <a:solidFill>
                  <a:srgbClr val="FF0000"/>
                </a:solidFill>
                <a:latin typeface="Arial Black" panose="020B0A04020102020204" pitchFamily="34" charset="0"/>
              </a:rPr>
              <a:t>Jupyter</a:t>
            </a:r>
            <a:r>
              <a:rPr lang="en-US" sz="1600" b="1" dirty="0">
                <a:solidFill>
                  <a:srgbClr val="FF0000"/>
                </a:solidFill>
                <a:latin typeface="Arial Black" panose="020B0A04020102020204" pitchFamily="34" charset="0"/>
              </a:rPr>
              <a:t> Notebook template</a:t>
            </a:r>
            <a:r>
              <a:rPr lang="en-US" sz="1600" dirty="0">
                <a:solidFill>
                  <a:srgbClr val="FF0000"/>
                </a:solidFill>
                <a:latin typeface="Arial Black" panose="020B0A04020102020204" pitchFamily="34" charset="0"/>
              </a:rPr>
              <a:t> my students can run to experience both </a:t>
            </a:r>
          </a:p>
          <a:p>
            <a:r>
              <a:rPr lang="en-US" sz="1600" b="1" dirty="0">
                <a:solidFill>
                  <a:srgbClr val="FF0000"/>
                </a:solidFill>
                <a:latin typeface="Arial Black" panose="020B0A04020102020204" pitchFamily="34" charset="0"/>
              </a:rPr>
              <a:t>    Supervised</a:t>
            </a:r>
            <a:r>
              <a:rPr lang="en-US" sz="1600" dirty="0">
                <a:solidFill>
                  <a:srgbClr val="FF0000"/>
                </a:solidFill>
                <a:latin typeface="Arial Black" panose="020B0A04020102020204" pitchFamily="34" charset="0"/>
              </a:rPr>
              <a:t> and </a:t>
            </a:r>
            <a:r>
              <a:rPr lang="en-US" sz="1600" b="1" dirty="0">
                <a:solidFill>
                  <a:srgbClr val="FF0000"/>
                </a:solidFill>
                <a:latin typeface="Arial Black" panose="020B0A04020102020204" pitchFamily="34" charset="0"/>
              </a:rPr>
              <a:t>Unsupervised Learning</a:t>
            </a:r>
            <a:r>
              <a:rPr lang="en-US" sz="1600" dirty="0">
                <a:solidFill>
                  <a:srgbClr val="FF0000"/>
                </a:solidFill>
                <a:latin typeface="Arial Black" panose="020B0A04020102020204" pitchFamily="34" charset="0"/>
              </a:rPr>
              <a:t> on the Titanic dataset side by side. It’s simple, commented, </a:t>
            </a:r>
          </a:p>
          <a:p>
            <a:r>
              <a:rPr lang="en-US" sz="1600" dirty="0">
                <a:solidFill>
                  <a:srgbClr val="FF0000"/>
                </a:solidFill>
                <a:latin typeface="Arial Black" panose="020B0A04020102020204" pitchFamily="34" charset="0"/>
              </a:rPr>
              <a:t>    and designed for beginners:</a:t>
            </a:r>
          </a:p>
          <a:p>
            <a:pPr marL="285750" indent="-285750">
              <a:buFont typeface="Arial" panose="020B0604020202020204" pitchFamily="34" charset="0"/>
              <a:buChar char="•"/>
            </a:pPr>
            <a:r>
              <a:rPr lang="en-US" sz="1600" b="1" dirty="0">
                <a:solidFill>
                  <a:srgbClr val="FF0000"/>
                </a:solidFill>
                <a:latin typeface="Arial Black" panose="020B0A04020102020204" pitchFamily="34" charset="0"/>
              </a:rPr>
              <a:t>Python demo snippet for Logistic Regression on the Titanic dataset</a:t>
            </a:r>
            <a:r>
              <a:rPr lang="en-US" sz="1600" dirty="0">
                <a:solidFill>
                  <a:srgbClr val="FF0000"/>
                </a:solidFill>
                <a:latin typeface="Arial Black" panose="020B0A04020102020204" pitchFamily="34" charset="0"/>
              </a:rPr>
              <a:t>, showing how classification </a:t>
            </a:r>
          </a:p>
          <a:p>
            <a:r>
              <a:rPr lang="en-US" sz="1600" dirty="0">
                <a:solidFill>
                  <a:srgbClr val="FF0000"/>
                </a:solidFill>
                <a:latin typeface="Arial Black" panose="020B0A04020102020204" pitchFamily="34" charset="0"/>
              </a:rPr>
              <a:t>    differs from regression. Understand these 2 programs first and then use them to write your code</a:t>
            </a:r>
            <a:r>
              <a:rPr lang="en-US" sz="1600" dirty="0">
                <a:latin typeface="Arial Black" panose="020B0A04020102020204" pitchFamily="34" charset="0"/>
              </a:rPr>
              <a:t>.</a:t>
            </a:r>
          </a:p>
          <a:p>
            <a:endParaRPr lang="en-US" sz="1600" dirty="0">
              <a:latin typeface="Arial Black" panose="020B0A04020102020204" pitchFamily="34" charset="0"/>
            </a:endParaRPr>
          </a:p>
          <a:p>
            <a:pPr algn="just"/>
            <a:r>
              <a:rPr lang="en-US" sz="1600" dirty="0">
                <a:latin typeface="Arial Black" panose="020B0A04020102020204" pitchFamily="34" charset="0"/>
              </a:rPr>
              <a:t>NOTE: The above 3 programs have been sent to IICT. All programs are executable. Make appropriate </a:t>
            </a:r>
          </a:p>
          <a:p>
            <a:pPr algn="just"/>
            <a:r>
              <a:rPr lang="en-US" sz="1600" dirty="0">
                <a:latin typeface="Arial Black" panose="020B0A04020102020204" pitchFamily="34" charset="0"/>
              </a:rPr>
              <a:t>changes and run. The date for submission of all exercises will be given on the last day of theory</a:t>
            </a:r>
          </a:p>
          <a:p>
            <a:pPr algn="just"/>
            <a:r>
              <a:rPr lang="en-US" sz="1600" dirty="0">
                <a:latin typeface="Arial Black" panose="020B0A04020102020204" pitchFamily="34" charset="0"/>
              </a:rPr>
              <a:t>Along with the submission details. Marks will be allocated accordingly</a:t>
            </a:r>
          </a:p>
          <a:p>
            <a:r>
              <a:rPr lang="en-US" sz="1600" dirty="0">
                <a:latin typeface="Arial Black" panose="020B0A04020102020204" pitchFamily="34" charset="0"/>
              </a:rPr>
              <a:t>	</a:t>
            </a:r>
          </a:p>
        </p:txBody>
      </p:sp>
    </p:spTree>
    <p:extLst>
      <p:ext uri="{BB962C8B-B14F-4D97-AF65-F5344CB8AC3E}">
        <p14:creationId xmlns:p14="http://schemas.microsoft.com/office/powerpoint/2010/main" val="2431129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C641F-544D-9815-E6C6-01E8361FD0CF}"/>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6F4D05D4-0C4C-4E65-7431-09147473A15E}"/>
              </a:ext>
            </a:extLst>
          </p:cNvPr>
          <p:cNvSpPr txBox="1"/>
          <p:nvPr/>
        </p:nvSpPr>
        <p:spPr>
          <a:xfrm>
            <a:off x="1229032" y="628020"/>
            <a:ext cx="10068233" cy="1200329"/>
          </a:xfrm>
          <a:prstGeom prst="rect">
            <a:avLst/>
          </a:prstGeom>
          <a:noFill/>
        </p:spPr>
        <p:txBody>
          <a:bodyPr wrap="square">
            <a:spAutoFit/>
          </a:bodyPr>
          <a:lstStyle/>
          <a:p>
            <a:pPr algn="just"/>
            <a:r>
              <a:rPr lang="en-US" b="1" dirty="0">
                <a:solidFill>
                  <a:srgbClr val="FF0000"/>
                </a:solidFill>
                <a:latin typeface="Arial Black" panose="020B0A04020102020204" pitchFamily="34" charset="0"/>
              </a:rPr>
              <a:t>Unsupervised Learning</a:t>
            </a:r>
            <a:r>
              <a:rPr lang="en-US" dirty="0">
                <a:solidFill>
                  <a:srgbClr val="FF0000"/>
                </a:solidFill>
                <a:latin typeface="Arial Black" panose="020B0A04020102020204" pitchFamily="34" charset="0"/>
              </a:rPr>
              <a:t> </a:t>
            </a:r>
            <a:r>
              <a:rPr lang="en-US" dirty="0">
                <a:latin typeface="Arial Black" panose="020B0A04020102020204" pitchFamily="34" charset="0"/>
              </a:rPr>
              <a:t>is a type of machine learning where the model learns patterns and relationships from data </a:t>
            </a:r>
            <a:r>
              <a:rPr lang="en-US" b="1" dirty="0">
                <a:latin typeface="Arial Black" panose="020B0A04020102020204" pitchFamily="34" charset="0"/>
              </a:rPr>
              <a:t>without any labeled outputs or predefined answers</a:t>
            </a:r>
            <a:r>
              <a:rPr lang="en-US" dirty="0">
                <a:latin typeface="Arial Black" panose="020B0A04020102020204" pitchFamily="34" charset="0"/>
              </a:rPr>
              <a:t>. It explores the structure of the data on its own — grouping similar items or finding hidden patterns</a:t>
            </a:r>
            <a:r>
              <a:rPr lang="en-US" dirty="0"/>
              <a:t>.</a:t>
            </a:r>
          </a:p>
        </p:txBody>
      </p:sp>
      <p:sp>
        <p:nvSpPr>
          <p:cNvPr id="14" name="TextBox 13">
            <a:extLst>
              <a:ext uri="{FF2B5EF4-FFF2-40B4-BE49-F238E27FC236}">
                <a16:creationId xmlns:a16="http://schemas.microsoft.com/office/drawing/2014/main" id="{95477916-CB73-D584-246C-62828969D728}"/>
              </a:ext>
            </a:extLst>
          </p:cNvPr>
          <p:cNvSpPr txBox="1"/>
          <p:nvPr/>
        </p:nvSpPr>
        <p:spPr>
          <a:xfrm>
            <a:off x="1229032" y="2025896"/>
            <a:ext cx="9989575" cy="646331"/>
          </a:xfrm>
          <a:prstGeom prst="rect">
            <a:avLst/>
          </a:prstGeom>
          <a:noFill/>
        </p:spPr>
        <p:txBody>
          <a:bodyPr wrap="square">
            <a:spAutoFit/>
          </a:bodyPr>
          <a:lstStyle/>
          <a:p>
            <a:pPr algn="just"/>
            <a:r>
              <a:rPr lang="en-US" dirty="0">
                <a:latin typeface="Arial Black" panose="020B0A04020102020204" pitchFamily="34" charset="0"/>
              </a:rPr>
              <a:t>It’s like giving the computer a pile of mixed objects and asking it to </a:t>
            </a:r>
            <a:r>
              <a:rPr lang="en-US" b="1" dirty="0">
                <a:latin typeface="Arial Black" panose="020B0A04020102020204" pitchFamily="34" charset="0"/>
              </a:rPr>
              <a:t>organize them by similarity</a:t>
            </a:r>
            <a:r>
              <a:rPr lang="en-US" dirty="0">
                <a:latin typeface="Arial Black" panose="020B0A04020102020204" pitchFamily="34" charset="0"/>
              </a:rPr>
              <a:t>, without telling it what each object is.</a:t>
            </a:r>
          </a:p>
        </p:txBody>
      </p:sp>
      <p:sp>
        <p:nvSpPr>
          <p:cNvPr id="16" name="TextBox 15">
            <a:extLst>
              <a:ext uri="{FF2B5EF4-FFF2-40B4-BE49-F238E27FC236}">
                <a16:creationId xmlns:a16="http://schemas.microsoft.com/office/drawing/2014/main" id="{1CC9D966-6D79-268A-E344-9583FF39E259}"/>
              </a:ext>
            </a:extLst>
          </p:cNvPr>
          <p:cNvSpPr txBox="1"/>
          <p:nvPr/>
        </p:nvSpPr>
        <p:spPr>
          <a:xfrm>
            <a:off x="1229031" y="2780437"/>
            <a:ext cx="9989575" cy="2031325"/>
          </a:xfrm>
          <a:prstGeom prst="rect">
            <a:avLst/>
          </a:prstGeom>
          <a:noFill/>
        </p:spPr>
        <p:txBody>
          <a:bodyPr wrap="square">
            <a:spAutoFit/>
          </a:bodyPr>
          <a:lstStyle/>
          <a:p>
            <a:pPr algn="ctr">
              <a:buNone/>
            </a:pPr>
            <a:r>
              <a:rPr lang="en-US" b="1" dirty="0">
                <a:solidFill>
                  <a:srgbClr val="7030A0"/>
                </a:solidFill>
                <a:latin typeface="Arial Black" panose="020B0A04020102020204" pitchFamily="34" charset="0"/>
              </a:rPr>
              <a:t>Common Techniques</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Clustering:</a:t>
            </a:r>
            <a:r>
              <a:rPr lang="en-US" dirty="0">
                <a:effectLst/>
                <a:latin typeface="Arial Black" panose="020B0A04020102020204" pitchFamily="34" charset="0"/>
              </a:rPr>
              <a:t> Grouping similar data points (e.g., customer segmentation, galaxy clusters).</a:t>
            </a:r>
          </a:p>
          <a:p>
            <a:pPr marL="285750" indent="-285750" algn="just">
              <a:buFont typeface="Arial" panose="020B0604020202020204" pitchFamily="34" charset="0"/>
              <a:buChar char="•"/>
            </a:pP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Dimensionality Reduction:</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Simplifying data while preserving important information (e.g., PCA for visualization).</a:t>
            </a:r>
            <a:endParaRPr lang="en-US" dirty="0">
              <a:latin typeface="Arial Black" panose="020B0A04020102020204" pitchFamily="34" charset="0"/>
            </a:endParaRPr>
          </a:p>
        </p:txBody>
      </p:sp>
      <p:sp>
        <p:nvSpPr>
          <p:cNvPr id="18" name="TextBox 17">
            <a:extLst>
              <a:ext uri="{FF2B5EF4-FFF2-40B4-BE49-F238E27FC236}">
                <a16:creationId xmlns:a16="http://schemas.microsoft.com/office/drawing/2014/main" id="{4AC1BB8C-5A96-235A-E906-85CF2C41CB89}"/>
              </a:ext>
            </a:extLst>
          </p:cNvPr>
          <p:cNvSpPr txBox="1"/>
          <p:nvPr/>
        </p:nvSpPr>
        <p:spPr>
          <a:xfrm>
            <a:off x="1101212" y="5398983"/>
            <a:ext cx="9989575" cy="830997"/>
          </a:xfrm>
          <a:prstGeom prst="rect">
            <a:avLst/>
          </a:prstGeom>
          <a:noFill/>
        </p:spPr>
        <p:txBody>
          <a:bodyPr wrap="square">
            <a:spAutoFit/>
          </a:bodyPr>
          <a:lstStyle/>
          <a:p>
            <a:pPr algn="just"/>
            <a:r>
              <a:rPr lang="en-US" sz="1600" dirty="0">
                <a:solidFill>
                  <a:srgbClr val="0070C0"/>
                </a:solidFill>
                <a:latin typeface="Arial Black" panose="020B0A04020102020204" pitchFamily="34" charset="0"/>
              </a:rPr>
              <a:t>In the </a:t>
            </a:r>
            <a:r>
              <a:rPr lang="en-US" sz="1600" b="1" dirty="0">
                <a:solidFill>
                  <a:srgbClr val="0070C0"/>
                </a:solidFill>
                <a:latin typeface="Arial Black" panose="020B0A04020102020204" pitchFamily="34" charset="0"/>
              </a:rPr>
              <a:t>Titanic dataset</a:t>
            </a:r>
            <a:r>
              <a:rPr lang="en-US" sz="1600" dirty="0">
                <a:solidFill>
                  <a:srgbClr val="0070C0"/>
                </a:solidFill>
                <a:latin typeface="Arial Black" panose="020B0A04020102020204" pitchFamily="34" charset="0"/>
              </a:rPr>
              <a:t>, unsupervised learning could group passengers into clusters based on age, class, and fare — revealing natural patterns like “young travelers in 3rd class” or “wealthy families in 1st class.”</a:t>
            </a:r>
          </a:p>
        </p:txBody>
      </p:sp>
    </p:spTree>
    <p:extLst>
      <p:ext uri="{BB962C8B-B14F-4D97-AF65-F5344CB8AC3E}">
        <p14:creationId xmlns:p14="http://schemas.microsoft.com/office/powerpoint/2010/main" val="1922891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37CDC-A1C9-3446-63B8-945B486770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83726DD-510E-D067-4712-FC005DF711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638" y="167148"/>
            <a:ext cx="7098891" cy="6558117"/>
          </a:xfrm>
          <a:prstGeom prst="rect">
            <a:avLst/>
          </a:prstGeom>
        </p:spPr>
      </p:pic>
      <p:sp>
        <p:nvSpPr>
          <p:cNvPr id="5" name="TextBox 4">
            <a:extLst>
              <a:ext uri="{FF2B5EF4-FFF2-40B4-BE49-F238E27FC236}">
                <a16:creationId xmlns:a16="http://schemas.microsoft.com/office/drawing/2014/main" id="{F1DE2555-EDB6-7BCD-4B80-FF563812D6F2}"/>
              </a:ext>
            </a:extLst>
          </p:cNvPr>
          <p:cNvSpPr txBox="1"/>
          <p:nvPr/>
        </p:nvSpPr>
        <p:spPr>
          <a:xfrm>
            <a:off x="7580671" y="1344080"/>
            <a:ext cx="4090219" cy="4524315"/>
          </a:xfrm>
          <a:prstGeom prst="rect">
            <a:avLst/>
          </a:prstGeom>
          <a:noFill/>
        </p:spPr>
        <p:txBody>
          <a:bodyPr wrap="square">
            <a:spAutoFit/>
          </a:bodyPr>
          <a:lstStyle/>
          <a:p>
            <a:pPr algn="just">
              <a:buNone/>
            </a:pPr>
            <a:r>
              <a:rPr lang="en-US" b="1" dirty="0">
                <a:solidFill>
                  <a:srgbClr val="FF0000"/>
                </a:solidFill>
                <a:effectLst/>
                <a:latin typeface="Arial Black" panose="020B0A04020102020204" pitchFamily="34" charset="0"/>
              </a:rPr>
              <a:t>Left (Unlabeled Data):</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Shows that the computer receives raw, mixed data without any labels or categories.</a:t>
            </a:r>
          </a:p>
          <a:p>
            <a:pPr algn="just">
              <a:buNone/>
            </a:pPr>
            <a:endParaRPr lang="en-US"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Center (Robot with Magnifier):</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The model analyzes patterns and similarities among data points.</a:t>
            </a:r>
          </a:p>
          <a:p>
            <a:pPr algn="just">
              <a:buNone/>
            </a:pPr>
            <a:endParaRPr lang="en-US"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Right (Clusters):</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It groups similar items — for example, Titanic passengers forming clusters like </a:t>
            </a:r>
            <a:r>
              <a:rPr lang="en-US" i="1" dirty="0">
                <a:solidFill>
                  <a:srgbClr val="0070C0"/>
                </a:solidFill>
                <a:effectLst/>
                <a:latin typeface="Arial Black" panose="020B0A04020102020204" pitchFamily="34" charset="0"/>
              </a:rPr>
              <a:t>Young Travelers</a:t>
            </a:r>
            <a:r>
              <a:rPr lang="en-US" dirty="0">
                <a:solidFill>
                  <a:srgbClr val="0070C0"/>
                </a:solidFill>
                <a:effectLst/>
                <a:latin typeface="Arial Black" panose="020B0A04020102020204" pitchFamily="34" charset="0"/>
              </a:rPr>
              <a:t>, </a:t>
            </a:r>
            <a:r>
              <a:rPr lang="en-US" i="1" dirty="0">
                <a:solidFill>
                  <a:srgbClr val="0070C0"/>
                </a:solidFill>
                <a:effectLst/>
                <a:latin typeface="Arial Black" panose="020B0A04020102020204" pitchFamily="34" charset="0"/>
              </a:rPr>
              <a:t>Luxury Passengers</a:t>
            </a:r>
            <a:r>
              <a:rPr lang="en-US" dirty="0">
                <a:solidFill>
                  <a:srgbClr val="0070C0"/>
                </a:solidFill>
                <a:effectLst/>
                <a:latin typeface="Arial Black" panose="020B0A04020102020204" pitchFamily="34" charset="0"/>
              </a:rPr>
              <a:t>, and </a:t>
            </a:r>
            <a:r>
              <a:rPr lang="en-US" i="1" dirty="0">
                <a:solidFill>
                  <a:srgbClr val="0070C0"/>
                </a:solidFill>
                <a:effectLst/>
                <a:latin typeface="Arial Black" panose="020B0A04020102020204" pitchFamily="34" charset="0"/>
              </a:rPr>
              <a:t>Families in Steerage</a:t>
            </a:r>
            <a:r>
              <a:rPr lang="en-US" dirty="0">
                <a:solidFill>
                  <a:srgbClr val="0070C0"/>
                </a:solidFill>
                <a:effectLst/>
                <a:latin typeface="Arial Black" panose="020B0A04020102020204" pitchFamily="34" charset="0"/>
              </a:rPr>
              <a:t>.</a:t>
            </a:r>
            <a:endParaRPr lang="en-US" dirty="0">
              <a:solidFill>
                <a:srgbClr val="0070C0"/>
              </a:solidFill>
              <a:latin typeface="Arial Black" panose="020B0A04020102020204" pitchFamily="34" charset="0"/>
            </a:endParaRPr>
          </a:p>
        </p:txBody>
      </p:sp>
    </p:spTree>
    <p:extLst>
      <p:ext uri="{BB962C8B-B14F-4D97-AF65-F5344CB8AC3E}">
        <p14:creationId xmlns:p14="http://schemas.microsoft.com/office/powerpoint/2010/main" val="3888227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45B3A-9804-C5C1-8525-ABCCA41A114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C7AF426-819A-F6E5-73A1-FD6DC9C7F77D}"/>
              </a:ext>
            </a:extLst>
          </p:cNvPr>
          <p:cNvSpPr txBox="1"/>
          <p:nvPr/>
        </p:nvSpPr>
        <p:spPr>
          <a:xfrm>
            <a:off x="953728" y="266770"/>
            <a:ext cx="10579510" cy="830997"/>
          </a:xfrm>
          <a:prstGeom prst="rect">
            <a:avLst/>
          </a:prstGeom>
          <a:noFill/>
        </p:spPr>
        <p:txBody>
          <a:bodyPr wrap="square">
            <a:spAutoFit/>
          </a:bodyPr>
          <a:lstStyle/>
          <a:p>
            <a:pPr algn="ctr"/>
            <a:r>
              <a:rPr lang="en-US" sz="2400" b="1" dirty="0">
                <a:solidFill>
                  <a:srgbClr val="00B0F0"/>
                </a:solidFill>
                <a:latin typeface="Arial Black" panose="020B0A04020102020204" pitchFamily="34" charset="0"/>
              </a:rPr>
              <a:t>Supervised vs. Unsupervised Learning</a:t>
            </a:r>
            <a:r>
              <a:rPr lang="en-US" sz="2400" dirty="0">
                <a:solidFill>
                  <a:srgbClr val="00B0F0"/>
                </a:solidFill>
                <a:latin typeface="Arial Black" panose="020B0A04020102020204" pitchFamily="34" charset="0"/>
              </a:rPr>
              <a:t> </a:t>
            </a:r>
            <a:r>
              <a:rPr lang="en-US" sz="2400" dirty="0">
                <a:latin typeface="Arial Black" panose="020B0A04020102020204" pitchFamily="34" charset="0"/>
              </a:rPr>
              <a:t>visual will look — </a:t>
            </a:r>
          </a:p>
          <a:p>
            <a:pPr algn="ctr"/>
            <a:r>
              <a:rPr lang="en-US" sz="2400" dirty="0">
                <a:latin typeface="Arial Black" panose="020B0A04020102020204" pitchFamily="34" charset="0"/>
              </a:rPr>
              <a:t>keeping the </a:t>
            </a:r>
            <a:r>
              <a:rPr lang="en-US" sz="2400" b="1" dirty="0">
                <a:latin typeface="Arial Black" panose="020B0A04020102020204" pitchFamily="34" charset="0"/>
              </a:rPr>
              <a:t>Titanic dataset theme</a:t>
            </a:r>
            <a:r>
              <a:rPr lang="en-US" sz="2400" dirty="0">
                <a:latin typeface="Arial Black" panose="020B0A04020102020204" pitchFamily="34" charset="0"/>
              </a:rPr>
              <a:t> consistent </a:t>
            </a:r>
          </a:p>
        </p:txBody>
      </p:sp>
      <p:graphicFrame>
        <p:nvGraphicFramePr>
          <p:cNvPr id="7" name="Table 6">
            <a:extLst>
              <a:ext uri="{FF2B5EF4-FFF2-40B4-BE49-F238E27FC236}">
                <a16:creationId xmlns:a16="http://schemas.microsoft.com/office/drawing/2014/main" id="{8FB8A807-75EB-F6C9-0855-440399AE35A0}"/>
              </a:ext>
            </a:extLst>
          </p:cNvPr>
          <p:cNvGraphicFramePr>
            <a:graphicFrameLocks noGrp="1"/>
          </p:cNvGraphicFramePr>
          <p:nvPr>
            <p:extLst>
              <p:ext uri="{D42A27DB-BD31-4B8C-83A1-F6EECF244321}">
                <p14:modId xmlns:p14="http://schemas.microsoft.com/office/powerpoint/2010/main" val="2770140577"/>
              </p:ext>
            </p:extLst>
          </p:nvPr>
        </p:nvGraphicFramePr>
        <p:xfrm>
          <a:off x="530943" y="1521289"/>
          <a:ext cx="10864644" cy="4351337"/>
        </p:xfrm>
        <a:graphic>
          <a:graphicData uri="http://schemas.openxmlformats.org/drawingml/2006/table">
            <a:tbl>
              <a:tblPr/>
              <a:tblGrid>
                <a:gridCol w="3621548">
                  <a:extLst>
                    <a:ext uri="{9D8B030D-6E8A-4147-A177-3AD203B41FA5}">
                      <a16:colId xmlns:a16="http://schemas.microsoft.com/office/drawing/2014/main" val="2242069514"/>
                    </a:ext>
                  </a:extLst>
                </a:gridCol>
                <a:gridCol w="3621548">
                  <a:extLst>
                    <a:ext uri="{9D8B030D-6E8A-4147-A177-3AD203B41FA5}">
                      <a16:colId xmlns:a16="http://schemas.microsoft.com/office/drawing/2014/main" val="555903997"/>
                    </a:ext>
                  </a:extLst>
                </a:gridCol>
                <a:gridCol w="3621548">
                  <a:extLst>
                    <a:ext uri="{9D8B030D-6E8A-4147-A177-3AD203B41FA5}">
                      <a16:colId xmlns:a16="http://schemas.microsoft.com/office/drawing/2014/main" val="386163852"/>
                    </a:ext>
                  </a:extLst>
                </a:gridCol>
              </a:tblGrid>
              <a:tr h="334718">
                <a:tc>
                  <a:txBody>
                    <a:bodyPr/>
                    <a:lstStyle/>
                    <a:p>
                      <a:pPr>
                        <a:buNone/>
                      </a:pPr>
                      <a:r>
                        <a:rPr lang="en-US" sz="1600" dirty="0">
                          <a:solidFill>
                            <a:srgbClr val="FF0000"/>
                          </a:solidFill>
                          <a:latin typeface="Arial Black" panose="020B0A04020102020204" pitchFamily="34" charset="0"/>
                        </a:rPr>
                        <a:t>Aspect</a:t>
                      </a:r>
                    </a:p>
                  </a:txBody>
                  <a:tcPr marL="83680" marR="83680" marT="41840" marB="41840" anchor="ctr">
                    <a:lnL>
                      <a:noFill/>
                    </a:lnL>
                    <a:lnR>
                      <a:noFill/>
                    </a:lnR>
                    <a:lnT>
                      <a:noFill/>
                    </a:lnT>
                    <a:lnB>
                      <a:noFill/>
                    </a:lnB>
                    <a:noFill/>
                  </a:tcPr>
                </a:tc>
                <a:tc>
                  <a:txBody>
                    <a:bodyPr/>
                    <a:lstStyle/>
                    <a:p>
                      <a:pPr>
                        <a:buNone/>
                      </a:pPr>
                      <a:r>
                        <a:rPr lang="en-US" sz="1600">
                          <a:solidFill>
                            <a:srgbClr val="FF0000"/>
                          </a:solidFill>
                          <a:latin typeface="Arial Black" panose="020B0A04020102020204" pitchFamily="34" charset="0"/>
                        </a:rPr>
                        <a:t>Supervised Learning</a:t>
                      </a:r>
                    </a:p>
                  </a:txBody>
                  <a:tcPr marL="83680" marR="83680" marT="41840" marB="41840" anchor="ctr">
                    <a:lnL>
                      <a:noFill/>
                    </a:lnL>
                    <a:lnR>
                      <a:noFill/>
                    </a:lnR>
                    <a:lnT>
                      <a:noFill/>
                    </a:lnT>
                    <a:lnB>
                      <a:noFill/>
                    </a:lnB>
                    <a:noFill/>
                  </a:tcPr>
                </a:tc>
                <a:tc>
                  <a:txBody>
                    <a:bodyPr/>
                    <a:lstStyle/>
                    <a:p>
                      <a:pPr>
                        <a:buNone/>
                      </a:pPr>
                      <a:r>
                        <a:rPr lang="en-US" sz="1600" dirty="0">
                          <a:solidFill>
                            <a:srgbClr val="FF0000"/>
                          </a:solidFill>
                          <a:latin typeface="Arial Black" panose="020B0A04020102020204" pitchFamily="34" charset="0"/>
                        </a:rPr>
                        <a:t>Unsupervised Learning</a:t>
                      </a:r>
                    </a:p>
                  </a:txBody>
                  <a:tcPr marL="83680" marR="83680" marT="41840" marB="41840" anchor="ctr">
                    <a:lnL>
                      <a:noFill/>
                    </a:lnL>
                    <a:lnR>
                      <a:noFill/>
                    </a:lnR>
                    <a:lnT>
                      <a:noFill/>
                    </a:lnT>
                    <a:lnB>
                      <a:noFill/>
                    </a:lnB>
                    <a:noFill/>
                  </a:tcPr>
                </a:tc>
                <a:extLst>
                  <a:ext uri="{0D108BD9-81ED-4DB2-BD59-A6C34878D82A}">
                    <a16:rowId xmlns:a16="http://schemas.microsoft.com/office/drawing/2014/main" val="499980561"/>
                  </a:ext>
                </a:extLst>
              </a:tr>
              <a:tr h="585757">
                <a:tc>
                  <a:txBody>
                    <a:bodyPr/>
                    <a:lstStyle/>
                    <a:p>
                      <a:pPr>
                        <a:buNone/>
                      </a:pPr>
                      <a:r>
                        <a:rPr lang="en-US" sz="1600" b="1" dirty="0">
                          <a:latin typeface="Arial Black" panose="020B0A04020102020204" pitchFamily="34" charset="0"/>
                        </a:rPr>
                        <a:t>Data Type</a:t>
                      </a:r>
                      <a:endParaRPr lang="en-US" sz="1600" dirty="0">
                        <a:latin typeface="Arial Black" panose="020B0A04020102020204" pitchFamily="34" charset="0"/>
                      </a:endParaRPr>
                    </a:p>
                  </a:txBody>
                  <a:tcPr marL="83680" marR="83680" marT="41840" marB="41840" anchor="ctr">
                    <a:lnL>
                      <a:noFill/>
                    </a:lnL>
                    <a:lnR>
                      <a:noFill/>
                    </a:lnR>
                    <a:lnT>
                      <a:noFill/>
                    </a:lnT>
                    <a:lnB>
                      <a:noFill/>
                    </a:lnB>
                    <a:noFill/>
                  </a:tcPr>
                </a:tc>
                <a:tc>
                  <a:txBody>
                    <a:bodyPr/>
                    <a:lstStyle/>
                    <a:p>
                      <a:pPr>
                        <a:buNone/>
                      </a:pPr>
                      <a:r>
                        <a:rPr lang="en-US" sz="1600">
                          <a:latin typeface="Arial Black" panose="020B0A04020102020204" pitchFamily="34" charset="0"/>
                        </a:rPr>
                        <a:t>Labeled (inputs with known outputs)</a:t>
                      </a:r>
                    </a:p>
                  </a:txBody>
                  <a:tcPr marL="83680" marR="83680" marT="41840" marB="41840" anchor="ctr">
                    <a:lnL>
                      <a:noFill/>
                    </a:lnL>
                    <a:lnR>
                      <a:noFill/>
                    </a:lnR>
                    <a:lnT>
                      <a:noFill/>
                    </a:lnT>
                    <a:lnB>
                      <a:noFill/>
                    </a:lnB>
                    <a:noFill/>
                  </a:tcPr>
                </a:tc>
                <a:tc>
                  <a:txBody>
                    <a:bodyPr/>
                    <a:lstStyle/>
                    <a:p>
                      <a:pPr>
                        <a:buNone/>
                      </a:pPr>
                      <a:r>
                        <a:rPr lang="en-US" sz="1600">
                          <a:latin typeface="Arial Black" panose="020B0A04020102020204" pitchFamily="34" charset="0"/>
                        </a:rPr>
                        <a:t>Unlabeled (no predefined answers)</a:t>
                      </a:r>
                    </a:p>
                  </a:txBody>
                  <a:tcPr marL="83680" marR="83680" marT="41840" marB="41840" anchor="ctr">
                    <a:lnL>
                      <a:noFill/>
                    </a:lnL>
                    <a:lnR>
                      <a:noFill/>
                    </a:lnR>
                    <a:lnT>
                      <a:noFill/>
                    </a:lnT>
                    <a:lnB>
                      <a:noFill/>
                    </a:lnB>
                    <a:noFill/>
                  </a:tcPr>
                </a:tc>
                <a:extLst>
                  <a:ext uri="{0D108BD9-81ED-4DB2-BD59-A6C34878D82A}">
                    <a16:rowId xmlns:a16="http://schemas.microsoft.com/office/drawing/2014/main" val="1247781326"/>
                  </a:ext>
                </a:extLst>
              </a:tr>
              <a:tr h="1087834">
                <a:tc>
                  <a:txBody>
                    <a:bodyPr/>
                    <a:lstStyle/>
                    <a:p>
                      <a:pPr>
                        <a:buNone/>
                      </a:pPr>
                      <a:r>
                        <a:rPr lang="en-US" sz="1600" b="1" dirty="0">
                          <a:latin typeface="Arial Black" panose="020B0A04020102020204" pitchFamily="34" charset="0"/>
                        </a:rPr>
                        <a:t>Example (Titanic)</a:t>
                      </a:r>
                      <a:endParaRPr lang="en-US" sz="1600" dirty="0">
                        <a:latin typeface="Arial Black" panose="020B0A04020102020204" pitchFamily="34" charset="0"/>
                      </a:endParaRPr>
                    </a:p>
                  </a:txBody>
                  <a:tcPr marL="83680" marR="83680" marT="41840" marB="41840" anchor="ctr">
                    <a:lnL>
                      <a:noFill/>
                    </a:lnL>
                    <a:lnR>
                      <a:noFill/>
                    </a:lnR>
                    <a:lnT>
                      <a:noFill/>
                    </a:lnT>
                    <a:lnB>
                      <a:noFill/>
                    </a:lnB>
                    <a:noFill/>
                  </a:tcPr>
                </a:tc>
                <a:tc>
                  <a:txBody>
                    <a:bodyPr/>
                    <a:lstStyle/>
                    <a:p>
                      <a:pPr>
                        <a:buNone/>
                      </a:pPr>
                      <a:r>
                        <a:rPr lang="en-US" sz="1600" dirty="0">
                          <a:latin typeface="Arial Black" panose="020B0A04020102020204" pitchFamily="34" charset="0"/>
                        </a:rPr>
                        <a:t>Predicting </a:t>
                      </a:r>
                      <a:r>
                        <a:rPr lang="en-US" sz="1600" b="1" dirty="0">
                          <a:latin typeface="Arial Black" panose="020B0A04020102020204" pitchFamily="34" charset="0"/>
                        </a:rPr>
                        <a:t>Survival</a:t>
                      </a:r>
                      <a:r>
                        <a:rPr lang="en-US" sz="1600" dirty="0">
                          <a:latin typeface="Arial Black" panose="020B0A04020102020204" pitchFamily="34" charset="0"/>
                        </a:rPr>
                        <a:t> or </a:t>
                      </a:r>
                      <a:r>
                        <a:rPr lang="en-US" sz="1600" b="1" dirty="0">
                          <a:latin typeface="Arial Black" panose="020B0A04020102020204" pitchFamily="34" charset="0"/>
                        </a:rPr>
                        <a:t>Fare</a:t>
                      </a:r>
                      <a:r>
                        <a:rPr lang="en-US" sz="1600" dirty="0">
                          <a:latin typeface="Arial Black" panose="020B0A04020102020204" pitchFamily="34" charset="0"/>
                        </a:rPr>
                        <a:t> using features like age, class, and sex</a:t>
                      </a:r>
                    </a:p>
                  </a:txBody>
                  <a:tcPr marL="83680" marR="83680" marT="41840" marB="41840" anchor="ctr">
                    <a:lnL>
                      <a:noFill/>
                    </a:lnL>
                    <a:lnR>
                      <a:noFill/>
                    </a:lnR>
                    <a:lnT>
                      <a:noFill/>
                    </a:lnT>
                    <a:lnB>
                      <a:noFill/>
                    </a:lnB>
                    <a:noFill/>
                  </a:tcPr>
                </a:tc>
                <a:tc>
                  <a:txBody>
                    <a:bodyPr/>
                    <a:lstStyle/>
                    <a:p>
                      <a:pPr>
                        <a:buNone/>
                      </a:pPr>
                      <a:r>
                        <a:rPr lang="en-US" sz="1600">
                          <a:latin typeface="Arial Black" panose="020B0A04020102020204" pitchFamily="34" charset="0"/>
                        </a:rPr>
                        <a:t>Grouping passengers into clusters like </a:t>
                      </a:r>
                      <a:r>
                        <a:rPr lang="en-US" sz="1600" b="1">
                          <a:latin typeface="Arial Black" panose="020B0A04020102020204" pitchFamily="34" charset="0"/>
                        </a:rPr>
                        <a:t>Luxury Travelers</a:t>
                      </a:r>
                      <a:r>
                        <a:rPr lang="en-US" sz="1600">
                          <a:latin typeface="Arial Black" panose="020B0A04020102020204" pitchFamily="34" charset="0"/>
                        </a:rPr>
                        <a:t>, </a:t>
                      </a:r>
                      <a:r>
                        <a:rPr lang="en-US" sz="1600" b="1">
                          <a:latin typeface="Arial Black" panose="020B0A04020102020204" pitchFamily="34" charset="0"/>
                        </a:rPr>
                        <a:t>Families in Steerage</a:t>
                      </a:r>
                      <a:r>
                        <a:rPr lang="en-US" sz="1600">
                          <a:latin typeface="Arial Black" panose="020B0A04020102020204" pitchFamily="34" charset="0"/>
                        </a:rPr>
                        <a:t>, </a:t>
                      </a:r>
                      <a:r>
                        <a:rPr lang="en-US" sz="1600" b="1">
                          <a:latin typeface="Arial Black" panose="020B0A04020102020204" pitchFamily="34" charset="0"/>
                        </a:rPr>
                        <a:t>Young Adventurers</a:t>
                      </a:r>
                      <a:endParaRPr lang="en-US" sz="1600">
                        <a:latin typeface="Arial Black" panose="020B0A04020102020204" pitchFamily="34" charset="0"/>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3045956490"/>
                  </a:ext>
                </a:extLst>
              </a:tr>
              <a:tr h="585757">
                <a:tc>
                  <a:txBody>
                    <a:bodyPr/>
                    <a:lstStyle/>
                    <a:p>
                      <a:pPr>
                        <a:buNone/>
                      </a:pPr>
                      <a:r>
                        <a:rPr lang="en-US" sz="1600" b="1" dirty="0">
                          <a:latin typeface="Arial Black" panose="020B0A04020102020204" pitchFamily="34" charset="0"/>
                        </a:rPr>
                        <a:t>Goal</a:t>
                      </a:r>
                      <a:endParaRPr lang="en-US" sz="1600" dirty="0">
                        <a:latin typeface="Arial Black" panose="020B0A04020102020204" pitchFamily="34" charset="0"/>
                      </a:endParaRPr>
                    </a:p>
                  </a:txBody>
                  <a:tcPr marL="83680" marR="83680" marT="41840" marB="41840" anchor="ctr">
                    <a:lnL>
                      <a:noFill/>
                    </a:lnL>
                    <a:lnR>
                      <a:noFill/>
                    </a:lnR>
                    <a:lnT>
                      <a:noFill/>
                    </a:lnT>
                    <a:lnB>
                      <a:noFill/>
                    </a:lnB>
                    <a:noFill/>
                  </a:tcPr>
                </a:tc>
                <a:tc>
                  <a:txBody>
                    <a:bodyPr/>
                    <a:lstStyle/>
                    <a:p>
                      <a:pPr>
                        <a:buNone/>
                      </a:pPr>
                      <a:r>
                        <a:rPr lang="en-US" sz="1600">
                          <a:latin typeface="Arial Black" panose="020B0A04020102020204" pitchFamily="34" charset="0"/>
                        </a:rPr>
                        <a:t>Learn from examples to predict outcomes</a:t>
                      </a:r>
                    </a:p>
                  </a:txBody>
                  <a:tcPr marL="83680" marR="83680" marT="41840" marB="41840" anchor="ctr">
                    <a:lnL>
                      <a:noFill/>
                    </a:lnL>
                    <a:lnR>
                      <a:noFill/>
                    </a:lnR>
                    <a:lnT>
                      <a:noFill/>
                    </a:lnT>
                    <a:lnB>
                      <a:noFill/>
                    </a:lnB>
                    <a:noFill/>
                  </a:tcPr>
                </a:tc>
                <a:tc>
                  <a:txBody>
                    <a:bodyPr/>
                    <a:lstStyle/>
                    <a:p>
                      <a:pPr>
                        <a:buNone/>
                      </a:pPr>
                      <a:r>
                        <a:rPr lang="en-US" sz="1600">
                          <a:latin typeface="Arial Black" panose="020B0A04020102020204" pitchFamily="34" charset="0"/>
                        </a:rPr>
                        <a:t>Discover hidden patterns or natural groupings</a:t>
                      </a:r>
                    </a:p>
                  </a:txBody>
                  <a:tcPr marL="83680" marR="83680" marT="41840" marB="41840" anchor="ctr">
                    <a:lnL>
                      <a:noFill/>
                    </a:lnL>
                    <a:lnR>
                      <a:noFill/>
                    </a:lnR>
                    <a:lnT>
                      <a:noFill/>
                    </a:lnT>
                    <a:lnB>
                      <a:noFill/>
                    </a:lnB>
                    <a:noFill/>
                  </a:tcPr>
                </a:tc>
                <a:extLst>
                  <a:ext uri="{0D108BD9-81ED-4DB2-BD59-A6C34878D82A}">
                    <a16:rowId xmlns:a16="http://schemas.microsoft.com/office/drawing/2014/main" val="4050000682"/>
                  </a:ext>
                </a:extLst>
              </a:tr>
              <a:tr h="585757">
                <a:tc>
                  <a:txBody>
                    <a:bodyPr/>
                    <a:lstStyle/>
                    <a:p>
                      <a:pPr>
                        <a:buNone/>
                      </a:pPr>
                      <a:r>
                        <a:rPr lang="en-US" sz="1600" b="1" dirty="0">
                          <a:latin typeface="Arial Black" panose="020B0A04020102020204" pitchFamily="34" charset="0"/>
                        </a:rPr>
                        <a:t>Algorithms</a:t>
                      </a:r>
                      <a:endParaRPr lang="en-US" sz="1600" dirty="0">
                        <a:latin typeface="Arial Black" panose="020B0A04020102020204" pitchFamily="34" charset="0"/>
                      </a:endParaRPr>
                    </a:p>
                  </a:txBody>
                  <a:tcPr marL="83680" marR="83680" marT="41840" marB="41840" anchor="ctr">
                    <a:lnL>
                      <a:noFill/>
                    </a:lnL>
                    <a:lnR>
                      <a:noFill/>
                    </a:lnR>
                    <a:lnT>
                      <a:noFill/>
                    </a:lnT>
                    <a:lnB>
                      <a:noFill/>
                    </a:lnB>
                    <a:noFill/>
                  </a:tcPr>
                </a:tc>
                <a:tc>
                  <a:txBody>
                    <a:bodyPr/>
                    <a:lstStyle/>
                    <a:p>
                      <a:pPr>
                        <a:buNone/>
                      </a:pPr>
                      <a:r>
                        <a:rPr lang="en-US" sz="1600">
                          <a:latin typeface="Arial Black" panose="020B0A04020102020204" pitchFamily="34" charset="0"/>
                        </a:rPr>
                        <a:t>Linear Regression, Logistic Regression, Decision Trees</a:t>
                      </a:r>
                    </a:p>
                  </a:txBody>
                  <a:tcPr marL="83680" marR="83680" marT="41840" marB="41840" anchor="ctr">
                    <a:lnL>
                      <a:noFill/>
                    </a:lnL>
                    <a:lnR>
                      <a:noFill/>
                    </a:lnR>
                    <a:lnT>
                      <a:noFill/>
                    </a:lnT>
                    <a:lnB>
                      <a:noFill/>
                    </a:lnB>
                    <a:noFill/>
                  </a:tcPr>
                </a:tc>
                <a:tc>
                  <a:txBody>
                    <a:bodyPr/>
                    <a:lstStyle/>
                    <a:p>
                      <a:pPr>
                        <a:buNone/>
                      </a:pPr>
                      <a:r>
                        <a:rPr lang="en-US" sz="1600">
                          <a:latin typeface="Arial Black" panose="020B0A04020102020204" pitchFamily="34" charset="0"/>
                        </a:rPr>
                        <a:t>K‑Means, Hierarchical Clustering, PCA</a:t>
                      </a:r>
                    </a:p>
                  </a:txBody>
                  <a:tcPr marL="83680" marR="83680" marT="41840" marB="41840" anchor="ctr">
                    <a:lnL>
                      <a:noFill/>
                    </a:lnL>
                    <a:lnR>
                      <a:noFill/>
                    </a:lnR>
                    <a:lnT>
                      <a:noFill/>
                    </a:lnT>
                    <a:lnB>
                      <a:noFill/>
                    </a:lnB>
                    <a:noFill/>
                  </a:tcPr>
                </a:tc>
                <a:extLst>
                  <a:ext uri="{0D108BD9-81ED-4DB2-BD59-A6C34878D82A}">
                    <a16:rowId xmlns:a16="http://schemas.microsoft.com/office/drawing/2014/main" val="3906240241"/>
                  </a:ext>
                </a:extLst>
              </a:tr>
              <a:tr h="585757">
                <a:tc>
                  <a:txBody>
                    <a:bodyPr/>
                    <a:lstStyle/>
                    <a:p>
                      <a:pPr>
                        <a:buNone/>
                      </a:pPr>
                      <a:r>
                        <a:rPr lang="en-US" sz="1600" b="1">
                          <a:latin typeface="Arial Black" panose="020B0A04020102020204" pitchFamily="34" charset="0"/>
                        </a:rPr>
                        <a:t>Output Type</a:t>
                      </a:r>
                      <a:endParaRPr lang="en-US" sz="1600">
                        <a:latin typeface="Arial Black" panose="020B0A04020102020204" pitchFamily="34" charset="0"/>
                      </a:endParaRPr>
                    </a:p>
                  </a:txBody>
                  <a:tcPr marL="83680" marR="83680" marT="41840" marB="41840" anchor="ctr">
                    <a:lnL>
                      <a:noFill/>
                    </a:lnL>
                    <a:lnR>
                      <a:noFill/>
                    </a:lnR>
                    <a:lnT>
                      <a:noFill/>
                    </a:lnT>
                    <a:lnB>
                      <a:noFill/>
                    </a:lnB>
                    <a:noFill/>
                  </a:tcPr>
                </a:tc>
                <a:tc>
                  <a:txBody>
                    <a:bodyPr/>
                    <a:lstStyle/>
                    <a:p>
                      <a:pPr>
                        <a:buNone/>
                      </a:pPr>
                      <a:r>
                        <a:rPr lang="en-US" sz="1600" dirty="0">
                          <a:latin typeface="Arial Black" panose="020B0A04020102020204" pitchFamily="34" charset="0"/>
                        </a:rPr>
                        <a:t>Continuous or categorical prediction</a:t>
                      </a:r>
                    </a:p>
                  </a:txBody>
                  <a:tcPr marL="83680" marR="83680" marT="41840" marB="41840" anchor="ctr">
                    <a:lnL>
                      <a:noFill/>
                    </a:lnL>
                    <a:lnR>
                      <a:noFill/>
                    </a:lnR>
                    <a:lnT>
                      <a:noFill/>
                    </a:lnT>
                    <a:lnB>
                      <a:noFill/>
                    </a:lnB>
                    <a:noFill/>
                  </a:tcPr>
                </a:tc>
                <a:tc>
                  <a:txBody>
                    <a:bodyPr/>
                    <a:lstStyle/>
                    <a:p>
                      <a:pPr>
                        <a:buNone/>
                      </a:pPr>
                      <a:r>
                        <a:rPr lang="en-US" sz="1600" dirty="0">
                          <a:latin typeface="Arial Black" panose="020B0A04020102020204" pitchFamily="34" charset="0"/>
                        </a:rPr>
                        <a:t>Clusters or reduced dimensions</a:t>
                      </a:r>
                    </a:p>
                  </a:txBody>
                  <a:tcPr marL="83680" marR="83680" marT="41840" marB="41840" anchor="ctr">
                    <a:lnL>
                      <a:noFill/>
                    </a:lnL>
                    <a:lnR>
                      <a:noFill/>
                    </a:lnR>
                    <a:lnT>
                      <a:noFill/>
                    </a:lnT>
                    <a:lnB>
                      <a:noFill/>
                    </a:lnB>
                    <a:noFill/>
                  </a:tcPr>
                </a:tc>
                <a:extLst>
                  <a:ext uri="{0D108BD9-81ED-4DB2-BD59-A6C34878D82A}">
                    <a16:rowId xmlns:a16="http://schemas.microsoft.com/office/drawing/2014/main" val="3470847304"/>
                  </a:ext>
                </a:extLst>
              </a:tr>
              <a:tr h="585757">
                <a:tc>
                  <a:txBody>
                    <a:bodyPr/>
                    <a:lstStyle/>
                    <a:p>
                      <a:pPr>
                        <a:buNone/>
                      </a:pPr>
                      <a:r>
                        <a:rPr lang="en-US" sz="1600" b="1">
                          <a:latin typeface="Arial Black" panose="020B0A04020102020204" pitchFamily="34" charset="0"/>
                        </a:rPr>
                        <a:t>Analogy</a:t>
                      </a:r>
                      <a:endParaRPr lang="en-US" sz="1600">
                        <a:latin typeface="Arial Black" panose="020B0A04020102020204" pitchFamily="34" charset="0"/>
                      </a:endParaRPr>
                    </a:p>
                  </a:txBody>
                  <a:tcPr marL="83680" marR="83680" marT="41840" marB="41840" anchor="ctr">
                    <a:lnL>
                      <a:noFill/>
                    </a:lnL>
                    <a:lnR>
                      <a:noFill/>
                    </a:lnR>
                    <a:lnT>
                      <a:noFill/>
                    </a:lnT>
                    <a:lnB>
                      <a:noFill/>
                    </a:lnB>
                    <a:noFill/>
                  </a:tcPr>
                </a:tc>
                <a:tc>
                  <a:txBody>
                    <a:bodyPr/>
                    <a:lstStyle/>
                    <a:p>
                      <a:pPr>
                        <a:buNone/>
                      </a:pPr>
                      <a:r>
                        <a:rPr lang="en-US" sz="1600" dirty="0">
                          <a:latin typeface="Arial Black" panose="020B0A04020102020204" pitchFamily="34" charset="0"/>
                        </a:rPr>
                        <a:t>A student learning with an answer key</a:t>
                      </a:r>
                    </a:p>
                  </a:txBody>
                  <a:tcPr marL="83680" marR="83680" marT="41840" marB="41840" anchor="ctr">
                    <a:lnL>
                      <a:noFill/>
                    </a:lnL>
                    <a:lnR>
                      <a:noFill/>
                    </a:lnR>
                    <a:lnT>
                      <a:noFill/>
                    </a:lnT>
                    <a:lnB>
                      <a:noFill/>
                    </a:lnB>
                    <a:noFill/>
                  </a:tcPr>
                </a:tc>
                <a:tc>
                  <a:txBody>
                    <a:bodyPr/>
                    <a:lstStyle/>
                    <a:p>
                      <a:pPr>
                        <a:buNone/>
                      </a:pPr>
                      <a:r>
                        <a:rPr lang="en-US" sz="1600" dirty="0">
                          <a:latin typeface="Arial Black" panose="020B0A04020102020204" pitchFamily="34" charset="0"/>
                        </a:rPr>
                        <a:t>A student exploring patterns without guidance</a:t>
                      </a:r>
                    </a:p>
                  </a:txBody>
                  <a:tcPr marL="83680" marR="83680" marT="41840" marB="41840" anchor="ctr">
                    <a:lnL>
                      <a:noFill/>
                    </a:lnL>
                    <a:lnR>
                      <a:noFill/>
                    </a:lnR>
                    <a:lnT>
                      <a:noFill/>
                    </a:lnT>
                    <a:lnB>
                      <a:noFill/>
                    </a:lnB>
                    <a:noFill/>
                  </a:tcPr>
                </a:tc>
                <a:extLst>
                  <a:ext uri="{0D108BD9-81ED-4DB2-BD59-A6C34878D82A}">
                    <a16:rowId xmlns:a16="http://schemas.microsoft.com/office/drawing/2014/main" val="3271673035"/>
                  </a:ext>
                </a:extLst>
              </a:tr>
            </a:tbl>
          </a:graphicData>
        </a:graphic>
      </p:graphicFrame>
    </p:spTree>
    <p:extLst>
      <p:ext uri="{BB962C8B-B14F-4D97-AF65-F5344CB8AC3E}">
        <p14:creationId xmlns:p14="http://schemas.microsoft.com/office/powerpoint/2010/main" val="3508754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5AEED-C341-198E-582A-FA836E9DA7F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5A1B23-0FC2-D35E-C003-C28C6904A2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179958" cy="6858000"/>
          </a:xfrm>
          <a:prstGeom prst="rect">
            <a:avLst/>
          </a:prstGeom>
        </p:spPr>
      </p:pic>
      <p:sp>
        <p:nvSpPr>
          <p:cNvPr id="5" name="TextBox 4">
            <a:extLst>
              <a:ext uri="{FF2B5EF4-FFF2-40B4-BE49-F238E27FC236}">
                <a16:creationId xmlns:a16="http://schemas.microsoft.com/office/drawing/2014/main" id="{6D01196A-F65B-F072-0C67-9D71DE3BC6E1}"/>
              </a:ext>
            </a:extLst>
          </p:cNvPr>
          <p:cNvSpPr txBox="1"/>
          <p:nvPr/>
        </p:nvSpPr>
        <p:spPr>
          <a:xfrm>
            <a:off x="8485239" y="2690336"/>
            <a:ext cx="3352800" cy="1477328"/>
          </a:xfrm>
          <a:prstGeom prst="rect">
            <a:avLst/>
          </a:prstGeom>
          <a:noFill/>
        </p:spPr>
        <p:txBody>
          <a:bodyPr wrap="square">
            <a:spAutoFit/>
          </a:bodyPr>
          <a:lstStyle/>
          <a:p>
            <a:r>
              <a:rPr lang="en-US" b="1" dirty="0">
                <a:latin typeface="Arial Black" panose="020B0A04020102020204" pitchFamily="34" charset="0"/>
              </a:rPr>
              <a:t>Supervised vs. Unsupervised Learning comparison infographic</a:t>
            </a:r>
            <a:r>
              <a:rPr lang="en-US" dirty="0">
                <a:latin typeface="Arial Black" panose="020B0A04020102020204" pitchFamily="34" charset="0"/>
              </a:rPr>
              <a:t> — themed around the Titanic dataset </a:t>
            </a:r>
          </a:p>
        </p:txBody>
      </p:sp>
    </p:spTree>
    <p:extLst>
      <p:ext uri="{BB962C8B-B14F-4D97-AF65-F5344CB8AC3E}">
        <p14:creationId xmlns:p14="http://schemas.microsoft.com/office/powerpoint/2010/main" val="1231128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C23AA-F5BC-49CE-D988-53122A3CFC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B86C63-B746-8BB0-5047-80E1F9F0F616}"/>
              </a:ext>
            </a:extLst>
          </p:cNvPr>
          <p:cNvSpPr txBox="1"/>
          <p:nvPr/>
        </p:nvSpPr>
        <p:spPr>
          <a:xfrm>
            <a:off x="2467897" y="365941"/>
            <a:ext cx="7521677" cy="400110"/>
          </a:xfrm>
          <a:prstGeom prst="rect">
            <a:avLst/>
          </a:prstGeom>
          <a:noFill/>
        </p:spPr>
        <p:txBody>
          <a:bodyPr wrap="square">
            <a:spAutoFit/>
          </a:bodyPr>
          <a:lstStyle/>
          <a:p>
            <a:r>
              <a:rPr lang="en-US" sz="2000" dirty="0">
                <a:latin typeface="Arial Black" panose="020B0A04020102020204" pitchFamily="34" charset="0"/>
              </a:rPr>
              <a:t>Titanic Learning Lab: Supervised vs. Unsupervised</a:t>
            </a:r>
          </a:p>
        </p:txBody>
      </p:sp>
      <p:sp>
        <p:nvSpPr>
          <p:cNvPr id="7" name="TextBox 6">
            <a:extLst>
              <a:ext uri="{FF2B5EF4-FFF2-40B4-BE49-F238E27FC236}">
                <a16:creationId xmlns:a16="http://schemas.microsoft.com/office/drawing/2014/main" id="{69A55EB4-7CB8-6A72-3B0C-D663DC0CA434}"/>
              </a:ext>
            </a:extLst>
          </p:cNvPr>
          <p:cNvSpPr txBox="1"/>
          <p:nvPr/>
        </p:nvSpPr>
        <p:spPr>
          <a:xfrm>
            <a:off x="442451" y="861108"/>
            <a:ext cx="11307097" cy="5755422"/>
          </a:xfrm>
          <a:prstGeom prst="rect">
            <a:avLst/>
          </a:prstGeom>
          <a:noFill/>
        </p:spPr>
        <p:txBody>
          <a:bodyPr wrap="square">
            <a:spAutoFit/>
          </a:bodyPr>
          <a:lstStyle/>
          <a:p>
            <a:pPr algn="ctr">
              <a:buNone/>
            </a:pPr>
            <a:r>
              <a:rPr lang="en-US" b="1" dirty="0">
                <a:solidFill>
                  <a:srgbClr val="002060"/>
                </a:solidFill>
                <a:latin typeface="Arial Black" panose="020B0A04020102020204" pitchFamily="34" charset="0"/>
              </a:rPr>
              <a:t>Objective</a:t>
            </a:r>
          </a:p>
          <a:p>
            <a:pPr>
              <a:buNone/>
            </a:pPr>
            <a:endParaRPr lang="en-US" sz="1600" b="1" dirty="0">
              <a:latin typeface="Arial Black" panose="020B0A04020102020204" pitchFamily="34" charset="0"/>
            </a:endParaRPr>
          </a:p>
          <a:p>
            <a:pPr>
              <a:buNone/>
            </a:pPr>
            <a:r>
              <a:rPr lang="en-US" sz="1600" dirty="0">
                <a:solidFill>
                  <a:srgbClr val="FF0000"/>
                </a:solidFill>
                <a:effectLst/>
                <a:latin typeface="Arial Black" panose="020B0A04020102020204" pitchFamily="34" charset="0"/>
              </a:rPr>
              <a:t>Students will:</a:t>
            </a:r>
            <a:endParaRPr lang="en-US" sz="1600" dirty="0">
              <a:solidFill>
                <a:srgbClr val="FF0000"/>
              </a:solidFill>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Apply </a:t>
            </a:r>
            <a:r>
              <a:rPr lang="en-US" sz="1600" b="1" dirty="0">
                <a:effectLst/>
                <a:latin typeface="Arial Black" panose="020B0A04020102020204" pitchFamily="34" charset="0"/>
              </a:rPr>
              <a:t>Logistic Regression</a:t>
            </a:r>
            <a:r>
              <a:rPr lang="en-US" sz="1600" dirty="0">
                <a:effectLst/>
                <a:latin typeface="Arial Black" panose="020B0A04020102020204" pitchFamily="34" charset="0"/>
              </a:rPr>
              <a:t> to predict survival (Supervised Learning).</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Apply </a:t>
            </a:r>
            <a:r>
              <a:rPr lang="en-US" sz="1600" b="1" dirty="0">
                <a:effectLst/>
                <a:latin typeface="Arial Black" panose="020B0A04020102020204" pitchFamily="34" charset="0"/>
              </a:rPr>
              <a:t>K‑Means Clustering</a:t>
            </a:r>
            <a:r>
              <a:rPr lang="en-US" sz="1600" dirty="0">
                <a:effectLst/>
                <a:latin typeface="Arial Black" panose="020B0A04020102020204" pitchFamily="34" charset="0"/>
              </a:rPr>
              <a:t> to group passengers (Unsupervised Learning).</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Compare results and interpret insights.</a:t>
            </a:r>
          </a:p>
          <a:p>
            <a:pPr>
              <a:buFont typeface="Arial" panose="020B0604020202020204" pitchFamily="34" charset="0"/>
              <a:buChar char="•"/>
            </a:pPr>
            <a:endParaRPr lang="en-US" sz="1600"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Part 1 – Supervised Learning (Logistic Regression)</a:t>
            </a:r>
          </a:p>
          <a:p>
            <a:pPr>
              <a:buNone/>
            </a:pPr>
            <a:endParaRPr lang="en-US" sz="1600" b="1" dirty="0">
              <a:solidFill>
                <a:srgbClr val="FF0000"/>
              </a:solidFill>
              <a:effectLst/>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Goal:</a:t>
            </a:r>
            <a:r>
              <a:rPr lang="en-US" sz="1600" dirty="0">
                <a:solidFill>
                  <a:srgbClr val="FF0000"/>
                </a:solidFill>
                <a:effectLst/>
                <a:latin typeface="Arial Black" panose="020B0A04020102020204" pitchFamily="34" charset="0"/>
              </a:rPr>
              <a:t> Predict whether a passenger survived. </a:t>
            </a:r>
          </a:p>
          <a:p>
            <a:pPr>
              <a:buNone/>
            </a:pPr>
            <a:endParaRPr lang="en-US" sz="1600" b="1" dirty="0">
              <a:solidFill>
                <a:srgbClr val="FF0000"/>
              </a:solidFill>
              <a:effectLst/>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Steps: </a:t>
            </a:r>
            <a:endParaRPr lang="en-US" sz="1600" dirty="0">
              <a:solidFill>
                <a:srgbClr val="FF0000"/>
              </a:solidFill>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Load Titanic dataset.</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Select features: Age, </a:t>
            </a:r>
            <a:r>
              <a:rPr lang="en-US" sz="1600" dirty="0" err="1">
                <a:effectLst/>
                <a:latin typeface="Arial Black" panose="020B0A04020102020204" pitchFamily="34" charset="0"/>
              </a:rPr>
              <a:t>Pclass</a:t>
            </a:r>
            <a:r>
              <a:rPr lang="en-US" sz="1600" dirty="0">
                <a:effectLst/>
                <a:latin typeface="Arial Black" panose="020B0A04020102020204" pitchFamily="34" charset="0"/>
              </a:rPr>
              <a:t>, Sex.</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Encode categorical data (Sex: male = 0, female = 1).</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Split data into training and testing sets.</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Train a Logistic Regression() model.</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Evaluate accuracy and confusion matrix.</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Predict survival for a new passenger (e.g., Age = 30, </a:t>
            </a:r>
            <a:r>
              <a:rPr lang="en-US" sz="1600" dirty="0" err="1">
                <a:effectLst/>
                <a:latin typeface="Arial Black" panose="020B0A04020102020204" pitchFamily="34" charset="0"/>
              </a:rPr>
              <a:t>Pclass</a:t>
            </a:r>
            <a:r>
              <a:rPr lang="en-US" sz="1600" dirty="0">
                <a:effectLst/>
                <a:latin typeface="Arial Black" panose="020B0A04020102020204" pitchFamily="34" charset="0"/>
              </a:rPr>
              <a:t> = 3, Sex = female).</a:t>
            </a:r>
            <a:endParaRPr lang="en-US" sz="1600" dirty="0">
              <a:latin typeface="Arial Black" panose="020B0A04020102020204" pitchFamily="34" charset="0"/>
            </a:endParaRPr>
          </a:p>
          <a:p>
            <a:pPr>
              <a:buNone/>
            </a:pPr>
            <a:endParaRPr lang="en-US" sz="1600" b="1" dirty="0">
              <a:effectLst/>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Expected Output:</a:t>
            </a:r>
            <a:endParaRPr lang="en-US" sz="1600" dirty="0">
              <a:solidFill>
                <a:srgbClr val="FF0000"/>
              </a:solidFill>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 Accuracy score (≈ 75–80%)</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“Predicted Survival: Yes/No”</a:t>
            </a:r>
            <a:endParaRPr lang="en-US" sz="1600" dirty="0">
              <a:latin typeface="Arial Black" panose="020B0A04020102020204" pitchFamily="34" charset="0"/>
            </a:endParaRPr>
          </a:p>
        </p:txBody>
      </p:sp>
    </p:spTree>
    <p:extLst>
      <p:ext uri="{BB962C8B-B14F-4D97-AF65-F5344CB8AC3E}">
        <p14:creationId xmlns:p14="http://schemas.microsoft.com/office/powerpoint/2010/main" val="1732900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90225-AEAE-68B6-2DF9-A4A1CDB606C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B0007FA-1632-DB87-647A-CC3CEA52DA16}"/>
              </a:ext>
            </a:extLst>
          </p:cNvPr>
          <p:cNvSpPr txBox="1"/>
          <p:nvPr/>
        </p:nvSpPr>
        <p:spPr>
          <a:xfrm>
            <a:off x="2467897" y="365941"/>
            <a:ext cx="7521677" cy="400110"/>
          </a:xfrm>
          <a:prstGeom prst="rect">
            <a:avLst/>
          </a:prstGeom>
          <a:noFill/>
        </p:spPr>
        <p:txBody>
          <a:bodyPr wrap="square">
            <a:spAutoFit/>
          </a:bodyPr>
          <a:lstStyle/>
          <a:p>
            <a:r>
              <a:rPr lang="en-US" sz="2000" dirty="0">
                <a:latin typeface="Arial Black" panose="020B0A04020102020204" pitchFamily="34" charset="0"/>
              </a:rPr>
              <a:t>Titanic Learning Lab: Supervised vs. Unsupervised</a:t>
            </a:r>
          </a:p>
        </p:txBody>
      </p:sp>
      <p:sp>
        <p:nvSpPr>
          <p:cNvPr id="3" name="TextBox 2">
            <a:extLst>
              <a:ext uri="{FF2B5EF4-FFF2-40B4-BE49-F238E27FC236}">
                <a16:creationId xmlns:a16="http://schemas.microsoft.com/office/drawing/2014/main" id="{F1630AD7-2F21-A5D9-2E60-1CE4E772EC75}"/>
              </a:ext>
            </a:extLst>
          </p:cNvPr>
          <p:cNvSpPr txBox="1"/>
          <p:nvPr/>
        </p:nvSpPr>
        <p:spPr>
          <a:xfrm>
            <a:off x="1086464" y="1281695"/>
            <a:ext cx="10284542" cy="4031873"/>
          </a:xfrm>
          <a:prstGeom prst="rect">
            <a:avLst/>
          </a:prstGeom>
          <a:noFill/>
        </p:spPr>
        <p:txBody>
          <a:bodyPr wrap="square">
            <a:spAutoFit/>
          </a:bodyPr>
          <a:lstStyle/>
          <a:p>
            <a:pPr>
              <a:buNone/>
            </a:pPr>
            <a:r>
              <a:rPr lang="en-US" sz="1600" b="1" dirty="0">
                <a:solidFill>
                  <a:srgbClr val="FF0000"/>
                </a:solidFill>
                <a:latin typeface="Arial Black" panose="020B0A04020102020204" pitchFamily="34" charset="0"/>
              </a:rPr>
              <a:t>Part 2 – Unsupervised Learning (K‑Means Clustering)</a:t>
            </a:r>
          </a:p>
          <a:p>
            <a:pPr>
              <a:buNone/>
            </a:pPr>
            <a:endParaRPr lang="en-US" sz="1600" b="1" dirty="0">
              <a:solidFill>
                <a:srgbClr val="FF0000"/>
              </a:solidFill>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Goal:</a:t>
            </a:r>
            <a:r>
              <a:rPr lang="en-US" sz="1600" dirty="0">
                <a:solidFill>
                  <a:srgbClr val="FF0000"/>
                </a:solidFill>
                <a:effectLst/>
                <a:latin typeface="Arial Black" panose="020B0A04020102020204" pitchFamily="34" charset="0"/>
              </a:rPr>
              <a:t> Group passengers by similarity. </a:t>
            </a:r>
          </a:p>
          <a:p>
            <a:pPr>
              <a:buNone/>
            </a:pPr>
            <a:endParaRPr lang="en-US" sz="1600" b="1" dirty="0">
              <a:effectLst/>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Steps:</a:t>
            </a:r>
          </a:p>
          <a:p>
            <a:pPr marL="342900" indent="-342900">
              <a:buFont typeface="+mj-lt"/>
              <a:buAutoNum type="arabicPeriod"/>
            </a:pPr>
            <a:r>
              <a:rPr lang="en-US" sz="1600" dirty="0">
                <a:effectLst/>
                <a:latin typeface="Arial Black" panose="020B0A04020102020204" pitchFamily="34" charset="0"/>
              </a:rPr>
              <a:t>Use features: Age, Fare, </a:t>
            </a:r>
            <a:r>
              <a:rPr lang="en-US" sz="1600" dirty="0" err="1">
                <a:effectLst/>
                <a:latin typeface="Arial Black" panose="020B0A04020102020204" pitchFamily="34" charset="0"/>
              </a:rPr>
              <a:t>Pclass</a:t>
            </a:r>
            <a:r>
              <a:rPr lang="en-US" sz="1600" dirty="0">
                <a:effectLst/>
                <a:latin typeface="Arial Black" panose="020B0A04020102020204" pitchFamily="34" charset="0"/>
              </a:rPr>
              <a:t>.</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Handle missing values.</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Apply </a:t>
            </a:r>
            <a:r>
              <a:rPr lang="en-US" sz="1600" dirty="0" err="1">
                <a:effectLst/>
                <a:latin typeface="Arial Black" panose="020B0A04020102020204" pitchFamily="34" charset="0"/>
              </a:rPr>
              <a:t>KMeans</a:t>
            </a:r>
            <a:r>
              <a:rPr lang="en-US" sz="1600" dirty="0">
                <a:effectLst/>
                <a:latin typeface="Arial Black" panose="020B0A04020102020204" pitchFamily="34" charset="0"/>
              </a:rPr>
              <a:t>(</a:t>
            </a:r>
            <a:r>
              <a:rPr lang="en-US" sz="1600" dirty="0" err="1">
                <a:effectLst/>
                <a:latin typeface="Arial Black" panose="020B0A04020102020204" pitchFamily="34" charset="0"/>
              </a:rPr>
              <a:t>n_clusters</a:t>
            </a:r>
            <a:r>
              <a:rPr lang="en-US" sz="1600" dirty="0">
                <a:effectLst/>
                <a:latin typeface="Arial Black" panose="020B0A04020102020204" pitchFamily="34" charset="0"/>
              </a:rPr>
              <a:t>=3) to find natural groups.</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Visualize clusters using a scatter plot (Age vs. Fare).</a:t>
            </a:r>
            <a:endParaRPr lang="en-US" sz="1600" dirty="0">
              <a:latin typeface="Arial Black" panose="020B0A04020102020204" pitchFamily="34" charset="0"/>
            </a:endParaRPr>
          </a:p>
          <a:p>
            <a:pPr marL="342900" indent="-342900">
              <a:buFont typeface="+mj-lt"/>
              <a:buAutoNum type="arabicPeriod"/>
            </a:pPr>
            <a:r>
              <a:rPr lang="en-US" sz="1600" dirty="0">
                <a:effectLst/>
                <a:latin typeface="Arial Black" panose="020B0A04020102020204" pitchFamily="34" charset="0"/>
              </a:rPr>
              <a:t>Label clusters manually (e.g., </a:t>
            </a:r>
            <a:r>
              <a:rPr lang="en-US" sz="1600" i="1" dirty="0">
                <a:effectLst/>
                <a:latin typeface="Arial Black" panose="020B0A04020102020204" pitchFamily="34" charset="0"/>
              </a:rPr>
              <a:t>Luxury Travelers</a:t>
            </a:r>
            <a:r>
              <a:rPr lang="en-US" sz="1600" dirty="0">
                <a:effectLst/>
                <a:latin typeface="Arial Black" panose="020B0A04020102020204" pitchFamily="34" charset="0"/>
              </a:rPr>
              <a:t>, </a:t>
            </a:r>
            <a:r>
              <a:rPr lang="en-US" sz="1600" i="1" dirty="0">
                <a:effectLst/>
                <a:latin typeface="Arial Black" panose="020B0A04020102020204" pitchFamily="34" charset="0"/>
              </a:rPr>
              <a:t>Families in Steerage</a:t>
            </a:r>
            <a:r>
              <a:rPr lang="en-US" sz="1600" dirty="0">
                <a:effectLst/>
                <a:latin typeface="Arial Black" panose="020B0A04020102020204" pitchFamily="34" charset="0"/>
              </a:rPr>
              <a:t>, </a:t>
            </a:r>
            <a:r>
              <a:rPr lang="en-US" sz="1600" i="1" dirty="0">
                <a:effectLst/>
                <a:latin typeface="Arial Black" panose="020B0A04020102020204" pitchFamily="34" charset="0"/>
              </a:rPr>
              <a:t>Young Adventurers</a:t>
            </a:r>
            <a:r>
              <a:rPr lang="en-US" sz="1600" dirty="0">
                <a:effectLst/>
                <a:latin typeface="Arial Black" panose="020B0A04020102020204" pitchFamily="34" charset="0"/>
              </a:rPr>
              <a:t>).</a:t>
            </a:r>
            <a:endParaRPr lang="en-US" sz="1600" dirty="0">
              <a:latin typeface="Arial Black" panose="020B0A04020102020204" pitchFamily="34" charset="0"/>
            </a:endParaRPr>
          </a:p>
          <a:p>
            <a:pPr>
              <a:buNone/>
            </a:pPr>
            <a:endParaRPr lang="en-US" sz="1600" b="1" dirty="0">
              <a:effectLst/>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Expected Output:</a:t>
            </a:r>
          </a:p>
          <a:p>
            <a:pPr>
              <a:buNone/>
            </a:pPr>
            <a:endParaRPr lang="en-US" sz="1600" dirty="0">
              <a:solidFill>
                <a:srgbClr val="FF0000"/>
              </a:solidFill>
              <a:latin typeface="Arial Black" panose="020B0A04020102020204" pitchFamily="34" charset="0"/>
            </a:endParaRPr>
          </a:p>
          <a:p>
            <a:pPr>
              <a:buFont typeface="Arial" panose="020B0604020202020204" pitchFamily="34" charset="0"/>
              <a:buChar char="•"/>
            </a:pPr>
            <a:r>
              <a:rPr lang="en-US" sz="1600" dirty="0">
                <a:effectLst/>
                <a:latin typeface="Arial Black" panose="020B0A04020102020204" pitchFamily="34" charset="0"/>
              </a:rPr>
              <a:t>Cluster centers (average Age, Fare, Class)</a:t>
            </a:r>
            <a:endParaRPr lang="en-US" sz="1600" dirty="0">
              <a:latin typeface="Arial Black" panose="020B0A04020102020204" pitchFamily="34" charset="0"/>
            </a:endParaRPr>
          </a:p>
          <a:p>
            <a:pPr>
              <a:buFont typeface="Arial" panose="020B0604020202020204" pitchFamily="34" charset="0"/>
              <a:buChar char="•"/>
            </a:pPr>
            <a:r>
              <a:rPr lang="en-US" sz="1600" dirty="0">
                <a:effectLst/>
                <a:latin typeface="Arial Black" panose="020B0A04020102020204" pitchFamily="34" charset="0"/>
              </a:rPr>
              <a:t>Visualization showing distinct passenger groups</a:t>
            </a:r>
            <a:endParaRPr lang="en-US" sz="1600" dirty="0">
              <a:latin typeface="Arial Black" panose="020B0A04020102020204" pitchFamily="34" charset="0"/>
            </a:endParaRPr>
          </a:p>
        </p:txBody>
      </p:sp>
    </p:spTree>
    <p:extLst>
      <p:ext uri="{BB962C8B-B14F-4D97-AF65-F5344CB8AC3E}">
        <p14:creationId xmlns:p14="http://schemas.microsoft.com/office/powerpoint/2010/main" val="3543369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42C1F-0010-C3C5-9EE4-DF1063C2EBA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D9D3B32-D1EE-3C24-D259-B810EFA71323}"/>
              </a:ext>
            </a:extLst>
          </p:cNvPr>
          <p:cNvSpPr txBox="1"/>
          <p:nvPr/>
        </p:nvSpPr>
        <p:spPr>
          <a:xfrm>
            <a:off x="2467897" y="365941"/>
            <a:ext cx="7521677" cy="400110"/>
          </a:xfrm>
          <a:prstGeom prst="rect">
            <a:avLst/>
          </a:prstGeom>
          <a:noFill/>
        </p:spPr>
        <p:txBody>
          <a:bodyPr wrap="square">
            <a:spAutoFit/>
          </a:bodyPr>
          <a:lstStyle/>
          <a:p>
            <a:r>
              <a:rPr lang="en-US" sz="2000" dirty="0">
                <a:latin typeface="Arial Black" panose="020B0A04020102020204" pitchFamily="34" charset="0"/>
              </a:rPr>
              <a:t>Titanic Learning Lab: Supervised vs. Unsupervised</a:t>
            </a:r>
          </a:p>
        </p:txBody>
      </p:sp>
      <p:sp>
        <p:nvSpPr>
          <p:cNvPr id="5" name="TextBox 4">
            <a:extLst>
              <a:ext uri="{FF2B5EF4-FFF2-40B4-BE49-F238E27FC236}">
                <a16:creationId xmlns:a16="http://schemas.microsoft.com/office/drawing/2014/main" id="{825F926E-41AB-34B0-40E0-58C58F3EFE67}"/>
              </a:ext>
            </a:extLst>
          </p:cNvPr>
          <p:cNvSpPr txBox="1"/>
          <p:nvPr/>
        </p:nvSpPr>
        <p:spPr>
          <a:xfrm>
            <a:off x="1858297" y="1123025"/>
            <a:ext cx="3608439" cy="369332"/>
          </a:xfrm>
          <a:prstGeom prst="rect">
            <a:avLst/>
          </a:prstGeom>
          <a:noFill/>
        </p:spPr>
        <p:txBody>
          <a:bodyPr wrap="square">
            <a:spAutoFit/>
          </a:bodyPr>
          <a:lstStyle/>
          <a:p>
            <a:r>
              <a:rPr lang="en-US" dirty="0">
                <a:solidFill>
                  <a:srgbClr val="FF0000"/>
                </a:solidFill>
                <a:latin typeface="Arial Black" panose="020B0A04020102020204" pitchFamily="34" charset="0"/>
              </a:rPr>
              <a:t>Part 3 – Compare &amp; Reflect</a:t>
            </a:r>
          </a:p>
        </p:txBody>
      </p:sp>
      <p:graphicFrame>
        <p:nvGraphicFramePr>
          <p:cNvPr id="6" name="Table 5">
            <a:extLst>
              <a:ext uri="{FF2B5EF4-FFF2-40B4-BE49-F238E27FC236}">
                <a16:creationId xmlns:a16="http://schemas.microsoft.com/office/drawing/2014/main" id="{CB4A4B71-1714-17DA-FF3B-ECEC22C7A310}"/>
              </a:ext>
            </a:extLst>
          </p:cNvPr>
          <p:cNvGraphicFramePr>
            <a:graphicFrameLocks noGrp="1"/>
          </p:cNvGraphicFramePr>
          <p:nvPr>
            <p:extLst>
              <p:ext uri="{D42A27DB-BD31-4B8C-83A1-F6EECF244321}">
                <p14:modId xmlns:p14="http://schemas.microsoft.com/office/powerpoint/2010/main" val="4133804047"/>
              </p:ext>
            </p:extLst>
          </p:nvPr>
        </p:nvGraphicFramePr>
        <p:xfrm>
          <a:off x="970935" y="1849331"/>
          <a:ext cx="10515600" cy="2468880"/>
        </p:xfrm>
        <a:graphic>
          <a:graphicData uri="http://schemas.openxmlformats.org/drawingml/2006/table">
            <a:tbl>
              <a:tblPr/>
              <a:tblGrid>
                <a:gridCol w="3505200">
                  <a:extLst>
                    <a:ext uri="{9D8B030D-6E8A-4147-A177-3AD203B41FA5}">
                      <a16:colId xmlns:a16="http://schemas.microsoft.com/office/drawing/2014/main" val="3479957361"/>
                    </a:ext>
                  </a:extLst>
                </a:gridCol>
                <a:gridCol w="3505200">
                  <a:extLst>
                    <a:ext uri="{9D8B030D-6E8A-4147-A177-3AD203B41FA5}">
                      <a16:colId xmlns:a16="http://schemas.microsoft.com/office/drawing/2014/main" val="1463143623"/>
                    </a:ext>
                  </a:extLst>
                </a:gridCol>
                <a:gridCol w="3505200">
                  <a:extLst>
                    <a:ext uri="{9D8B030D-6E8A-4147-A177-3AD203B41FA5}">
                      <a16:colId xmlns:a16="http://schemas.microsoft.com/office/drawing/2014/main" val="661459880"/>
                    </a:ext>
                  </a:extLst>
                </a:gridCol>
              </a:tblGrid>
              <a:tr h="0">
                <a:tc>
                  <a:txBody>
                    <a:bodyPr/>
                    <a:lstStyle/>
                    <a:p>
                      <a:pPr>
                        <a:buNone/>
                      </a:pPr>
                      <a:r>
                        <a:rPr lang="en-US" dirty="0">
                          <a:solidFill>
                            <a:srgbClr val="FF0000"/>
                          </a:solidFill>
                          <a:latin typeface="Arial Black" panose="020B0A04020102020204" pitchFamily="34" charset="0"/>
                        </a:rPr>
                        <a:t>Aspect</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Supervised Learning</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Unsupervised Learning</a:t>
                      </a:r>
                    </a:p>
                  </a:txBody>
                  <a:tcPr anchor="ctr">
                    <a:lnL>
                      <a:noFill/>
                    </a:lnL>
                    <a:lnR>
                      <a:noFill/>
                    </a:lnR>
                    <a:lnT>
                      <a:noFill/>
                    </a:lnT>
                    <a:lnB>
                      <a:noFill/>
                    </a:lnB>
                    <a:noFill/>
                  </a:tcPr>
                </a:tc>
                <a:extLst>
                  <a:ext uri="{0D108BD9-81ED-4DB2-BD59-A6C34878D82A}">
                    <a16:rowId xmlns:a16="http://schemas.microsoft.com/office/drawing/2014/main" val="2093155710"/>
                  </a:ext>
                </a:extLst>
              </a:tr>
              <a:tr h="0">
                <a:tc>
                  <a:txBody>
                    <a:bodyPr/>
                    <a:lstStyle/>
                    <a:p>
                      <a:pPr>
                        <a:buNone/>
                      </a:pPr>
                      <a:r>
                        <a:rPr lang="en-US" b="1" dirty="0">
                          <a:latin typeface="Arial Black" panose="020B0A04020102020204" pitchFamily="34" charset="0"/>
                        </a:rPr>
                        <a:t>Data Type</a:t>
                      </a:r>
                      <a:endParaRPr lang="en-US"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Labeled (Survived = Yes/No)</a:t>
                      </a:r>
                    </a:p>
                  </a:txBody>
                  <a:tcPr anchor="ctr">
                    <a:lnL>
                      <a:noFill/>
                    </a:lnL>
                    <a:lnR>
                      <a:noFill/>
                    </a:lnR>
                    <a:lnT>
                      <a:noFill/>
                    </a:lnT>
                    <a:lnB>
                      <a:noFill/>
                    </a:lnB>
                    <a:noFill/>
                  </a:tcPr>
                </a:tc>
                <a:tc>
                  <a:txBody>
                    <a:bodyPr/>
                    <a:lstStyle/>
                    <a:p>
                      <a:pPr>
                        <a:buNone/>
                      </a:pPr>
                      <a:r>
                        <a:rPr lang="en-US">
                          <a:latin typeface="Arial Black" panose="020B0A04020102020204" pitchFamily="34" charset="0"/>
                        </a:rPr>
                        <a:t>Unlabeled (no survival info)</a:t>
                      </a:r>
                    </a:p>
                  </a:txBody>
                  <a:tcPr anchor="ctr">
                    <a:lnL>
                      <a:noFill/>
                    </a:lnL>
                    <a:lnR>
                      <a:noFill/>
                    </a:lnR>
                    <a:lnT>
                      <a:noFill/>
                    </a:lnT>
                    <a:lnB>
                      <a:noFill/>
                    </a:lnB>
                    <a:noFill/>
                  </a:tcPr>
                </a:tc>
                <a:extLst>
                  <a:ext uri="{0D108BD9-81ED-4DB2-BD59-A6C34878D82A}">
                    <a16:rowId xmlns:a16="http://schemas.microsoft.com/office/drawing/2014/main" val="1252420068"/>
                  </a:ext>
                </a:extLst>
              </a:tr>
              <a:tr h="0">
                <a:tc>
                  <a:txBody>
                    <a:bodyPr/>
                    <a:lstStyle/>
                    <a:p>
                      <a:pPr>
                        <a:buNone/>
                      </a:pPr>
                      <a:r>
                        <a:rPr lang="en-US" b="1">
                          <a:latin typeface="Arial Black" panose="020B0A04020102020204" pitchFamily="34" charset="0"/>
                        </a:rPr>
                        <a:t>Goal</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Predict outcome</a:t>
                      </a:r>
                    </a:p>
                  </a:txBody>
                  <a:tcPr anchor="ctr">
                    <a:lnL>
                      <a:noFill/>
                    </a:lnL>
                    <a:lnR>
                      <a:noFill/>
                    </a:lnR>
                    <a:lnT>
                      <a:noFill/>
                    </a:lnT>
                    <a:lnB>
                      <a:noFill/>
                    </a:lnB>
                    <a:noFill/>
                  </a:tcPr>
                </a:tc>
                <a:tc>
                  <a:txBody>
                    <a:bodyPr/>
                    <a:lstStyle/>
                    <a:p>
                      <a:pPr>
                        <a:buNone/>
                      </a:pPr>
                      <a:r>
                        <a:rPr lang="en-US">
                          <a:latin typeface="Arial Black" panose="020B0A04020102020204" pitchFamily="34" charset="0"/>
                        </a:rPr>
                        <a:t>Discover patterns</a:t>
                      </a:r>
                    </a:p>
                  </a:txBody>
                  <a:tcPr anchor="ctr">
                    <a:lnL>
                      <a:noFill/>
                    </a:lnL>
                    <a:lnR>
                      <a:noFill/>
                    </a:lnR>
                    <a:lnT>
                      <a:noFill/>
                    </a:lnT>
                    <a:lnB>
                      <a:noFill/>
                    </a:lnB>
                    <a:noFill/>
                  </a:tcPr>
                </a:tc>
                <a:extLst>
                  <a:ext uri="{0D108BD9-81ED-4DB2-BD59-A6C34878D82A}">
                    <a16:rowId xmlns:a16="http://schemas.microsoft.com/office/drawing/2014/main" val="73099686"/>
                  </a:ext>
                </a:extLst>
              </a:tr>
              <a:tr h="0">
                <a:tc>
                  <a:txBody>
                    <a:bodyPr/>
                    <a:lstStyle/>
                    <a:p>
                      <a:pPr>
                        <a:buNone/>
                      </a:pPr>
                      <a:r>
                        <a:rPr lang="en-US" b="1">
                          <a:latin typeface="Arial Black" panose="020B0A04020102020204" pitchFamily="34" charset="0"/>
                        </a:rPr>
                        <a:t>Algorithm</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Logistic Regression</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K‑Means Clustering</a:t>
                      </a:r>
                    </a:p>
                  </a:txBody>
                  <a:tcPr anchor="ctr">
                    <a:lnL>
                      <a:noFill/>
                    </a:lnL>
                    <a:lnR>
                      <a:noFill/>
                    </a:lnR>
                    <a:lnT>
                      <a:noFill/>
                    </a:lnT>
                    <a:lnB>
                      <a:noFill/>
                    </a:lnB>
                    <a:noFill/>
                  </a:tcPr>
                </a:tc>
                <a:extLst>
                  <a:ext uri="{0D108BD9-81ED-4DB2-BD59-A6C34878D82A}">
                    <a16:rowId xmlns:a16="http://schemas.microsoft.com/office/drawing/2014/main" val="4200110594"/>
                  </a:ext>
                </a:extLst>
              </a:tr>
              <a:tr h="0">
                <a:tc>
                  <a:txBody>
                    <a:bodyPr/>
                    <a:lstStyle/>
                    <a:p>
                      <a:pPr>
                        <a:buNone/>
                      </a:pPr>
                      <a:r>
                        <a:rPr lang="en-US" b="1">
                          <a:latin typeface="Arial Black" panose="020B0A04020102020204" pitchFamily="34" charset="0"/>
                        </a:rPr>
                        <a:t>Output</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Survival prediction</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Passenger clusters</a:t>
                      </a:r>
                    </a:p>
                  </a:txBody>
                  <a:tcPr anchor="ctr">
                    <a:lnL>
                      <a:noFill/>
                    </a:lnL>
                    <a:lnR>
                      <a:noFill/>
                    </a:lnR>
                    <a:lnT>
                      <a:noFill/>
                    </a:lnT>
                    <a:lnB>
                      <a:noFill/>
                    </a:lnB>
                    <a:noFill/>
                  </a:tcPr>
                </a:tc>
                <a:extLst>
                  <a:ext uri="{0D108BD9-81ED-4DB2-BD59-A6C34878D82A}">
                    <a16:rowId xmlns:a16="http://schemas.microsoft.com/office/drawing/2014/main" val="3145724672"/>
                  </a:ext>
                </a:extLst>
              </a:tr>
              <a:tr h="0">
                <a:tc>
                  <a:txBody>
                    <a:bodyPr/>
                    <a:lstStyle/>
                    <a:p>
                      <a:pPr>
                        <a:buNone/>
                      </a:pPr>
                      <a:r>
                        <a:rPr lang="en-US" b="1">
                          <a:latin typeface="Arial Black" panose="020B0A04020102020204" pitchFamily="34" charset="0"/>
                        </a:rPr>
                        <a:t>Learning Style</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Guided by known answers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Self‑organizing</a:t>
                      </a:r>
                    </a:p>
                  </a:txBody>
                  <a:tcPr anchor="ctr">
                    <a:lnL>
                      <a:noFill/>
                    </a:lnL>
                    <a:lnR>
                      <a:noFill/>
                    </a:lnR>
                    <a:lnT>
                      <a:noFill/>
                    </a:lnT>
                    <a:lnB>
                      <a:noFill/>
                    </a:lnB>
                    <a:noFill/>
                  </a:tcPr>
                </a:tc>
                <a:extLst>
                  <a:ext uri="{0D108BD9-81ED-4DB2-BD59-A6C34878D82A}">
                    <a16:rowId xmlns:a16="http://schemas.microsoft.com/office/drawing/2014/main" val="3522803990"/>
                  </a:ext>
                </a:extLst>
              </a:tr>
            </a:tbl>
          </a:graphicData>
        </a:graphic>
      </p:graphicFrame>
      <p:sp>
        <p:nvSpPr>
          <p:cNvPr id="8" name="TextBox 7">
            <a:extLst>
              <a:ext uri="{FF2B5EF4-FFF2-40B4-BE49-F238E27FC236}">
                <a16:creationId xmlns:a16="http://schemas.microsoft.com/office/drawing/2014/main" id="{81F879A3-84F4-F87E-C5EB-E2622131E9F1}"/>
              </a:ext>
            </a:extLst>
          </p:cNvPr>
          <p:cNvSpPr txBox="1"/>
          <p:nvPr/>
        </p:nvSpPr>
        <p:spPr>
          <a:xfrm>
            <a:off x="970934" y="4662827"/>
            <a:ext cx="10159181" cy="1477328"/>
          </a:xfrm>
          <a:prstGeom prst="rect">
            <a:avLst/>
          </a:prstGeom>
          <a:noFill/>
        </p:spPr>
        <p:txBody>
          <a:bodyPr wrap="square">
            <a:spAutoFit/>
          </a:bodyPr>
          <a:lstStyle/>
          <a:p>
            <a:pPr>
              <a:buNone/>
            </a:pPr>
            <a:r>
              <a:rPr lang="en-US" dirty="0">
                <a:solidFill>
                  <a:srgbClr val="FF0000"/>
                </a:solidFill>
                <a:effectLst/>
                <a:latin typeface="Arial Black" panose="020B0A04020102020204" pitchFamily="34" charset="0"/>
              </a:rPr>
              <a:t>Ask students:</a:t>
            </a:r>
          </a:p>
          <a:p>
            <a:pPr>
              <a:buNone/>
            </a:pPr>
            <a:endParaRPr lang="en-US" dirty="0">
              <a:solidFill>
                <a:srgbClr val="FF0000"/>
              </a:solidFill>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How does having labels change the learning process?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What insights do clusters reveal that predictions cannot?</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How might both methods complement each other in real‑world analysis?</a:t>
            </a:r>
            <a:endParaRPr lang="en-US" dirty="0">
              <a:latin typeface="Arial Black" panose="020B0A04020102020204" pitchFamily="34" charset="0"/>
            </a:endParaRPr>
          </a:p>
        </p:txBody>
      </p:sp>
    </p:spTree>
    <p:extLst>
      <p:ext uri="{BB962C8B-B14F-4D97-AF65-F5344CB8AC3E}">
        <p14:creationId xmlns:p14="http://schemas.microsoft.com/office/powerpoint/2010/main" val="1534562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CB9C9-58F4-F94B-08B3-511C815BED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5292D9-D9CF-F3CF-D3D7-8C80FF706498}"/>
              </a:ext>
            </a:extLst>
          </p:cNvPr>
          <p:cNvSpPr txBox="1"/>
          <p:nvPr/>
        </p:nvSpPr>
        <p:spPr>
          <a:xfrm>
            <a:off x="988142" y="525926"/>
            <a:ext cx="10215716" cy="3241913"/>
          </a:xfrm>
          <a:prstGeom prst="rect">
            <a:avLst/>
          </a:prstGeom>
          <a:noFill/>
        </p:spPr>
        <p:txBody>
          <a:bodyPr wrap="square">
            <a:spAutoFit/>
          </a:bodyPr>
          <a:lstStyle/>
          <a:p>
            <a:pPr algn="just" rtl="0" fontAlgn="base">
              <a:spcAft>
                <a:spcPts val="750"/>
              </a:spcAft>
              <a:buNone/>
            </a:pPr>
            <a:r>
              <a:rPr lang="en-US" b="0" i="0" u="sng" dirty="0">
                <a:solidFill>
                  <a:srgbClr val="FF0000"/>
                </a:solidFill>
                <a:effectLst/>
                <a:latin typeface="Arial Black" panose="020B0A04020102020204" pitchFamily="34" charset="0"/>
              </a:rPr>
              <a:t>Unsupervised Machine learning </a:t>
            </a:r>
            <a:r>
              <a:rPr lang="en-US" b="0" i="0" dirty="0">
                <a:solidFill>
                  <a:srgbClr val="273239"/>
                </a:solidFill>
                <a:effectLst/>
                <a:latin typeface="Arial Black" panose="020B0A04020102020204" pitchFamily="34" charset="0"/>
              </a:rPr>
              <a:t>algorithms explore data by looking for structures or patterns. The primary goal is to model the underlying structure or distribution of the data to learn more about the data. These algorithms are particularly useful for exploratory </a:t>
            </a:r>
            <a:r>
              <a:rPr lang="en-US" b="0" i="0" u="sng" dirty="0">
                <a:solidFill>
                  <a:srgbClr val="357960"/>
                </a:solidFill>
                <a:effectLst/>
                <a:latin typeface="Arial Black" panose="020B0A04020102020204" pitchFamily="34" charset="0"/>
                <a:hlinkClick r:id="rId2"/>
              </a:rPr>
              <a:t>data analysis</a:t>
            </a:r>
            <a:r>
              <a:rPr lang="en-US" b="0" i="0" dirty="0">
                <a:solidFill>
                  <a:srgbClr val="273239"/>
                </a:solidFill>
                <a:effectLst/>
                <a:latin typeface="Arial Black" panose="020B0A04020102020204" pitchFamily="34" charset="0"/>
              </a:rPr>
              <a:t>, dimensionality reduction, and discovering hidden patterns within data.</a:t>
            </a:r>
          </a:p>
          <a:p>
            <a:pPr algn="just" rtl="0" fontAlgn="base">
              <a:spcAft>
                <a:spcPts val="750"/>
              </a:spcAft>
              <a:buNone/>
            </a:pPr>
            <a:r>
              <a:rPr lang="en-US" b="1" i="1" dirty="0">
                <a:solidFill>
                  <a:srgbClr val="273239"/>
                </a:solidFill>
                <a:effectLst/>
                <a:latin typeface="Arial Black" panose="020B0A04020102020204" pitchFamily="34" charset="0"/>
              </a:rPr>
              <a:t>There are two main types of unsupervised learning:</a:t>
            </a:r>
            <a:r>
              <a:rPr lang="en-US" b="0" i="0" dirty="0">
                <a:solidFill>
                  <a:srgbClr val="273239"/>
                </a:solidFill>
                <a:effectLst/>
                <a:latin typeface="Arial Black" panose="020B0A04020102020204" pitchFamily="34" charset="0"/>
              </a:rPr>
              <a:t> </a:t>
            </a:r>
            <a:r>
              <a:rPr lang="en-US" b="0" i="0" u="sng" dirty="0">
                <a:solidFill>
                  <a:srgbClr val="FF0000"/>
                </a:solidFill>
                <a:effectLst/>
                <a:latin typeface="Arial Black" panose="020B0A04020102020204" pitchFamily="34" charset="0"/>
                <a:hlinkClick r:id="rId3">
                  <a:extLst>
                    <a:ext uri="{A12FA001-AC4F-418D-AE19-62706E023703}">
                      <ahyp:hlinkClr xmlns:ahyp="http://schemas.microsoft.com/office/drawing/2018/hyperlinkcolor" val="tx"/>
                    </a:ext>
                  </a:extLst>
                </a:hlinkClick>
              </a:rPr>
              <a:t>clustering</a:t>
            </a:r>
            <a:r>
              <a:rPr lang="en-US" b="0" i="0" dirty="0">
                <a:solidFill>
                  <a:srgbClr val="273239"/>
                </a:solidFill>
                <a:effectLst/>
                <a:latin typeface="Arial Black" panose="020B0A04020102020204" pitchFamily="34" charset="0"/>
              </a:rPr>
              <a:t> and </a:t>
            </a:r>
            <a:r>
              <a:rPr lang="en-US" b="0" i="0" u="sng" dirty="0">
                <a:solidFill>
                  <a:srgbClr val="FF0000"/>
                </a:solidFill>
                <a:effectLst/>
                <a:latin typeface="Arial Black" panose="020B0A04020102020204" pitchFamily="34" charset="0"/>
                <a:hlinkClick r:id="rId4">
                  <a:extLst>
                    <a:ext uri="{A12FA001-AC4F-418D-AE19-62706E023703}">
                      <ahyp:hlinkClr xmlns:ahyp="http://schemas.microsoft.com/office/drawing/2018/hyperlinkcolor" val="tx"/>
                    </a:ext>
                  </a:extLst>
                </a:hlinkClick>
              </a:rPr>
              <a:t>association</a:t>
            </a:r>
            <a:r>
              <a:rPr lang="en-US" b="0" i="0" dirty="0">
                <a:solidFill>
                  <a:srgbClr val="FF0000"/>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Clustering algorithms group a set of objects in such a way that objects in the same group (called a cluster) are more similar to each other than to those in other groups. </a:t>
            </a:r>
            <a:r>
              <a:rPr lang="en-US" b="0" i="0" u="sng" dirty="0">
                <a:solidFill>
                  <a:srgbClr val="357960"/>
                </a:solidFill>
                <a:effectLst/>
                <a:latin typeface="Arial Black" panose="020B0A04020102020204" pitchFamily="34" charset="0"/>
                <a:hlinkClick r:id="rId4"/>
              </a:rPr>
              <a:t>Association rule</a:t>
            </a:r>
            <a:r>
              <a:rPr lang="en-US" b="0" i="0" dirty="0">
                <a:solidFill>
                  <a:srgbClr val="273239"/>
                </a:solidFill>
                <a:effectLst/>
                <a:latin typeface="Arial Black" panose="020B0A04020102020204" pitchFamily="34" charset="0"/>
              </a:rPr>
              <a:t> learning, on the other hand, is a rule-based machine learning method for discovering interesting relations between variables in large databases.</a:t>
            </a:r>
          </a:p>
        </p:txBody>
      </p:sp>
      <p:sp>
        <p:nvSpPr>
          <p:cNvPr id="9" name="TextBox 8">
            <a:extLst>
              <a:ext uri="{FF2B5EF4-FFF2-40B4-BE49-F238E27FC236}">
                <a16:creationId xmlns:a16="http://schemas.microsoft.com/office/drawing/2014/main" id="{8D882D5E-69EC-4560-12F7-ED4AAB22F9D0}"/>
              </a:ext>
            </a:extLst>
          </p:cNvPr>
          <p:cNvSpPr txBox="1"/>
          <p:nvPr/>
        </p:nvSpPr>
        <p:spPr>
          <a:xfrm>
            <a:off x="988142" y="4069916"/>
            <a:ext cx="10215716" cy="2262158"/>
          </a:xfrm>
          <a:prstGeom prst="rect">
            <a:avLst/>
          </a:prstGeom>
          <a:noFill/>
        </p:spPr>
        <p:txBody>
          <a:bodyPr wrap="square">
            <a:spAutoFit/>
          </a:bodyPr>
          <a:lstStyle/>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Astronomy (classifying galaxies, identifying star clusters): </a:t>
            </a:r>
            <a:r>
              <a:rPr lang="en-US" b="0" i="0" dirty="0">
                <a:solidFill>
                  <a:srgbClr val="273239"/>
                </a:solidFill>
                <a:effectLst/>
                <a:latin typeface="Arial Black" panose="020B0A04020102020204" pitchFamily="34" charset="0"/>
              </a:rPr>
              <a:t>Unsupervised learning allows the analysis of huge sets of astronomical objects, where galaxies are classified or clusters of stars are detected that have the same properties.</a:t>
            </a:r>
          </a:p>
          <a:p>
            <a:pPr marL="285750" indent="-285750" algn="just" fontAlgn="base">
              <a:spcAft>
                <a:spcPts val="1800"/>
              </a:spcAft>
              <a:buFont typeface="Arial" panose="020B0604020202020204" pitchFamily="34" charset="0"/>
              <a:buChar char="•"/>
            </a:pPr>
            <a:r>
              <a:rPr lang="en-US" b="1" i="0" dirty="0">
                <a:solidFill>
                  <a:srgbClr val="FF0000"/>
                </a:solidFill>
                <a:effectLst/>
                <a:latin typeface="Arial Black" panose="020B0A04020102020204" pitchFamily="34" charset="0"/>
              </a:rPr>
              <a:t>Climate Science (grouping weather patterns</a:t>
            </a:r>
            <a:r>
              <a:rPr lang="en-US" b="1" i="0" dirty="0">
                <a:solidFill>
                  <a:srgbClr val="273239"/>
                </a:solidFill>
                <a:effectLst/>
                <a:latin typeface="Arial Black" panose="020B0A04020102020204" pitchFamily="34" charset="0"/>
              </a:rPr>
              <a:t>): </a:t>
            </a:r>
            <a:r>
              <a:rPr lang="en-US" b="0" i="0" dirty="0">
                <a:solidFill>
                  <a:srgbClr val="273239"/>
                </a:solidFill>
                <a:effectLst/>
                <a:latin typeface="Arial Black" panose="020B0A04020102020204" pitchFamily="34" charset="0"/>
              </a:rPr>
              <a:t>Unsupervised learning can make weather patterns into different regimes, thus, it will facilitate the researchers in the study of climate variations.</a:t>
            </a:r>
          </a:p>
        </p:txBody>
      </p:sp>
    </p:spTree>
    <p:extLst>
      <p:ext uri="{BB962C8B-B14F-4D97-AF65-F5344CB8AC3E}">
        <p14:creationId xmlns:p14="http://schemas.microsoft.com/office/powerpoint/2010/main" val="1591766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8B063-099E-5454-56EA-73842421C7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F6EC85-5D60-2CA2-366C-78500D6C83F5}"/>
              </a:ext>
            </a:extLst>
          </p:cNvPr>
          <p:cNvSpPr txBox="1"/>
          <p:nvPr/>
        </p:nvSpPr>
        <p:spPr>
          <a:xfrm>
            <a:off x="592853" y="816117"/>
            <a:ext cx="10691446" cy="3961854"/>
          </a:xfrm>
          <a:prstGeom prst="rect">
            <a:avLst/>
          </a:prstGeom>
          <a:noFill/>
        </p:spPr>
        <p:txBody>
          <a:bodyPr wrap="square">
            <a:spAutoFit/>
          </a:bodyPr>
          <a:lstStyle/>
          <a:p>
            <a:pPr algn="ctr">
              <a:lnSpc>
                <a:spcPts val="2100"/>
              </a:lnSpc>
              <a:buNone/>
            </a:pPr>
            <a:r>
              <a:rPr lang="en-US" sz="2400" b="1" i="0" dirty="0">
                <a:solidFill>
                  <a:srgbClr val="0070C0"/>
                </a:solidFill>
                <a:effectLst/>
                <a:latin typeface="Arial Black" panose="020B0A04020102020204" pitchFamily="34" charset="0"/>
              </a:rPr>
              <a:t>Machine learning best practices</a:t>
            </a:r>
          </a:p>
          <a:p>
            <a:pPr algn="l">
              <a:lnSpc>
                <a:spcPts val="2100"/>
              </a:lnSpc>
              <a:buNone/>
            </a:pPr>
            <a:endParaRPr lang="en-US" b="1" i="0" dirty="0">
              <a:solidFill>
                <a:srgbClr val="313334"/>
              </a:solidFill>
              <a:effectLst/>
              <a:latin typeface="Arial Black" panose="020B0A04020102020204" pitchFamily="34" charset="0"/>
            </a:endParaRPr>
          </a:p>
          <a:p>
            <a:pPr algn="l">
              <a:lnSpc>
                <a:spcPts val="2400"/>
              </a:lnSpc>
              <a:spcAft>
                <a:spcPts val="1800"/>
              </a:spcAft>
              <a:buNone/>
            </a:pPr>
            <a:r>
              <a:rPr lang="en-US" b="0" i="0" dirty="0">
                <a:solidFill>
                  <a:srgbClr val="35474D"/>
                </a:solidFill>
                <a:effectLst/>
                <a:latin typeface="Arial Black" panose="020B0A04020102020204" pitchFamily="34" charset="0"/>
              </a:rPr>
              <a:t>Across both approaches, several practices consistently improve outcomes:</a:t>
            </a:r>
          </a:p>
          <a:p>
            <a:pPr marL="285750" indent="-285750" algn="l">
              <a:lnSpc>
                <a:spcPts val="2400"/>
              </a:lnSpc>
              <a:spcBef>
                <a:spcPts val="300"/>
              </a:spcBef>
              <a:spcAft>
                <a:spcPts val="1500"/>
              </a:spcAft>
              <a:buFont typeface="Arial" panose="020B0604020202020204" pitchFamily="34" charset="0"/>
              <a:buChar char="•"/>
            </a:pPr>
            <a:r>
              <a:rPr lang="en-US" b="0" i="0" dirty="0">
                <a:solidFill>
                  <a:srgbClr val="35474D"/>
                </a:solidFill>
                <a:effectLst/>
                <a:latin typeface="Arial Black" panose="020B0A04020102020204" pitchFamily="34" charset="0"/>
              </a:rPr>
              <a:t>Ensure high-quality input data, including proper handling of missing values and outliers</a:t>
            </a:r>
          </a:p>
          <a:p>
            <a:pPr marL="285750" indent="-285750" algn="l">
              <a:lnSpc>
                <a:spcPts val="2400"/>
              </a:lnSpc>
              <a:spcBef>
                <a:spcPts val="300"/>
              </a:spcBef>
              <a:spcAft>
                <a:spcPts val="1500"/>
              </a:spcAft>
              <a:buFont typeface="Arial" panose="020B0604020202020204" pitchFamily="34" charset="0"/>
              <a:buChar char="•"/>
            </a:pPr>
            <a:r>
              <a:rPr lang="en-US" b="0" i="0" dirty="0">
                <a:solidFill>
                  <a:srgbClr val="35474D"/>
                </a:solidFill>
                <a:effectLst/>
                <a:latin typeface="Arial Black" panose="020B0A04020102020204" pitchFamily="34" charset="0"/>
              </a:rPr>
              <a:t>Start with a clear problem definition before selecting an approach</a:t>
            </a:r>
          </a:p>
          <a:p>
            <a:pPr marL="285750" indent="-285750" algn="l">
              <a:lnSpc>
                <a:spcPts val="2400"/>
              </a:lnSpc>
              <a:spcBef>
                <a:spcPts val="300"/>
              </a:spcBef>
              <a:spcAft>
                <a:spcPts val="1500"/>
              </a:spcAft>
              <a:buFont typeface="Arial" panose="020B0604020202020204" pitchFamily="34" charset="0"/>
              <a:buChar char="•"/>
            </a:pPr>
            <a:r>
              <a:rPr lang="en-US" b="0" i="0" dirty="0">
                <a:solidFill>
                  <a:srgbClr val="35474D"/>
                </a:solidFill>
                <a:effectLst/>
                <a:latin typeface="Arial Black" panose="020B0A04020102020204" pitchFamily="34" charset="0"/>
              </a:rPr>
              <a:t>Implement data quality checks and validation processes early</a:t>
            </a:r>
          </a:p>
          <a:p>
            <a:pPr marL="285750" indent="-285750" algn="l">
              <a:lnSpc>
                <a:spcPts val="2400"/>
              </a:lnSpc>
              <a:spcBef>
                <a:spcPts val="300"/>
              </a:spcBef>
              <a:spcAft>
                <a:spcPts val="1500"/>
              </a:spcAft>
              <a:buFont typeface="Arial" panose="020B0604020202020204" pitchFamily="34" charset="0"/>
              <a:buChar char="•"/>
            </a:pPr>
            <a:r>
              <a:rPr lang="en-US" b="0" i="0" dirty="0">
                <a:solidFill>
                  <a:srgbClr val="35474D"/>
                </a:solidFill>
                <a:effectLst/>
                <a:latin typeface="Arial Black" panose="020B0A04020102020204" pitchFamily="34" charset="0"/>
              </a:rPr>
              <a:t>Use appropriate evaluation metrics for each paradigm</a:t>
            </a:r>
          </a:p>
          <a:p>
            <a:pPr marL="285750" indent="-285750" algn="l">
              <a:lnSpc>
                <a:spcPts val="2400"/>
              </a:lnSpc>
              <a:spcBef>
                <a:spcPts val="300"/>
              </a:spcBef>
              <a:spcAft>
                <a:spcPts val="1500"/>
              </a:spcAft>
              <a:buFont typeface="Arial" panose="020B0604020202020204" pitchFamily="34" charset="0"/>
              <a:buChar char="•"/>
            </a:pPr>
            <a:r>
              <a:rPr lang="en-US" b="0" i="0" dirty="0">
                <a:solidFill>
                  <a:srgbClr val="35474D"/>
                </a:solidFill>
                <a:effectLst/>
                <a:latin typeface="Arial Black" panose="020B0A04020102020204" pitchFamily="34" charset="0"/>
              </a:rPr>
              <a:t>Begin with exploratory data analysis before committing to production workflows</a:t>
            </a:r>
          </a:p>
        </p:txBody>
      </p:sp>
    </p:spTree>
    <p:extLst>
      <p:ext uri="{BB962C8B-B14F-4D97-AF65-F5344CB8AC3E}">
        <p14:creationId xmlns:p14="http://schemas.microsoft.com/office/powerpoint/2010/main" val="2338533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8E06F-9830-4340-3119-EC70F188CE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2E787B-7C05-61C1-CC16-165644DB22E7}"/>
              </a:ext>
            </a:extLst>
          </p:cNvPr>
          <p:cNvSpPr txBox="1"/>
          <p:nvPr/>
        </p:nvSpPr>
        <p:spPr>
          <a:xfrm>
            <a:off x="3244645" y="410433"/>
            <a:ext cx="6096000" cy="438582"/>
          </a:xfrm>
          <a:prstGeom prst="rect">
            <a:avLst/>
          </a:prstGeom>
          <a:noFill/>
        </p:spPr>
        <p:txBody>
          <a:bodyPr wrap="square">
            <a:spAutoFit/>
          </a:bodyPr>
          <a:lstStyle/>
          <a:p>
            <a:pPr algn="l">
              <a:lnSpc>
                <a:spcPts val="2700"/>
              </a:lnSpc>
              <a:buNone/>
            </a:pPr>
            <a:r>
              <a:rPr lang="en-US" sz="2400" b="1" i="0" dirty="0">
                <a:solidFill>
                  <a:srgbClr val="0070C0"/>
                </a:solidFill>
                <a:effectLst/>
                <a:latin typeface="Arial Black" panose="020B0A04020102020204" pitchFamily="34" charset="0"/>
              </a:rPr>
              <a:t>What you need to know in 2026</a:t>
            </a:r>
          </a:p>
        </p:txBody>
      </p:sp>
      <p:sp>
        <p:nvSpPr>
          <p:cNvPr id="6" name="TextBox 5">
            <a:extLst>
              <a:ext uri="{FF2B5EF4-FFF2-40B4-BE49-F238E27FC236}">
                <a16:creationId xmlns:a16="http://schemas.microsoft.com/office/drawing/2014/main" id="{484486EE-FC27-BC43-310D-25D648756E5F}"/>
              </a:ext>
            </a:extLst>
          </p:cNvPr>
          <p:cNvSpPr txBox="1"/>
          <p:nvPr/>
        </p:nvSpPr>
        <p:spPr>
          <a:xfrm>
            <a:off x="693174" y="1300415"/>
            <a:ext cx="10805652" cy="3614964"/>
          </a:xfrm>
          <a:prstGeom prst="rect">
            <a:avLst/>
          </a:prstGeom>
          <a:noFill/>
        </p:spPr>
        <p:txBody>
          <a:bodyPr wrap="square">
            <a:spAutoFit/>
          </a:bodyPr>
          <a:lstStyle/>
          <a:p>
            <a:pPr marL="342900" indent="-342900" algn="l">
              <a:lnSpc>
                <a:spcPts val="2100"/>
              </a:lnSpc>
              <a:buAutoNum type="arabicPeriod"/>
            </a:pPr>
            <a:r>
              <a:rPr lang="en-US" b="1" i="0" dirty="0">
                <a:solidFill>
                  <a:srgbClr val="FF0000"/>
                </a:solidFill>
                <a:effectLst/>
                <a:latin typeface="Arial Black" panose="020B0A04020102020204" pitchFamily="34" charset="0"/>
              </a:rPr>
              <a:t>Self-supervised pretraining now underpins most modern foundation models</a:t>
            </a:r>
          </a:p>
          <a:p>
            <a:pPr algn="l">
              <a:lnSpc>
                <a:spcPts val="2100"/>
              </a:lnSpc>
            </a:pPr>
            <a:endParaRPr lang="en-US" b="1" i="0" dirty="0">
              <a:solidFill>
                <a:srgbClr val="313334"/>
              </a:solidFill>
              <a:effectLst/>
              <a:latin typeface="Arial Black" panose="020B0A04020102020204" pitchFamily="34" charset="0"/>
            </a:endParaRPr>
          </a:p>
          <a:p>
            <a:pPr algn="l">
              <a:lnSpc>
                <a:spcPts val="2400"/>
              </a:lnSpc>
              <a:spcAft>
                <a:spcPts val="1800"/>
              </a:spcAft>
              <a:buNone/>
            </a:pPr>
            <a:r>
              <a:rPr lang="en-US" b="0" i="0" dirty="0">
                <a:solidFill>
                  <a:srgbClr val="35474D"/>
                </a:solidFill>
                <a:effectLst/>
                <a:latin typeface="Arial Black" panose="020B0A04020102020204" pitchFamily="34" charset="0"/>
              </a:rPr>
              <a:t>Most state-of-the-art models — including large language models, computer vision systems and multimodal architectures — are now trained primarily using self-supervised learning. Rather than relying on human-labeled datasets, these models generate their own training signals from raw data, such as predicting the next token in a sequence or reconstructing masked portions of an input. </a:t>
            </a:r>
          </a:p>
          <a:p>
            <a:pPr algn="l">
              <a:lnSpc>
                <a:spcPts val="2400"/>
              </a:lnSpc>
              <a:spcAft>
                <a:spcPts val="1800"/>
              </a:spcAft>
              <a:buNone/>
            </a:pPr>
            <a:r>
              <a:rPr lang="en-US" b="0" i="0" dirty="0">
                <a:solidFill>
                  <a:srgbClr val="35474D"/>
                </a:solidFill>
                <a:effectLst/>
                <a:latin typeface="Arial Black" panose="020B0A04020102020204" pitchFamily="34" charset="0"/>
              </a:rPr>
              <a:t>This shift reflects a practical reality: enterprises possess vast amounts of unlabeled data, but labeling at scale is costly and slow. Self-supervised learning allows organizations to extract value from existing data assets while building representations that can later be adapted to specific tasks.</a:t>
            </a:r>
          </a:p>
        </p:txBody>
      </p:sp>
    </p:spTree>
    <p:extLst>
      <p:ext uri="{BB962C8B-B14F-4D97-AF65-F5344CB8AC3E}">
        <p14:creationId xmlns:p14="http://schemas.microsoft.com/office/powerpoint/2010/main" val="3544466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B164-AF87-C782-0CA7-E0785AC8EA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34DFE9-AA22-1DC9-AD2D-79038F7EAB33}"/>
              </a:ext>
            </a:extLst>
          </p:cNvPr>
          <p:cNvSpPr txBox="1"/>
          <p:nvPr/>
        </p:nvSpPr>
        <p:spPr>
          <a:xfrm>
            <a:off x="3244645" y="410433"/>
            <a:ext cx="6096000" cy="438582"/>
          </a:xfrm>
          <a:prstGeom prst="rect">
            <a:avLst/>
          </a:prstGeom>
          <a:noFill/>
        </p:spPr>
        <p:txBody>
          <a:bodyPr wrap="square">
            <a:spAutoFit/>
          </a:bodyPr>
          <a:lstStyle/>
          <a:p>
            <a:pPr algn="l">
              <a:lnSpc>
                <a:spcPts val="2700"/>
              </a:lnSpc>
              <a:buNone/>
            </a:pPr>
            <a:r>
              <a:rPr lang="en-US" sz="2400" b="1" i="0" dirty="0">
                <a:solidFill>
                  <a:srgbClr val="0070C0"/>
                </a:solidFill>
                <a:effectLst/>
                <a:latin typeface="Arial Black" panose="020B0A04020102020204" pitchFamily="34" charset="0"/>
              </a:rPr>
              <a:t>What you need to know in 2026</a:t>
            </a:r>
          </a:p>
        </p:txBody>
      </p:sp>
      <p:sp>
        <p:nvSpPr>
          <p:cNvPr id="7" name="TextBox 6">
            <a:extLst>
              <a:ext uri="{FF2B5EF4-FFF2-40B4-BE49-F238E27FC236}">
                <a16:creationId xmlns:a16="http://schemas.microsoft.com/office/drawing/2014/main" id="{FA88FA6B-08F3-8157-A547-21549A469AB0}"/>
              </a:ext>
            </a:extLst>
          </p:cNvPr>
          <p:cNvSpPr txBox="1"/>
          <p:nvPr/>
        </p:nvSpPr>
        <p:spPr>
          <a:xfrm>
            <a:off x="1135625" y="1531907"/>
            <a:ext cx="9920749" cy="4108817"/>
          </a:xfrm>
          <a:prstGeom prst="rect">
            <a:avLst/>
          </a:prstGeom>
          <a:noFill/>
        </p:spPr>
        <p:txBody>
          <a:bodyPr wrap="square">
            <a:spAutoFit/>
          </a:bodyPr>
          <a:lstStyle/>
          <a:p>
            <a:pPr algn="just">
              <a:lnSpc>
                <a:spcPts val="2100"/>
              </a:lnSpc>
              <a:buNone/>
            </a:pPr>
            <a:r>
              <a:rPr lang="en-US" b="1" i="0" dirty="0">
                <a:solidFill>
                  <a:srgbClr val="FF0000"/>
                </a:solidFill>
                <a:effectLst/>
                <a:latin typeface="Arial Black" panose="020B0A04020102020204" pitchFamily="34" charset="0"/>
              </a:rPr>
              <a:t>2. Supervised fine-tuning has moved into a refinement role</a:t>
            </a:r>
          </a:p>
          <a:p>
            <a:pPr algn="just">
              <a:lnSpc>
                <a:spcPts val="2100"/>
              </a:lnSpc>
              <a:buNone/>
            </a:pPr>
            <a:endParaRPr lang="en-US" b="1" i="0" dirty="0">
              <a:solidFill>
                <a:srgbClr val="FF0000"/>
              </a:solidFill>
              <a:effectLst/>
              <a:latin typeface="Arial Black" panose="020B0A04020102020204" pitchFamily="34" charset="0"/>
            </a:endParaRPr>
          </a:p>
          <a:p>
            <a:pPr algn="just">
              <a:lnSpc>
                <a:spcPts val="2400"/>
              </a:lnSpc>
              <a:spcAft>
                <a:spcPts val="1800"/>
              </a:spcAft>
              <a:buNone/>
            </a:pPr>
            <a:r>
              <a:rPr lang="en-US" b="0" i="0" dirty="0">
                <a:solidFill>
                  <a:srgbClr val="35474D"/>
                </a:solidFill>
                <a:effectLst/>
                <a:latin typeface="Arial Black" panose="020B0A04020102020204" pitchFamily="34" charset="0"/>
              </a:rPr>
              <a:t>Supervised learning has not disappeared — but its role has changed. Instead of serving as the primary training mechanism, supervised fine-tuning is increasingly used to refine, align and validate models for well-defined business objectives.</a:t>
            </a:r>
          </a:p>
          <a:p>
            <a:pPr algn="just">
              <a:lnSpc>
                <a:spcPts val="2400"/>
              </a:lnSpc>
              <a:spcAft>
                <a:spcPts val="1800"/>
              </a:spcAft>
              <a:buNone/>
            </a:pPr>
            <a:r>
              <a:rPr lang="en-US" b="0" i="0" dirty="0">
                <a:solidFill>
                  <a:srgbClr val="35474D"/>
                </a:solidFill>
                <a:effectLst/>
                <a:latin typeface="Arial Black" panose="020B0A04020102020204" pitchFamily="34" charset="0"/>
              </a:rPr>
              <a:t>This approach enables teams to focus labeling efforts where precision matters most, such as regulatory requirements, safety constraints or domain-specific accuracy, while avoiding unnecessary labeling earlier in the pipeline.</a:t>
            </a:r>
          </a:p>
          <a:p>
            <a:pPr>
              <a:buNone/>
            </a:pPr>
            <a:br>
              <a:rPr lang="en-US" dirty="0"/>
            </a:br>
            <a:endParaRPr lang="en-US" dirty="0"/>
          </a:p>
        </p:txBody>
      </p:sp>
    </p:spTree>
    <p:extLst>
      <p:ext uri="{BB962C8B-B14F-4D97-AF65-F5344CB8AC3E}">
        <p14:creationId xmlns:p14="http://schemas.microsoft.com/office/powerpoint/2010/main" val="1978060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BBDBB-E61A-BDDA-CFAF-505CDE5ACD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E2AA9E-0BFE-6441-FE75-19ACDE50384F}"/>
              </a:ext>
            </a:extLst>
          </p:cNvPr>
          <p:cNvSpPr txBox="1"/>
          <p:nvPr/>
        </p:nvSpPr>
        <p:spPr>
          <a:xfrm>
            <a:off x="3244645" y="410433"/>
            <a:ext cx="6096000" cy="438582"/>
          </a:xfrm>
          <a:prstGeom prst="rect">
            <a:avLst/>
          </a:prstGeom>
          <a:noFill/>
        </p:spPr>
        <p:txBody>
          <a:bodyPr wrap="square">
            <a:spAutoFit/>
          </a:bodyPr>
          <a:lstStyle/>
          <a:p>
            <a:pPr algn="l">
              <a:lnSpc>
                <a:spcPts val="2700"/>
              </a:lnSpc>
              <a:buNone/>
            </a:pPr>
            <a:r>
              <a:rPr lang="en-US" sz="2400" b="1" i="0" dirty="0">
                <a:solidFill>
                  <a:srgbClr val="0070C0"/>
                </a:solidFill>
                <a:effectLst/>
                <a:latin typeface="Arial Black" panose="020B0A04020102020204" pitchFamily="34" charset="0"/>
              </a:rPr>
              <a:t>What you need to know in 2026</a:t>
            </a:r>
          </a:p>
        </p:txBody>
      </p:sp>
      <p:sp>
        <p:nvSpPr>
          <p:cNvPr id="4" name="TextBox 3">
            <a:extLst>
              <a:ext uri="{FF2B5EF4-FFF2-40B4-BE49-F238E27FC236}">
                <a16:creationId xmlns:a16="http://schemas.microsoft.com/office/drawing/2014/main" id="{353619B0-72DF-5452-98DF-93A3CB2B67E4}"/>
              </a:ext>
            </a:extLst>
          </p:cNvPr>
          <p:cNvSpPr txBox="1"/>
          <p:nvPr/>
        </p:nvSpPr>
        <p:spPr>
          <a:xfrm>
            <a:off x="737419" y="1045250"/>
            <a:ext cx="10717161" cy="5077544"/>
          </a:xfrm>
          <a:prstGeom prst="rect">
            <a:avLst/>
          </a:prstGeom>
          <a:noFill/>
        </p:spPr>
        <p:txBody>
          <a:bodyPr wrap="square">
            <a:spAutoFit/>
          </a:bodyPr>
          <a:lstStyle/>
          <a:p>
            <a:pPr algn="l">
              <a:lnSpc>
                <a:spcPts val="2100"/>
              </a:lnSpc>
              <a:buNone/>
            </a:pPr>
            <a:r>
              <a:rPr lang="en-US" b="1" i="0" dirty="0">
                <a:solidFill>
                  <a:srgbClr val="FF0000"/>
                </a:solidFill>
                <a:effectLst/>
                <a:latin typeface="Arial Black" panose="020B0A04020102020204" pitchFamily="34" charset="0"/>
              </a:rPr>
              <a:t>3. Embeddings are now core enterprise capabilities</a:t>
            </a:r>
          </a:p>
          <a:p>
            <a:pPr algn="l">
              <a:lnSpc>
                <a:spcPts val="2100"/>
              </a:lnSpc>
              <a:buNone/>
            </a:pPr>
            <a:endParaRPr lang="en-US" b="1" i="0" dirty="0">
              <a:solidFill>
                <a:srgbClr val="313334"/>
              </a:solidFill>
              <a:effectLst/>
              <a:latin typeface="DM Sans" pitchFamily="2" charset="0"/>
            </a:endParaRPr>
          </a:p>
          <a:p>
            <a:pPr algn="just">
              <a:lnSpc>
                <a:spcPts val="2400"/>
              </a:lnSpc>
              <a:spcAft>
                <a:spcPts val="1800"/>
              </a:spcAft>
              <a:buNone/>
            </a:pPr>
            <a:r>
              <a:rPr lang="en-US" b="0" i="0" dirty="0">
                <a:solidFill>
                  <a:srgbClr val="35474D"/>
                </a:solidFill>
                <a:effectLst/>
                <a:latin typeface="Arial Black" panose="020B0A04020102020204" pitchFamily="34" charset="0"/>
              </a:rPr>
              <a:t>Embeddings have become core enterprise infrastructure. Foundation models increasingly output vector embeddings that capture semantic meaning across text, images, audio, and structured data. These embeddings power similarity search, retrieval, personalization, anomaly detection, and recommendation systems at scale.</a:t>
            </a:r>
          </a:p>
          <a:p>
            <a:pPr algn="just">
              <a:lnSpc>
                <a:spcPts val="2400"/>
              </a:lnSpc>
              <a:spcAft>
                <a:spcPts val="1800"/>
              </a:spcAft>
              <a:buNone/>
            </a:pPr>
            <a:r>
              <a:rPr lang="en-US" b="0" i="0" dirty="0">
                <a:solidFill>
                  <a:srgbClr val="35474D"/>
                </a:solidFill>
                <a:effectLst/>
                <a:latin typeface="Arial Black" panose="020B0A04020102020204" pitchFamily="34" charset="0"/>
              </a:rPr>
              <a:t>Clustering and other similarity-based methods are important—but they are downstream applications of embeddings rather than peer paradigms. The strategic shift is not toward clustering itself, but toward embedding-centric architectures that enable unified search, retrieval, and reasoning across enterprise data.</a:t>
            </a:r>
          </a:p>
          <a:p>
            <a:pPr algn="just">
              <a:lnSpc>
                <a:spcPts val="2400"/>
              </a:lnSpc>
              <a:spcAft>
                <a:spcPts val="1800"/>
              </a:spcAft>
              <a:buNone/>
            </a:pPr>
            <a:r>
              <a:rPr lang="en-US" b="0" i="0" dirty="0">
                <a:solidFill>
                  <a:srgbClr val="35474D"/>
                </a:solidFill>
                <a:effectLst/>
                <a:latin typeface="Arial Black" panose="020B0A04020102020204" pitchFamily="34" charset="0"/>
              </a:rPr>
              <a:t>As organizations operationalize AI, embeddings become connective tissue between self-supervised pretraining, supervised fine-tuning, and downstream applications. They provide a common representational layer that supports both exploration and precision workflows within modern, unified data platforms.</a:t>
            </a:r>
          </a:p>
        </p:txBody>
      </p:sp>
    </p:spTree>
    <p:extLst>
      <p:ext uri="{BB962C8B-B14F-4D97-AF65-F5344CB8AC3E}">
        <p14:creationId xmlns:p14="http://schemas.microsoft.com/office/powerpoint/2010/main" val="2895187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94A1-7C01-5C0A-565E-3CB02A8002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2066F2-389B-E7CC-37F1-327E05CCBAD3}"/>
              </a:ext>
            </a:extLst>
          </p:cNvPr>
          <p:cNvSpPr txBox="1"/>
          <p:nvPr/>
        </p:nvSpPr>
        <p:spPr>
          <a:xfrm>
            <a:off x="3215149" y="184291"/>
            <a:ext cx="6096000" cy="438582"/>
          </a:xfrm>
          <a:prstGeom prst="rect">
            <a:avLst/>
          </a:prstGeom>
          <a:noFill/>
        </p:spPr>
        <p:txBody>
          <a:bodyPr wrap="square">
            <a:spAutoFit/>
          </a:bodyPr>
          <a:lstStyle/>
          <a:p>
            <a:pPr algn="l">
              <a:lnSpc>
                <a:spcPts val="2700"/>
              </a:lnSpc>
              <a:buNone/>
            </a:pPr>
            <a:r>
              <a:rPr lang="en-US" sz="2400" b="1" i="0" dirty="0">
                <a:solidFill>
                  <a:srgbClr val="0070C0"/>
                </a:solidFill>
                <a:effectLst/>
                <a:latin typeface="Arial Black" panose="020B0A04020102020204" pitchFamily="34" charset="0"/>
              </a:rPr>
              <a:t>What you need to know in 2026</a:t>
            </a:r>
          </a:p>
        </p:txBody>
      </p:sp>
      <p:sp>
        <p:nvSpPr>
          <p:cNvPr id="5" name="TextBox 4">
            <a:extLst>
              <a:ext uri="{FF2B5EF4-FFF2-40B4-BE49-F238E27FC236}">
                <a16:creationId xmlns:a16="http://schemas.microsoft.com/office/drawing/2014/main" id="{ED30D399-705C-DB9D-42C4-71CB277D5F15}"/>
              </a:ext>
            </a:extLst>
          </p:cNvPr>
          <p:cNvSpPr txBox="1"/>
          <p:nvPr/>
        </p:nvSpPr>
        <p:spPr>
          <a:xfrm>
            <a:off x="176981" y="703238"/>
            <a:ext cx="11582400" cy="5616153"/>
          </a:xfrm>
          <a:prstGeom prst="rect">
            <a:avLst/>
          </a:prstGeom>
          <a:noFill/>
        </p:spPr>
        <p:txBody>
          <a:bodyPr wrap="square">
            <a:spAutoFit/>
          </a:bodyPr>
          <a:lstStyle/>
          <a:p>
            <a:pPr algn="just">
              <a:lnSpc>
                <a:spcPts val="2700"/>
              </a:lnSpc>
              <a:buNone/>
            </a:pPr>
            <a:r>
              <a:rPr lang="en-US" b="1" i="0" dirty="0">
                <a:solidFill>
                  <a:srgbClr val="FF0000"/>
                </a:solidFill>
                <a:effectLst/>
                <a:latin typeface="Arial Black" panose="020B0A04020102020204" pitchFamily="34" charset="0"/>
              </a:rPr>
              <a:t>3. Build systems, not sides</a:t>
            </a:r>
          </a:p>
          <a:p>
            <a:pPr algn="just">
              <a:lnSpc>
                <a:spcPts val="2700"/>
              </a:lnSpc>
              <a:buNone/>
            </a:pPr>
            <a:endParaRPr lang="en-US" b="1" i="0" dirty="0">
              <a:solidFill>
                <a:srgbClr val="313334"/>
              </a:solidFill>
              <a:effectLst/>
              <a:latin typeface="Arial Black" panose="020B0A04020102020204" pitchFamily="34" charset="0"/>
            </a:endParaRPr>
          </a:p>
          <a:p>
            <a:pPr algn="just">
              <a:lnSpc>
                <a:spcPts val="2400"/>
              </a:lnSpc>
              <a:spcAft>
                <a:spcPts val="1800"/>
              </a:spcAft>
              <a:buNone/>
            </a:pPr>
            <a:r>
              <a:rPr lang="en-US" b="0" i="0" dirty="0">
                <a:solidFill>
                  <a:srgbClr val="35474D"/>
                </a:solidFill>
                <a:effectLst/>
                <a:latin typeface="Arial Black" panose="020B0A04020102020204" pitchFamily="34" charset="0"/>
              </a:rPr>
              <a:t>Supervised and unsupervised learning solve different problems — and modern ML systems need both. Supervised machine learning excels when you have labeled data and need precise, accountable predictions or classifications. Unsupervised machine learning thrives when the goal is discovery, helping teams uncover patterns and insights in raw data without predefined outputs. When labeled data is limited, semi supervised learning approaches bridge the gap by combining both paradigms. The real challenge is not choosing between supervised vs unsupervised learning, but building systems that can combine approaches, evolve over time and operate reliably in production. Effective teams start by assessing their data availability, clarifying whether their primary goal is prediction or exploration, and evaluating the resources required to support each approach.</a:t>
            </a:r>
          </a:p>
          <a:p>
            <a:pPr algn="just">
              <a:lnSpc>
                <a:spcPts val="2400"/>
              </a:lnSpc>
              <a:spcAft>
                <a:spcPts val="1800"/>
              </a:spcAft>
              <a:buNone/>
            </a:pPr>
            <a:r>
              <a:rPr lang="en-US" b="0" i="0" dirty="0">
                <a:solidFill>
                  <a:srgbClr val="35474D"/>
                </a:solidFill>
                <a:effectLst/>
                <a:latin typeface="Arial Black" panose="020B0A04020102020204" pitchFamily="34" charset="0"/>
              </a:rPr>
              <a:t>Machine learning strategies are rarely static. Unsupervised exploration often informs later supervised model development, while supervised fine-tuning brings precision and validation to systems built on broader representations. Over time, insights must flow into </a:t>
            </a:r>
            <a:r>
              <a:rPr lang="en-US" b="0" i="0" u="none" strike="noStrike" dirty="0">
                <a:solidFill>
                  <a:srgbClr val="016BC1"/>
                </a:solidFill>
                <a:effectLst/>
                <a:latin typeface="Arial Black" panose="020B0A04020102020204" pitchFamily="34" charset="0"/>
              </a:rPr>
              <a:t>business intelligence and analytics</a:t>
            </a:r>
            <a:r>
              <a:rPr lang="en-US" b="0" i="0" dirty="0">
                <a:solidFill>
                  <a:srgbClr val="35474D"/>
                </a:solidFill>
                <a:effectLst/>
                <a:latin typeface="Arial Black" panose="020B0A04020102020204" pitchFamily="34" charset="0"/>
              </a:rPr>
              <a:t> where they can inform decisions and drive outcomes.</a:t>
            </a:r>
          </a:p>
        </p:txBody>
      </p:sp>
    </p:spTree>
    <p:extLst>
      <p:ext uri="{BB962C8B-B14F-4D97-AF65-F5344CB8AC3E}">
        <p14:creationId xmlns:p14="http://schemas.microsoft.com/office/powerpoint/2010/main" val="35606633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71274-6580-293E-2F4B-431563C6A0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FFE298-7E72-03F4-C874-5D87A8EBDCEC}"/>
              </a:ext>
            </a:extLst>
          </p:cNvPr>
          <p:cNvSpPr txBox="1"/>
          <p:nvPr/>
        </p:nvSpPr>
        <p:spPr>
          <a:xfrm>
            <a:off x="973393" y="753802"/>
            <a:ext cx="10264877" cy="5078313"/>
          </a:xfrm>
          <a:prstGeom prst="rect">
            <a:avLst/>
          </a:prstGeom>
          <a:noFill/>
        </p:spPr>
        <p:txBody>
          <a:bodyPr wrap="square">
            <a:spAutoFit/>
          </a:bodyPr>
          <a:lstStyle/>
          <a:p>
            <a:pPr algn="just">
              <a:buNone/>
            </a:pPr>
            <a:r>
              <a:rPr lang="en-US" dirty="0">
                <a:effectLst/>
                <a:latin typeface="Arial Black" panose="020B0A04020102020204" pitchFamily="34" charset="0"/>
              </a:rPr>
              <a:t>Supervised methods like </a:t>
            </a:r>
            <a:r>
              <a:rPr lang="en-US" b="1" dirty="0">
                <a:solidFill>
                  <a:srgbClr val="FF0000"/>
                </a:solidFill>
                <a:effectLst/>
                <a:latin typeface="Arial Black" panose="020B0A04020102020204" pitchFamily="34" charset="0"/>
              </a:rPr>
              <a:t>Linear Regression</a:t>
            </a:r>
            <a:r>
              <a:rPr lang="en-US" dirty="0">
                <a:solidFill>
                  <a:srgbClr val="FF0000"/>
                </a:solidFill>
                <a:effectLst/>
                <a:latin typeface="Arial Black" panose="020B0A04020102020204" pitchFamily="34" charset="0"/>
              </a:rPr>
              <a:t> and </a:t>
            </a:r>
            <a:r>
              <a:rPr lang="en-US" b="1" dirty="0">
                <a:solidFill>
                  <a:srgbClr val="FF0000"/>
                </a:solidFill>
                <a:effectLst/>
                <a:latin typeface="Arial Black" panose="020B0A04020102020204" pitchFamily="34" charset="0"/>
              </a:rPr>
              <a:t>Logistic Regression</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help us answer practical questions: </a:t>
            </a:r>
            <a:r>
              <a:rPr lang="en-US" i="1" dirty="0">
                <a:effectLst/>
                <a:latin typeface="Arial Black" panose="020B0A04020102020204" pitchFamily="34" charset="0"/>
              </a:rPr>
              <a:t>How much will this cost? Will this passenger survive?</a:t>
            </a:r>
            <a:r>
              <a:rPr lang="en-US" dirty="0">
                <a:effectLst/>
                <a:latin typeface="Arial Black" panose="020B0A04020102020204" pitchFamily="34" charset="0"/>
              </a:rPr>
              <a:t> They thrive when we have historical data with outcomes clearly marked. In contrast, unsupervised methods like </a:t>
            </a:r>
            <a:r>
              <a:rPr lang="en-US" b="1" dirty="0">
                <a:effectLst/>
                <a:latin typeface="Arial Black" panose="020B0A04020102020204" pitchFamily="34" charset="0"/>
              </a:rPr>
              <a:t>K‑Means clustering</a:t>
            </a:r>
            <a:r>
              <a:rPr lang="en-US" dirty="0">
                <a:effectLst/>
                <a:latin typeface="Arial Black" panose="020B0A04020102020204" pitchFamily="34" charset="0"/>
              </a:rPr>
              <a:t> or </a:t>
            </a:r>
            <a:r>
              <a:rPr lang="en-US" b="1" dirty="0">
                <a:effectLst/>
                <a:latin typeface="Arial Black" panose="020B0A04020102020204" pitchFamily="34" charset="0"/>
              </a:rPr>
              <a:t>PCA</a:t>
            </a:r>
            <a:r>
              <a:rPr lang="en-US" dirty="0">
                <a:effectLst/>
                <a:latin typeface="Arial Black" panose="020B0A04020102020204" pitchFamily="34" charset="0"/>
              </a:rPr>
              <a:t> reveal natural groupings and simplify complexity, helping us discover patterns we didn’t know existed.</a:t>
            </a:r>
          </a:p>
          <a:p>
            <a:pPr algn="just">
              <a:buNone/>
            </a:pPr>
            <a:endParaRPr lang="en-US" dirty="0">
              <a:latin typeface="Arial Black" panose="020B0A04020102020204" pitchFamily="34" charset="0"/>
            </a:endParaRPr>
          </a:p>
          <a:p>
            <a:pPr algn="just">
              <a:buNone/>
            </a:pPr>
            <a:r>
              <a:rPr lang="en-US" dirty="0">
                <a:effectLst/>
                <a:latin typeface="Arial Black" panose="020B0A04020102020204" pitchFamily="34" charset="0"/>
              </a:rPr>
              <a:t>Together, these approaches form the backbone of modern AI. They are not competing philosophies but complementary tools — prediction and discovery working hand in hand. In the Titanic dataset, supervised learning predicts survival, while unsupervised learning uncovers passenger clusters. In real‑world applications, both perspectives enrich our understanding and decision‑making.</a:t>
            </a:r>
          </a:p>
          <a:p>
            <a:pPr algn="just">
              <a:buNone/>
            </a:pPr>
            <a:endParaRPr lang="en-US" dirty="0">
              <a:latin typeface="Arial Black" panose="020B0A04020102020204" pitchFamily="34" charset="0"/>
            </a:endParaRPr>
          </a:p>
          <a:p>
            <a:pPr algn="just">
              <a:buNone/>
            </a:pPr>
            <a:r>
              <a:rPr lang="en-US" dirty="0">
                <a:effectLst/>
                <a:latin typeface="Arial Black" panose="020B0A04020102020204" pitchFamily="34" charset="0"/>
              </a:rPr>
              <a:t>As you continue exploring machine learning, remember: the real power lies not just in algorithms, but in how we apply them to illuminate data, solve problems, and inspire new questions. Supervised or unsupervised, each step brings us closer to turning information into insight — and insight into impact</a:t>
            </a:r>
            <a:endParaRPr lang="en-US" dirty="0">
              <a:latin typeface="Arial Black" panose="020B0A04020102020204" pitchFamily="34" charset="0"/>
            </a:endParaRPr>
          </a:p>
        </p:txBody>
      </p:sp>
    </p:spTree>
    <p:extLst>
      <p:ext uri="{BB962C8B-B14F-4D97-AF65-F5344CB8AC3E}">
        <p14:creationId xmlns:p14="http://schemas.microsoft.com/office/powerpoint/2010/main" val="7803902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52393-1D4B-5C87-EBD1-F6D59A8243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C0BD4DF-61AD-C700-8D0B-41AA24ADD4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242" y="791497"/>
            <a:ext cx="7912509" cy="5275006"/>
          </a:xfrm>
          <a:prstGeom prst="rect">
            <a:avLst/>
          </a:prstGeom>
        </p:spPr>
      </p:pic>
      <p:sp>
        <p:nvSpPr>
          <p:cNvPr id="6" name="TextBox 5">
            <a:extLst>
              <a:ext uri="{FF2B5EF4-FFF2-40B4-BE49-F238E27FC236}">
                <a16:creationId xmlns:a16="http://schemas.microsoft.com/office/drawing/2014/main" id="{F79CF4B5-8F74-6168-A2C5-2BCEC16782EA}"/>
              </a:ext>
            </a:extLst>
          </p:cNvPr>
          <p:cNvSpPr txBox="1"/>
          <p:nvPr/>
        </p:nvSpPr>
        <p:spPr>
          <a:xfrm>
            <a:off x="8298425" y="543965"/>
            <a:ext cx="3372465" cy="3416320"/>
          </a:xfrm>
          <a:prstGeom prst="rect">
            <a:avLst/>
          </a:prstGeom>
          <a:noFill/>
        </p:spPr>
        <p:txBody>
          <a:bodyPr wrap="square">
            <a:spAutoFit/>
          </a:bodyPr>
          <a:lstStyle/>
          <a:p>
            <a:pPr algn="just"/>
            <a:r>
              <a:rPr lang="en-US" dirty="0">
                <a:latin typeface="Arial Black" panose="020B0A04020102020204" pitchFamily="34" charset="0"/>
              </a:rPr>
              <a:t>"Whether guided by labels or driven by exploration, machine learning helps us transform raw data into meaningful insight. The real impact comes when we combine both approaches — predicting what we know, and discovering what we don’t."</a:t>
            </a:r>
          </a:p>
        </p:txBody>
      </p:sp>
      <p:sp>
        <p:nvSpPr>
          <p:cNvPr id="8" name="TextBox 7">
            <a:extLst>
              <a:ext uri="{FF2B5EF4-FFF2-40B4-BE49-F238E27FC236}">
                <a16:creationId xmlns:a16="http://schemas.microsoft.com/office/drawing/2014/main" id="{EFBC8A77-16B0-8A66-577F-B4D2DE6A0E03}"/>
              </a:ext>
            </a:extLst>
          </p:cNvPr>
          <p:cNvSpPr txBox="1"/>
          <p:nvPr/>
        </p:nvSpPr>
        <p:spPr>
          <a:xfrm>
            <a:off x="8298425" y="4060326"/>
            <a:ext cx="3480620" cy="2585323"/>
          </a:xfrm>
          <a:prstGeom prst="rect">
            <a:avLst/>
          </a:prstGeom>
          <a:noFill/>
        </p:spPr>
        <p:txBody>
          <a:bodyPr wrap="square">
            <a:spAutoFit/>
          </a:bodyPr>
          <a:lstStyle/>
          <a:p>
            <a:pPr algn="just"/>
            <a:r>
              <a:rPr lang="en-US" dirty="0">
                <a:solidFill>
                  <a:srgbClr val="FF0000"/>
                </a:solidFill>
                <a:latin typeface="Arial Black" panose="020B0A04020102020204" pitchFamily="34" charset="0"/>
              </a:rPr>
              <a:t>“Supervised learning teaches us from what we know; unsupervised learning reveals what we don’t. When we combine both, we move from data to understanding — and from understanding to innovation.”</a:t>
            </a:r>
          </a:p>
        </p:txBody>
      </p:sp>
    </p:spTree>
    <p:extLst>
      <p:ext uri="{BB962C8B-B14F-4D97-AF65-F5344CB8AC3E}">
        <p14:creationId xmlns:p14="http://schemas.microsoft.com/office/powerpoint/2010/main" val="4439319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336FD-A972-2E36-1517-DDA558B2BF2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987405-AA09-AE20-F0CF-D16EB86A5F92}"/>
              </a:ext>
            </a:extLst>
          </p:cNvPr>
          <p:cNvSpPr txBox="1"/>
          <p:nvPr/>
        </p:nvSpPr>
        <p:spPr>
          <a:xfrm>
            <a:off x="835742" y="892302"/>
            <a:ext cx="10451690" cy="5632311"/>
          </a:xfrm>
          <a:prstGeom prst="rect">
            <a:avLst/>
          </a:prstGeom>
          <a:noFill/>
        </p:spPr>
        <p:txBody>
          <a:bodyPr wrap="square">
            <a:spAutoFit/>
          </a:bodyPr>
          <a:lstStyle/>
          <a:p>
            <a:pPr algn="ctr">
              <a:buNone/>
            </a:pPr>
            <a:r>
              <a:rPr lang="en-US" b="1" dirty="0">
                <a:solidFill>
                  <a:srgbClr val="FF0000"/>
                </a:solidFill>
                <a:effectLst/>
                <a:latin typeface="Arial Black" panose="020B0A04020102020204" pitchFamily="34" charset="0"/>
              </a:rPr>
              <a:t>Core Idea</a:t>
            </a:r>
            <a:r>
              <a:rPr lang="en-US" dirty="0">
                <a:solidFill>
                  <a:srgbClr val="FF0000"/>
                </a:solidFill>
                <a:effectLst/>
                <a:latin typeface="Arial Black" panose="020B0A04020102020204" pitchFamily="34" charset="0"/>
              </a:rPr>
              <a:t> Machine learning learns from data in two ways — </a:t>
            </a:r>
            <a:r>
              <a:rPr lang="en-US" i="1" dirty="0">
                <a:solidFill>
                  <a:srgbClr val="FF0000"/>
                </a:solidFill>
                <a:effectLst/>
                <a:latin typeface="Arial Black" panose="020B0A04020102020204" pitchFamily="34" charset="0"/>
              </a:rPr>
              <a:t>with guidance</a:t>
            </a:r>
            <a:r>
              <a:rPr lang="en-US" dirty="0">
                <a:solidFill>
                  <a:srgbClr val="FF0000"/>
                </a:solidFill>
                <a:effectLst/>
                <a:latin typeface="Arial Black" panose="020B0A04020102020204" pitchFamily="34" charset="0"/>
              </a:rPr>
              <a:t> and </a:t>
            </a:r>
            <a:r>
              <a:rPr lang="en-US" i="1" dirty="0">
                <a:solidFill>
                  <a:srgbClr val="FF0000"/>
                </a:solidFill>
                <a:effectLst/>
                <a:latin typeface="Arial Black" panose="020B0A04020102020204" pitchFamily="34" charset="0"/>
              </a:rPr>
              <a:t>without guidance.</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Supervised Learning:</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Uses labeled data to predict outcomes.</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Unsupervised Learning:</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Uses unlabeled data to discover hidden patterns.</a:t>
            </a:r>
          </a:p>
          <a:p>
            <a:pPr algn="just">
              <a:buFont typeface="Arial" panose="020B0604020202020204" pitchFamily="34" charset="0"/>
              <a:buChar char="•"/>
            </a:pPr>
            <a:endParaRPr lang="en-US" dirty="0">
              <a:latin typeface="Arial Black" panose="020B0A04020102020204" pitchFamily="34" charset="0"/>
            </a:endParaRPr>
          </a:p>
          <a:p>
            <a:pPr algn="ctr">
              <a:buNone/>
            </a:pPr>
            <a:r>
              <a:rPr lang="en-US" b="1" dirty="0">
                <a:solidFill>
                  <a:srgbClr val="FF0000"/>
                </a:solidFill>
                <a:effectLst/>
                <a:latin typeface="Arial Black" panose="020B0A04020102020204" pitchFamily="34" charset="0"/>
              </a:rPr>
              <a:t>Key Algorithms</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dirty="0">
                <a:solidFill>
                  <a:srgbClr val="FF0000"/>
                </a:solidFill>
                <a:effectLst/>
                <a:latin typeface="Arial Black" panose="020B0A04020102020204" pitchFamily="34" charset="0"/>
              </a:rPr>
              <a:t>Supervised </a:t>
            </a:r>
            <a:r>
              <a:rPr lang="en-US" dirty="0">
                <a:effectLst/>
                <a:latin typeface="Arial Black" panose="020B0A04020102020204" pitchFamily="34" charset="0"/>
              </a:rPr>
              <a:t>→ Linear Regression, Logistic Regression, Decision Trees.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solidFill>
                  <a:srgbClr val="FF0000"/>
                </a:solidFill>
                <a:effectLst/>
                <a:latin typeface="Arial Black" panose="020B0A04020102020204" pitchFamily="34" charset="0"/>
              </a:rPr>
              <a:t>Unsupervised </a:t>
            </a:r>
            <a:r>
              <a:rPr lang="en-US" dirty="0">
                <a:effectLst/>
                <a:latin typeface="Arial Black" panose="020B0A04020102020204" pitchFamily="34" charset="0"/>
              </a:rPr>
              <a:t>→ K‑Means, Hierarchical Clustering, PCA.</a:t>
            </a:r>
          </a:p>
          <a:p>
            <a:pPr algn="just">
              <a:buFont typeface="Arial" panose="020B0604020202020204" pitchFamily="34" charset="0"/>
              <a:buChar char="•"/>
            </a:pPr>
            <a:endParaRPr lang="en-US" dirty="0">
              <a:latin typeface="Arial Black" panose="020B0A04020102020204" pitchFamily="34" charset="0"/>
            </a:endParaRPr>
          </a:p>
          <a:p>
            <a:pPr algn="ctr">
              <a:buNone/>
            </a:pPr>
            <a:r>
              <a:rPr lang="en-US" b="1" dirty="0">
                <a:solidFill>
                  <a:srgbClr val="FF0000"/>
                </a:solidFill>
                <a:effectLst/>
                <a:latin typeface="Arial Black" panose="020B0A04020102020204" pitchFamily="34" charset="0"/>
              </a:rPr>
              <a:t>Titanic Example</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dirty="0">
                <a:solidFill>
                  <a:srgbClr val="FF0000"/>
                </a:solidFill>
                <a:effectLst/>
                <a:latin typeface="Arial Black" panose="020B0A04020102020204" pitchFamily="34" charset="0"/>
              </a:rPr>
              <a:t>Supervised:</a:t>
            </a:r>
            <a:r>
              <a:rPr lang="en-US" dirty="0">
                <a:effectLst/>
                <a:latin typeface="Arial Black" panose="020B0A04020102020204" pitchFamily="34" charset="0"/>
              </a:rPr>
              <a:t> Predict survival chances using age, class, and gender.</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solidFill>
                  <a:srgbClr val="FF0000"/>
                </a:solidFill>
                <a:effectLst/>
                <a:latin typeface="Arial Black" panose="020B0A04020102020204" pitchFamily="34" charset="0"/>
              </a:rPr>
              <a:t>Unsupervised: </a:t>
            </a:r>
            <a:r>
              <a:rPr lang="en-US" dirty="0">
                <a:effectLst/>
                <a:latin typeface="Arial Black" panose="020B0A04020102020204" pitchFamily="34" charset="0"/>
              </a:rPr>
              <a:t>Cluster passengers into natural groups — </a:t>
            </a:r>
            <a:r>
              <a:rPr lang="en-US" i="1" dirty="0">
                <a:effectLst/>
                <a:latin typeface="Arial Black" panose="020B0A04020102020204" pitchFamily="34" charset="0"/>
              </a:rPr>
              <a:t>Luxury Travelers</a:t>
            </a:r>
            <a:r>
              <a:rPr lang="en-US" dirty="0">
                <a:effectLst/>
                <a:latin typeface="Arial Black" panose="020B0A04020102020204" pitchFamily="34" charset="0"/>
              </a:rPr>
              <a:t>, </a:t>
            </a:r>
            <a:r>
              <a:rPr lang="en-US" i="1" dirty="0">
                <a:effectLst/>
                <a:latin typeface="Arial Black" panose="020B0A04020102020204" pitchFamily="34" charset="0"/>
              </a:rPr>
              <a:t>Families in Steerage</a:t>
            </a:r>
            <a:r>
              <a:rPr lang="en-US" dirty="0">
                <a:effectLst/>
                <a:latin typeface="Arial Black" panose="020B0A04020102020204" pitchFamily="34" charset="0"/>
              </a:rPr>
              <a:t>, </a:t>
            </a:r>
            <a:r>
              <a:rPr lang="en-US" i="1" dirty="0">
                <a:effectLst/>
                <a:latin typeface="Arial Black" panose="020B0A04020102020204" pitchFamily="34" charset="0"/>
              </a:rPr>
              <a:t>Young Adventurers.</a:t>
            </a:r>
          </a:p>
          <a:p>
            <a:pPr algn="just">
              <a:buFont typeface="Arial" panose="020B0604020202020204" pitchFamily="34" charset="0"/>
              <a:buChar char="•"/>
            </a:pPr>
            <a:endParaRPr lang="en-US"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Takeaway Message</a:t>
            </a:r>
            <a:r>
              <a:rPr lang="en-US" b="1" dirty="0">
                <a:solidFill>
                  <a:srgbClr val="FF0000"/>
                </a:solidFill>
                <a:latin typeface="Arial Black" panose="020B0A04020102020204" pitchFamily="34" charset="0"/>
              </a:rPr>
              <a:t>: </a:t>
            </a:r>
            <a:r>
              <a:rPr lang="en-US" dirty="0">
                <a:effectLst/>
                <a:latin typeface="Arial Black" panose="020B0A04020102020204" pitchFamily="34" charset="0"/>
              </a:rPr>
              <a:t>Both approaches complement each other — </a:t>
            </a:r>
            <a:r>
              <a:rPr lang="en-US" b="1" dirty="0">
                <a:effectLst/>
                <a:latin typeface="Arial Black" panose="020B0A04020102020204" pitchFamily="34" charset="0"/>
              </a:rPr>
              <a:t>prediction meets discovery.</a:t>
            </a:r>
            <a:r>
              <a:rPr lang="en-US" dirty="0">
                <a:effectLst/>
                <a:latin typeface="Arial Black" panose="020B0A04020102020204" pitchFamily="34" charset="0"/>
              </a:rPr>
              <a:t> Together, they help us transform raw data into insight, and insight into impact.</a:t>
            </a:r>
            <a:endParaRPr lang="en-US" dirty="0">
              <a:latin typeface="Arial Black" panose="020B0A04020102020204" pitchFamily="34" charset="0"/>
            </a:endParaRPr>
          </a:p>
        </p:txBody>
      </p:sp>
    </p:spTree>
    <p:extLst>
      <p:ext uri="{BB962C8B-B14F-4D97-AF65-F5344CB8AC3E}">
        <p14:creationId xmlns:p14="http://schemas.microsoft.com/office/powerpoint/2010/main" val="3096923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5025D-FCA4-8958-A720-7C829C4EC6F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84D7114-B720-A51F-E6FC-ADF70D0895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963187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3571</Words>
  <Application>Microsoft Office PowerPoint</Application>
  <PresentationFormat>Widescreen</PresentationFormat>
  <Paragraphs>315</Paragraphs>
  <Slides>32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Aptos Display</vt:lpstr>
      <vt:lpstr>Arial</vt:lpstr>
      <vt:lpstr>Arial Black</vt:lpstr>
      <vt:lpstr>Cambria Math</vt:lpstr>
      <vt:lpstr>DM Sans</vt:lpstr>
      <vt:lpstr>Roboto</vt:lpstr>
      <vt:lpstr>Office Theme</vt:lpstr>
      <vt:lpstr>SUPERVISED LEARNING</vt:lpstr>
      <vt:lpstr>SUPERVISED LEARNING</vt:lpstr>
      <vt:lpstr>SUPERVISED LEARNING</vt:lpstr>
      <vt:lpstr>SUPERVISED LEARNING</vt:lpstr>
      <vt:lpstr>SUPERVISED LEARNING</vt:lpstr>
      <vt:lpstr>SUPERVISED LEARNING</vt:lpstr>
      <vt:lpstr>SUPERVISED LEARNING</vt:lpstr>
      <vt:lpstr>PowerPoint Presentation</vt:lpstr>
      <vt:lpstr>SUPERVISED LEARNING</vt:lpstr>
      <vt:lpstr>SUPERVISED LEARNING</vt:lpstr>
      <vt:lpstr>SUPERVISED LEARNING</vt:lpstr>
      <vt:lpstr>SUPERVISED LEARNING</vt:lpstr>
      <vt:lpstr>SUPERVISED LEARNING</vt:lpstr>
      <vt:lpstr>SUPERVISED LEARNING</vt:lpstr>
      <vt:lpstr>SUPERVISED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Gopalakrishnan</dc:creator>
  <cp:lastModifiedBy>Ashok Gopalakrishnan</cp:lastModifiedBy>
  <cp:revision>1</cp:revision>
  <dcterms:created xsi:type="dcterms:W3CDTF">2026-06-20T04:23:07Z</dcterms:created>
  <dcterms:modified xsi:type="dcterms:W3CDTF">2026-06-20T07:54:51Z</dcterms:modified>
</cp:coreProperties>
</file>
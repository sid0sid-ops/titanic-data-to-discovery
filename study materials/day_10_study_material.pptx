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80" r:id="rId24"/>
    <p:sldId id="281" r:id="rId25"/>
    <p:sldId id="277" r:id="rId26"/>
    <p:sldId id="27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5A8E58-D382-41FA-92A6-B20379EA567E}" v="9" dt="2026-06-25T05:50:06.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987" autoAdjust="0"/>
  </p:normalViewPr>
  <p:slideViewPr>
    <p:cSldViewPr snapToGrid="0">
      <p:cViewPr varScale="1">
        <p:scale>
          <a:sx n="77" d="100"/>
          <a:sy n="77" d="100"/>
        </p:scale>
        <p:origin x="91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modSld">
      <pc:chgData name="Ashok Gopalakrishnan" userId="d8b748a0ad7c7b3a" providerId="LiveId" clId="{59FD0868-84F1-432F-883D-B36E85A19EB2}" dt="2026-06-25T06:19:22.843" v="885" actId="1076"/>
      <pc:docMkLst>
        <pc:docMk/>
      </pc:docMkLst>
      <pc:sldChg chg="addSp delSp modSp add mod">
        <pc:chgData name="Ashok Gopalakrishnan" userId="d8b748a0ad7c7b3a" providerId="LiveId" clId="{59FD0868-84F1-432F-883D-B36E85A19EB2}" dt="2026-06-25T05:25:47.574" v="581" actId="1076"/>
        <pc:sldMkLst>
          <pc:docMk/>
          <pc:sldMk cId="3552116668" sldId="257"/>
        </pc:sldMkLst>
        <pc:spChg chg="del">
          <ac:chgData name="Ashok Gopalakrishnan" userId="d8b748a0ad7c7b3a" providerId="LiveId" clId="{59FD0868-84F1-432F-883D-B36E85A19EB2}" dt="2026-06-25T03:10:34.992" v="2" actId="478"/>
          <ac:spMkLst>
            <pc:docMk/>
            <pc:sldMk cId="3552116668" sldId="257"/>
            <ac:spMk id="3" creationId="{45DBD9FA-3F27-F71E-5CBD-99D4B33949C5}"/>
          </ac:spMkLst>
        </pc:spChg>
        <pc:spChg chg="add del mod">
          <ac:chgData name="Ashok Gopalakrishnan" userId="d8b748a0ad7c7b3a" providerId="LiveId" clId="{59FD0868-84F1-432F-883D-B36E85A19EB2}" dt="2026-06-25T03:10:37.965" v="3" actId="478"/>
          <ac:spMkLst>
            <pc:docMk/>
            <pc:sldMk cId="3552116668" sldId="257"/>
            <ac:spMk id="6" creationId="{DBCDA963-95F8-D6A9-E41E-0E3B50B9238F}"/>
          </ac:spMkLst>
        </pc:spChg>
        <pc:spChg chg="add mod">
          <ac:chgData name="Ashok Gopalakrishnan" userId="d8b748a0ad7c7b3a" providerId="LiveId" clId="{59FD0868-84F1-432F-883D-B36E85A19EB2}" dt="2026-06-25T03:15:09.836" v="38" actId="1076"/>
          <ac:spMkLst>
            <pc:docMk/>
            <pc:sldMk cId="3552116668" sldId="257"/>
            <ac:spMk id="8" creationId="{8B881295-4B46-10BE-E002-D9F5904C289F}"/>
          </ac:spMkLst>
        </pc:spChg>
        <pc:spChg chg="add mod">
          <ac:chgData name="Ashok Gopalakrishnan" userId="d8b748a0ad7c7b3a" providerId="LiveId" clId="{59FD0868-84F1-432F-883D-B36E85A19EB2}" dt="2026-06-25T05:25:39.862" v="580" actId="20577"/>
          <ac:spMkLst>
            <pc:docMk/>
            <pc:sldMk cId="3552116668" sldId="257"/>
            <ac:spMk id="10" creationId="{144261F1-4C8A-B764-764E-9FACC887515E}"/>
          </ac:spMkLst>
        </pc:spChg>
        <pc:spChg chg="add mod">
          <ac:chgData name="Ashok Gopalakrishnan" userId="d8b748a0ad7c7b3a" providerId="LiveId" clId="{59FD0868-84F1-432F-883D-B36E85A19EB2}" dt="2026-06-25T05:25:47.574" v="581" actId="1076"/>
          <ac:spMkLst>
            <pc:docMk/>
            <pc:sldMk cId="3552116668" sldId="257"/>
            <ac:spMk id="12" creationId="{AACEC0C9-E78D-B6C3-1BCB-958C069A3315}"/>
          </ac:spMkLst>
        </pc:spChg>
        <pc:picChg chg="del">
          <ac:chgData name="Ashok Gopalakrishnan" userId="d8b748a0ad7c7b3a" providerId="LiveId" clId="{59FD0868-84F1-432F-883D-B36E85A19EB2}" dt="2026-06-25T03:10:31.416" v="1" actId="478"/>
          <ac:picMkLst>
            <pc:docMk/>
            <pc:sldMk cId="3552116668" sldId="257"/>
            <ac:picMk id="5" creationId="{743EB98F-B910-9207-BEF0-CC70047C6D93}"/>
          </ac:picMkLst>
        </pc:picChg>
      </pc:sldChg>
      <pc:sldChg chg="addSp delSp modSp add mod">
        <pc:chgData name="Ashok Gopalakrishnan" userId="d8b748a0ad7c7b3a" providerId="LiveId" clId="{59FD0868-84F1-432F-883D-B36E85A19EB2}" dt="2026-06-25T03:21:20.621" v="92" actId="1076"/>
        <pc:sldMkLst>
          <pc:docMk/>
          <pc:sldMk cId="1498521342" sldId="258"/>
        </pc:sldMkLst>
        <pc:spChg chg="add mod">
          <ac:chgData name="Ashok Gopalakrishnan" userId="d8b748a0ad7c7b3a" providerId="LiveId" clId="{59FD0868-84F1-432F-883D-B36E85A19EB2}" dt="2026-06-25T03:21:15.045" v="91" actId="1076"/>
          <ac:spMkLst>
            <pc:docMk/>
            <pc:sldMk cId="1498521342" sldId="258"/>
            <ac:spMk id="4" creationId="{7D0CE436-C1E8-D396-DB8C-FE84A204547F}"/>
          </ac:spMkLst>
        </pc:spChg>
        <pc:spChg chg="add mod">
          <ac:chgData name="Ashok Gopalakrishnan" userId="d8b748a0ad7c7b3a" providerId="LiveId" clId="{59FD0868-84F1-432F-883D-B36E85A19EB2}" dt="2026-06-25T03:21:20.621" v="92" actId="1076"/>
          <ac:spMkLst>
            <pc:docMk/>
            <pc:sldMk cId="1498521342" sldId="258"/>
            <ac:spMk id="6" creationId="{3DA324A0-7062-40BA-8C2B-FC70C4FAF8B8}"/>
          </ac:spMkLst>
        </pc:spChg>
        <pc:spChg chg="del">
          <ac:chgData name="Ashok Gopalakrishnan" userId="d8b748a0ad7c7b3a" providerId="LiveId" clId="{59FD0868-84F1-432F-883D-B36E85A19EB2}" dt="2026-06-25T03:16:09.849" v="47" actId="478"/>
          <ac:spMkLst>
            <pc:docMk/>
            <pc:sldMk cId="1498521342" sldId="258"/>
            <ac:spMk id="8" creationId="{C12B3913-2AFF-4314-E9CE-8E6D8839D71E}"/>
          </ac:spMkLst>
        </pc:spChg>
        <pc:spChg chg="del">
          <ac:chgData name="Ashok Gopalakrishnan" userId="d8b748a0ad7c7b3a" providerId="LiveId" clId="{59FD0868-84F1-432F-883D-B36E85A19EB2}" dt="2026-06-25T03:16:04.878" v="45" actId="478"/>
          <ac:spMkLst>
            <pc:docMk/>
            <pc:sldMk cId="1498521342" sldId="258"/>
            <ac:spMk id="10" creationId="{D51ED11C-AED0-C6FB-23B5-870F144FD691}"/>
          </ac:spMkLst>
        </pc:spChg>
        <pc:spChg chg="del">
          <ac:chgData name="Ashok Gopalakrishnan" userId="d8b748a0ad7c7b3a" providerId="LiveId" clId="{59FD0868-84F1-432F-883D-B36E85A19EB2}" dt="2026-06-25T03:16:07.537" v="46" actId="478"/>
          <ac:spMkLst>
            <pc:docMk/>
            <pc:sldMk cId="1498521342" sldId="258"/>
            <ac:spMk id="12" creationId="{9EAC8FD5-195C-F327-0518-4FA942C725D7}"/>
          </ac:spMkLst>
        </pc:spChg>
      </pc:sldChg>
      <pc:sldChg chg="addSp delSp modSp add mod">
        <pc:chgData name="Ashok Gopalakrishnan" userId="d8b748a0ad7c7b3a" providerId="LiveId" clId="{59FD0868-84F1-432F-883D-B36E85A19EB2}" dt="2026-06-25T03:24:05.372" v="125" actId="12"/>
        <pc:sldMkLst>
          <pc:docMk/>
          <pc:sldMk cId="2265424837" sldId="259"/>
        </pc:sldMkLst>
        <pc:spChg chg="del">
          <ac:chgData name="Ashok Gopalakrishnan" userId="d8b748a0ad7c7b3a" providerId="LiveId" clId="{59FD0868-84F1-432F-883D-B36E85A19EB2}" dt="2026-06-25T03:21:38.043" v="94" actId="478"/>
          <ac:spMkLst>
            <pc:docMk/>
            <pc:sldMk cId="2265424837" sldId="259"/>
            <ac:spMk id="4" creationId="{25355A40-6DA2-0E51-2B13-7815BD75E2D8}"/>
          </ac:spMkLst>
        </pc:spChg>
        <pc:spChg chg="add mod">
          <ac:chgData name="Ashok Gopalakrishnan" userId="d8b748a0ad7c7b3a" providerId="LiveId" clId="{59FD0868-84F1-432F-883D-B36E85A19EB2}" dt="2026-06-25T03:24:05.372" v="125" actId="12"/>
          <ac:spMkLst>
            <pc:docMk/>
            <pc:sldMk cId="2265424837" sldId="259"/>
            <ac:spMk id="5" creationId="{CD3BDEE8-962C-A0C1-BC65-0DEAE47348B0}"/>
          </ac:spMkLst>
        </pc:spChg>
        <pc:spChg chg="del">
          <ac:chgData name="Ashok Gopalakrishnan" userId="d8b748a0ad7c7b3a" providerId="LiveId" clId="{59FD0868-84F1-432F-883D-B36E85A19EB2}" dt="2026-06-25T03:21:40.680" v="95" actId="478"/>
          <ac:spMkLst>
            <pc:docMk/>
            <pc:sldMk cId="2265424837" sldId="259"/>
            <ac:spMk id="6" creationId="{3B7A063F-6596-977D-9017-53886A692AC4}"/>
          </ac:spMkLst>
        </pc:spChg>
      </pc:sldChg>
      <pc:sldChg chg="addSp delSp modSp add mod">
        <pc:chgData name="Ashok Gopalakrishnan" userId="d8b748a0ad7c7b3a" providerId="LiveId" clId="{59FD0868-84F1-432F-883D-B36E85A19EB2}" dt="2026-06-25T03:58:39.366" v="167" actId="12"/>
        <pc:sldMkLst>
          <pc:docMk/>
          <pc:sldMk cId="1047121011" sldId="260"/>
        </pc:sldMkLst>
        <pc:spChg chg="add mod">
          <ac:chgData name="Ashok Gopalakrishnan" userId="d8b748a0ad7c7b3a" providerId="LiveId" clId="{59FD0868-84F1-432F-883D-B36E85A19EB2}" dt="2026-06-25T03:28:02.209" v="150" actId="12"/>
          <ac:spMkLst>
            <pc:docMk/>
            <pc:sldMk cId="1047121011" sldId="260"/>
            <ac:spMk id="4" creationId="{D2AEB803-0B0E-4EE4-B784-55A78D02D722}"/>
          </ac:spMkLst>
        </pc:spChg>
        <pc:spChg chg="del">
          <ac:chgData name="Ashok Gopalakrishnan" userId="d8b748a0ad7c7b3a" providerId="LiveId" clId="{59FD0868-84F1-432F-883D-B36E85A19EB2}" dt="2026-06-25T03:24:40.715" v="127" actId="478"/>
          <ac:spMkLst>
            <pc:docMk/>
            <pc:sldMk cId="1047121011" sldId="260"/>
            <ac:spMk id="5" creationId="{B9CEDECA-B028-CBAC-3374-38571BAB8CA5}"/>
          </ac:spMkLst>
        </pc:spChg>
        <pc:spChg chg="add mod">
          <ac:chgData name="Ashok Gopalakrishnan" userId="d8b748a0ad7c7b3a" providerId="LiveId" clId="{59FD0868-84F1-432F-883D-B36E85A19EB2}" dt="2026-06-25T03:58:39.366" v="167" actId="12"/>
          <ac:spMkLst>
            <pc:docMk/>
            <pc:sldMk cId="1047121011" sldId="260"/>
            <ac:spMk id="7" creationId="{54213284-5E33-A3C8-511F-8C153A27B845}"/>
          </ac:spMkLst>
        </pc:spChg>
      </pc:sldChg>
      <pc:sldChg chg="addSp delSp modSp add mod">
        <pc:chgData name="Ashok Gopalakrishnan" userId="d8b748a0ad7c7b3a" providerId="LiveId" clId="{59FD0868-84F1-432F-883D-B36E85A19EB2}" dt="2026-06-25T04:02:07.206" v="212" actId="12"/>
        <pc:sldMkLst>
          <pc:docMk/>
          <pc:sldMk cId="2463057617" sldId="261"/>
        </pc:sldMkLst>
        <pc:spChg chg="del">
          <ac:chgData name="Ashok Gopalakrishnan" userId="d8b748a0ad7c7b3a" providerId="LiveId" clId="{59FD0868-84F1-432F-883D-B36E85A19EB2}" dt="2026-06-25T03:58:58.614" v="170" actId="478"/>
          <ac:spMkLst>
            <pc:docMk/>
            <pc:sldMk cId="2463057617" sldId="261"/>
            <ac:spMk id="4" creationId="{8DD422EF-7DA2-95BB-F89F-80904122DC91}"/>
          </ac:spMkLst>
        </pc:spChg>
        <pc:spChg chg="add mod">
          <ac:chgData name="Ashok Gopalakrishnan" userId="d8b748a0ad7c7b3a" providerId="LiveId" clId="{59FD0868-84F1-432F-883D-B36E85A19EB2}" dt="2026-06-25T04:00:27.016" v="191" actId="1076"/>
          <ac:spMkLst>
            <pc:docMk/>
            <pc:sldMk cId="2463057617" sldId="261"/>
            <ac:spMk id="5" creationId="{F52DBCFD-15A2-5B00-C1F3-DD70E6BC5BFC}"/>
          </ac:spMkLst>
        </pc:spChg>
        <pc:spChg chg="del">
          <ac:chgData name="Ashok Gopalakrishnan" userId="d8b748a0ad7c7b3a" providerId="LiveId" clId="{59FD0868-84F1-432F-883D-B36E85A19EB2}" dt="2026-06-25T03:58:55.727" v="169" actId="478"/>
          <ac:spMkLst>
            <pc:docMk/>
            <pc:sldMk cId="2463057617" sldId="261"/>
            <ac:spMk id="7" creationId="{3E770EFF-A7C8-3A04-63F5-BD91EA7E1EA0}"/>
          </ac:spMkLst>
        </pc:spChg>
        <pc:spChg chg="add mod">
          <ac:chgData name="Ashok Gopalakrishnan" userId="d8b748a0ad7c7b3a" providerId="LiveId" clId="{59FD0868-84F1-432F-883D-B36E85A19EB2}" dt="2026-06-25T04:02:07.206" v="212" actId="12"/>
          <ac:spMkLst>
            <pc:docMk/>
            <pc:sldMk cId="2463057617" sldId="261"/>
            <ac:spMk id="8" creationId="{704FD672-56C3-1DEE-8F05-6763EC20E044}"/>
          </ac:spMkLst>
        </pc:spChg>
      </pc:sldChg>
      <pc:sldChg chg="addSp delSp modSp add mod">
        <pc:chgData name="Ashok Gopalakrishnan" userId="d8b748a0ad7c7b3a" providerId="LiveId" clId="{59FD0868-84F1-432F-883D-B36E85A19EB2}" dt="2026-06-25T04:06:28.783" v="264" actId="207"/>
        <pc:sldMkLst>
          <pc:docMk/>
          <pc:sldMk cId="115199246" sldId="262"/>
        </pc:sldMkLst>
        <pc:spChg chg="add mod">
          <ac:chgData name="Ashok Gopalakrishnan" userId="d8b748a0ad7c7b3a" providerId="LiveId" clId="{59FD0868-84F1-432F-883D-B36E85A19EB2}" dt="2026-06-25T04:04:26.799" v="247" actId="12"/>
          <ac:spMkLst>
            <pc:docMk/>
            <pc:sldMk cId="115199246" sldId="262"/>
            <ac:spMk id="4" creationId="{2F3A1813-0121-48AF-4784-A0B53DD23472}"/>
          </ac:spMkLst>
        </pc:spChg>
        <pc:spChg chg="del">
          <ac:chgData name="Ashok Gopalakrishnan" userId="d8b748a0ad7c7b3a" providerId="LiveId" clId="{59FD0868-84F1-432F-883D-B36E85A19EB2}" dt="2026-06-25T04:02:20.087" v="214" actId="478"/>
          <ac:spMkLst>
            <pc:docMk/>
            <pc:sldMk cId="115199246" sldId="262"/>
            <ac:spMk id="5" creationId="{4B23205E-6A84-BBB7-1DFE-C9BA917E0DCD}"/>
          </ac:spMkLst>
        </pc:spChg>
        <pc:spChg chg="add mod">
          <ac:chgData name="Ashok Gopalakrishnan" userId="d8b748a0ad7c7b3a" providerId="LiveId" clId="{59FD0868-84F1-432F-883D-B36E85A19EB2}" dt="2026-06-25T04:05:41.232" v="259" actId="122"/>
          <ac:spMkLst>
            <pc:docMk/>
            <pc:sldMk cId="115199246" sldId="262"/>
            <ac:spMk id="7" creationId="{A484810A-99A5-4E89-6907-CA4BD3172657}"/>
          </ac:spMkLst>
        </pc:spChg>
        <pc:spChg chg="del mod">
          <ac:chgData name="Ashok Gopalakrishnan" userId="d8b748a0ad7c7b3a" providerId="LiveId" clId="{59FD0868-84F1-432F-883D-B36E85A19EB2}" dt="2026-06-25T04:02:22.753" v="216" actId="478"/>
          <ac:spMkLst>
            <pc:docMk/>
            <pc:sldMk cId="115199246" sldId="262"/>
            <ac:spMk id="8" creationId="{5F9D37B8-F537-2335-F801-1119D77F5EE8}"/>
          </ac:spMkLst>
        </pc:spChg>
        <pc:spChg chg="add mod">
          <ac:chgData name="Ashok Gopalakrishnan" userId="d8b748a0ad7c7b3a" providerId="LiveId" clId="{59FD0868-84F1-432F-883D-B36E85A19EB2}" dt="2026-06-25T04:06:28.783" v="264" actId="207"/>
          <ac:spMkLst>
            <pc:docMk/>
            <pc:sldMk cId="115199246" sldId="262"/>
            <ac:spMk id="10" creationId="{8EA65BAA-2F6F-9053-0619-21F89FFEF52B}"/>
          </ac:spMkLst>
        </pc:spChg>
      </pc:sldChg>
      <pc:sldChg chg="addSp delSp modSp add mod">
        <pc:chgData name="Ashok Gopalakrishnan" userId="d8b748a0ad7c7b3a" providerId="LiveId" clId="{59FD0868-84F1-432F-883D-B36E85A19EB2}" dt="2026-06-25T04:12:23.310" v="287" actId="1076"/>
        <pc:sldMkLst>
          <pc:docMk/>
          <pc:sldMk cId="179907794" sldId="263"/>
        </pc:sldMkLst>
        <pc:spChg chg="del">
          <ac:chgData name="Ashok Gopalakrishnan" userId="d8b748a0ad7c7b3a" providerId="LiveId" clId="{59FD0868-84F1-432F-883D-B36E85A19EB2}" dt="2026-06-25T04:06:45.398" v="266" actId="478"/>
          <ac:spMkLst>
            <pc:docMk/>
            <pc:sldMk cId="179907794" sldId="263"/>
            <ac:spMk id="4" creationId="{3FD28490-B232-48BF-C0CE-E5BF6F8A01B6}"/>
          </ac:spMkLst>
        </pc:spChg>
        <pc:spChg chg="add mod">
          <ac:chgData name="Ashok Gopalakrishnan" userId="d8b748a0ad7c7b3a" providerId="LiveId" clId="{59FD0868-84F1-432F-883D-B36E85A19EB2}" dt="2026-06-25T04:11:29.987" v="279" actId="207"/>
          <ac:spMkLst>
            <pc:docMk/>
            <pc:sldMk cId="179907794" sldId="263"/>
            <ac:spMk id="5" creationId="{1EC79243-6FBE-F528-48CA-B4FA556F09BD}"/>
          </ac:spMkLst>
        </pc:spChg>
        <pc:spChg chg="del">
          <ac:chgData name="Ashok Gopalakrishnan" userId="d8b748a0ad7c7b3a" providerId="LiveId" clId="{59FD0868-84F1-432F-883D-B36E85A19EB2}" dt="2026-06-25T04:06:48.176" v="267" actId="478"/>
          <ac:spMkLst>
            <pc:docMk/>
            <pc:sldMk cId="179907794" sldId="263"/>
            <ac:spMk id="7" creationId="{FD2775FD-1F36-927E-591B-D7AE59194D90}"/>
          </ac:spMkLst>
        </pc:spChg>
        <pc:spChg chg="add mod">
          <ac:chgData name="Ashok Gopalakrishnan" userId="d8b748a0ad7c7b3a" providerId="LiveId" clId="{59FD0868-84F1-432F-883D-B36E85A19EB2}" dt="2026-06-25T04:12:23.310" v="287" actId="1076"/>
          <ac:spMkLst>
            <pc:docMk/>
            <pc:sldMk cId="179907794" sldId="263"/>
            <ac:spMk id="8" creationId="{CBC433AC-97E9-679B-A00D-186333EC9DFE}"/>
          </ac:spMkLst>
        </pc:spChg>
        <pc:spChg chg="del">
          <ac:chgData name="Ashok Gopalakrishnan" userId="d8b748a0ad7c7b3a" providerId="LiveId" clId="{59FD0868-84F1-432F-883D-B36E85A19EB2}" dt="2026-06-25T04:06:51.165" v="268" actId="478"/>
          <ac:spMkLst>
            <pc:docMk/>
            <pc:sldMk cId="179907794" sldId="263"/>
            <ac:spMk id="10" creationId="{83733F74-26D7-64B4-7484-382C6A795C57}"/>
          </ac:spMkLst>
        </pc:spChg>
      </pc:sldChg>
      <pc:sldChg chg="addSp delSp modSp add mod">
        <pc:chgData name="Ashok Gopalakrishnan" userId="d8b748a0ad7c7b3a" providerId="LiveId" clId="{59FD0868-84F1-432F-883D-B36E85A19EB2}" dt="2026-06-25T04:16:35.020" v="316" actId="20577"/>
        <pc:sldMkLst>
          <pc:docMk/>
          <pc:sldMk cId="4030883302" sldId="264"/>
        </pc:sldMkLst>
        <pc:spChg chg="add mod">
          <ac:chgData name="Ashok Gopalakrishnan" userId="d8b748a0ad7c7b3a" providerId="LiveId" clId="{59FD0868-84F1-432F-883D-B36E85A19EB2}" dt="2026-06-25T04:14:16.232" v="297" actId="207"/>
          <ac:spMkLst>
            <pc:docMk/>
            <pc:sldMk cId="4030883302" sldId="264"/>
            <ac:spMk id="4" creationId="{F19F3D76-4410-0B5F-C090-8B1E815EC44F}"/>
          </ac:spMkLst>
        </pc:spChg>
        <pc:spChg chg="del">
          <ac:chgData name="Ashok Gopalakrishnan" userId="d8b748a0ad7c7b3a" providerId="LiveId" clId="{59FD0868-84F1-432F-883D-B36E85A19EB2}" dt="2026-06-25T04:12:38.761" v="289" actId="478"/>
          <ac:spMkLst>
            <pc:docMk/>
            <pc:sldMk cId="4030883302" sldId="264"/>
            <ac:spMk id="5" creationId="{2790AA1A-88D5-76B8-F84D-2612565AD97D}"/>
          </ac:spMkLst>
        </pc:spChg>
        <pc:spChg chg="add mod">
          <ac:chgData name="Ashok Gopalakrishnan" userId="d8b748a0ad7c7b3a" providerId="LiveId" clId="{59FD0868-84F1-432F-883D-B36E85A19EB2}" dt="2026-06-25T04:16:35.020" v="316" actId="20577"/>
          <ac:spMkLst>
            <pc:docMk/>
            <pc:sldMk cId="4030883302" sldId="264"/>
            <ac:spMk id="7" creationId="{E54B9002-D08B-FAA6-51B9-C912DE5D6F4C}"/>
          </ac:spMkLst>
        </pc:spChg>
        <pc:spChg chg="del">
          <ac:chgData name="Ashok Gopalakrishnan" userId="d8b748a0ad7c7b3a" providerId="LiveId" clId="{59FD0868-84F1-432F-883D-B36E85A19EB2}" dt="2026-06-25T04:12:41.711" v="290" actId="478"/>
          <ac:spMkLst>
            <pc:docMk/>
            <pc:sldMk cId="4030883302" sldId="264"/>
            <ac:spMk id="8" creationId="{D67D10D5-25B5-A451-55B0-A33385C6DCF8}"/>
          </ac:spMkLst>
        </pc:spChg>
      </pc:sldChg>
      <pc:sldChg chg="addSp delSp modSp add mod">
        <pc:chgData name="Ashok Gopalakrishnan" userId="d8b748a0ad7c7b3a" providerId="LiveId" clId="{59FD0868-84F1-432F-883D-B36E85A19EB2}" dt="2026-06-25T04:20:29.896" v="347" actId="123"/>
        <pc:sldMkLst>
          <pc:docMk/>
          <pc:sldMk cId="2468391709" sldId="265"/>
        </pc:sldMkLst>
        <pc:spChg chg="del">
          <ac:chgData name="Ashok Gopalakrishnan" userId="d8b748a0ad7c7b3a" providerId="LiveId" clId="{59FD0868-84F1-432F-883D-B36E85A19EB2}" dt="2026-06-25T04:16:50.114" v="319" actId="478"/>
          <ac:spMkLst>
            <pc:docMk/>
            <pc:sldMk cId="2468391709" sldId="265"/>
            <ac:spMk id="4" creationId="{38056F37-D9AE-F54B-1226-C5394DC2C9CB}"/>
          </ac:spMkLst>
        </pc:spChg>
        <pc:spChg chg="add mod">
          <ac:chgData name="Ashok Gopalakrishnan" userId="d8b748a0ad7c7b3a" providerId="LiveId" clId="{59FD0868-84F1-432F-883D-B36E85A19EB2}" dt="2026-06-25T04:18:18.195" v="331" actId="207"/>
          <ac:spMkLst>
            <pc:docMk/>
            <pc:sldMk cId="2468391709" sldId="265"/>
            <ac:spMk id="6" creationId="{D1C81EC8-F0F2-805D-6B7F-8035FFB8322A}"/>
          </ac:spMkLst>
        </pc:spChg>
        <pc:spChg chg="del">
          <ac:chgData name="Ashok Gopalakrishnan" userId="d8b748a0ad7c7b3a" providerId="LiveId" clId="{59FD0868-84F1-432F-883D-B36E85A19EB2}" dt="2026-06-25T04:16:46.678" v="318" actId="478"/>
          <ac:spMkLst>
            <pc:docMk/>
            <pc:sldMk cId="2468391709" sldId="265"/>
            <ac:spMk id="7" creationId="{1309AC62-BAFB-802F-5F2C-3D96D14E5ABA}"/>
          </ac:spMkLst>
        </pc:spChg>
        <pc:spChg chg="add mod">
          <ac:chgData name="Ashok Gopalakrishnan" userId="d8b748a0ad7c7b3a" providerId="LiveId" clId="{59FD0868-84F1-432F-883D-B36E85A19EB2}" dt="2026-06-25T04:19:37.369" v="341" actId="1076"/>
          <ac:spMkLst>
            <pc:docMk/>
            <pc:sldMk cId="2468391709" sldId="265"/>
            <ac:spMk id="9" creationId="{ADD4F5DB-A5F5-7EFF-1895-7056D78ABAA4}"/>
          </ac:spMkLst>
        </pc:spChg>
        <pc:spChg chg="add mod">
          <ac:chgData name="Ashok Gopalakrishnan" userId="d8b748a0ad7c7b3a" providerId="LiveId" clId="{59FD0868-84F1-432F-883D-B36E85A19EB2}" dt="2026-06-25T04:20:29.896" v="347" actId="123"/>
          <ac:spMkLst>
            <pc:docMk/>
            <pc:sldMk cId="2468391709" sldId="265"/>
            <ac:spMk id="11" creationId="{DC785072-B086-95A8-07C0-4CC077919E4A}"/>
          </ac:spMkLst>
        </pc:spChg>
        <pc:graphicFrameChg chg="add mod modGraphic">
          <ac:chgData name="Ashok Gopalakrishnan" userId="d8b748a0ad7c7b3a" providerId="LiveId" clId="{59FD0868-84F1-432F-883D-B36E85A19EB2}" dt="2026-06-25T04:18:23.949" v="332" actId="1076"/>
          <ac:graphicFrameMkLst>
            <pc:docMk/>
            <pc:sldMk cId="2468391709" sldId="265"/>
            <ac:graphicFrameMk id="3" creationId="{2FA86EB1-33F5-915A-6AD3-88F5336E7264}"/>
          </ac:graphicFrameMkLst>
        </pc:graphicFrameChg>
      </pc:sldChg>
      <pc:sldChg chg="addSp delSp modSp add mod">
        <pc:chgData name="Ashok Gopalakrishnan" userId="d8b748a0ad7c7b3a" providerId="LiveId" clId="{59FD0868-84F1-432F-883D-B36E85A19EB2}" dt="2026-06-25T04:24:36.951" v="366" actId="2711"/>
        <pc:sldMkLst>
          <pc:docMk/>
          <pc:sldMk cId="1486875324" sldId="266"/>
        </pc:sldMkLst>
        <pc:spChg chg="del">
          <ac:chgData name="Ashok Gopalakrishnan" userId="d8b748a0ad7c7b3a" providerId="LiveId" clId="{59FD0868-84F1-432F-883D-B36E85A19EB2}" dt="2026-06-25T04:20:53.056" v="352" actId="478"/>
          <ac:spMkLst>
            <pc:docMk/>
            <pc:sldMk cId="1486875324" sldId="266"/>
            <ac:spMk id="6" creationId="{D3405A72-CEC9-EB58-63B7-3BBFD9944C14}"/>
          </ac:spMkLst>
        </pc:spChg>
        <pc:spChg chg="add del mod">
          <ac:chgData name="Ashok Gopalakrishnan" userId="d8b748a0ad7c7b3a" providerId="LiveId" clId="{59FD0868-84F1-432F-883D-B36E85A19EB2}" dt="2026-06-25T04:23:53.375" v="359" actId="478"/>
          <ac:spMkLst>
            <pc:docMk/>
            <pc:sldMk cId="1486875324" sldId="266"/>
            <ac:spMk id="8" creationId="{F9E0F110-96F1-CA91-AEF1-4DA5104997E4}"/>
          </ac:spMkLst>
        </pc:spChg>
        <pc:spChg chg="del">
          <ac:chgData name="Ashok Gopalakrishnan" userId="d8b748a0ad7c7b3a" providerId="LiveId" clId="{59FD0868-84F1-432F-883D-B36E85A19EB2}" dt="2026-06-25T04:20:46.107" v="350" actId="478"/>
          <ac:spMkLst>
            <pc:docMk/>
            <pc:sldMk cId="1486875324" sldId="266"/>
            <ac:spMk id="9" creationId="{B4CE6CB7-BDF1-C26C-28DD-524E597D0389}"/>
          </ac:spMkLst>
        </pc:spChg>
        <pc:spChg chg="del">
          <ac:chgData name="Ashok Gopalakrishnan" userId="d8b748a0ad7c7b3a" providerId="LiveId" clId="{59FD0868-84F1-432F-883D-B36E85A19EB2}" dt="2026-06-25T04:20:43.441" v="349" actId="478"/>
          <ac:spMkLst>
            <pc:docMk/>
            <pc:sldMk cId="1486875324" sldId="266"/>
            <ac:spMk id="11" creationId="{D92F8965-A6CF-DAA7-9859-F081784ACA7D}"/>
          </ac:spMkLst>
        </pc:spChg>
        <pc:spChg chg="add mod">
          <ac:chgData name="Ashok Gopalakrishnan" userId="d8b748a0ad7c7b3a" providerId="LiveId" clId="{59FD0868-84F1-432F-883D-B36E85A19EB2}" dt="2026-06-25T04:24:36.951" v="366" actId="2711"/>
          <ac:spMkLst>
            <pc:docMk/>
            <pc:sldMk cId="1486875324" sldId="266"/>
            <ac:spMk id="12" creationId="{EC3A2673-FD65-9A9A-677E-87FC11C77BF7}"/>
          </ac:spMkLst>
        </pc:spChg>
        <pc:graphicFrameChg chg="del">
          <ac:chgData name="Ashok Gopalakrishnan" userId="d8b748a0ad7c7b3a" providerId="LiveId" clId="{59FD0868-84F1-432F-883D-B36E85A19EB2}" dt="2026-06-25T04:20:49.148" v="351" actId="478"/>
          <ac:graphicFrameMkLst>
            <pc:docMk/>
            <pc:sldMk cId="1486875324" sldId="266"/>
            <ac:graphicFrameMk id="3" creationId="{447B0953-AD0B-B3B8-8D28-B0C3168927A6}"/>
          </ac:graphicFrameMkLst>
        </pc:graphicFrameChg>
        <pc:picChg chg="add mod">
          <ac:chgData name="Ashok Gopalakrishnan" userId="d8b748a0ad7c7b3a" providerId="LiveId" clId="{59FD0868-84F1-432F-883D-B36E85A19EB2}" dt="2026-06-25T04:22:52.628" v="355" actId="1076"/>
          <ac:picMkLst>
            <pc:docMk/>
            <pc:sldMk cId="1486875324" sldId="266"/>
            <ac:picMk id="5" creationId="{2F49FC72-F7DE-386B-4F76-2150C19C4654}"/>
          </ac:picMkLst>
        </pc:picChg>
      </pc:sldChg>
      <pc:sldChg chg="addSp delSp modSp add mod">
        <pc:chgData name="Ashok Gopalakrishnan" userId="d8b748a0ad7c7b3a" providerId="LiveId" clId="{59FD0868-84F1-432F-883D-B36E85A19EB2}" dt="2026-06-25T04:26:28.764" v="388" actId="207"/>
        <pc:sldMkLst>
          <pc:docMk/>
          <pc:sldMk cId="2602764090" sldId="267"/>
        </pc:sldMkLst>
        <pc:spChg chg="add mod">
          <ac:chgData name="Ashok Gopalakrishnan" userId="d8b748a0ad7c7b3a" providerId="LiveId" clId="{59FD0868-84F1-432F-883D-B36E85A19EB2}" dt="2026-06-25T04:26:28.764" v="388" actId="207"/>
          <ac:spMkLst>
            <pc:docMk/>
            <pc:sldMk cId="2602764090" sldId="267"/>
            <ac:spMk id="4" creationId="{029484DD-0927-D7C5-0622-D3BB7AB03CE0}"/>
          </ac:spMkLst>
        </pc:spChg>
        <pc:spChg chg="del">
          <ac:chgData name="Ashok Gopalakrishnan" userId="d8b748a0ad7c7b3a" providerId="LiveId" clId="{59FD0868-84F1-432F-883D-B36E85A19EB2}" dt="2026-06-25T04:24:53.052" v="369" actId="478"/>
          <ac:spMkLst>
            <pc:docMk/>
            <pc:sldMk cId="2602764090" sldId="267"/>
            <ac:spMk id="12" creationId="{F8B67DA8-BBFC-ABF0-B0E9-6E8CD7E54C1B}"/>
          </ac:spMkLst>
        </pc:spChg>
        <pc:picChg chg="del">
          <ac:chgData name="Ashok Gopalakrishnan" userId="d8b748a0ad7c7b3a" providerId="LiveId" clId="{59FD0868-84F1-432F-883D-B36E85A19EB2}" dt="2026-06-25T04:24:50.597" v="368" actId="478"/>
          <ac:picMkLst>
            <pc:docMk/>
            <pc:sldMk cId="2602764090" sldId="267"/>
            <ac:picMk id="5" creationId="{87174DE1-5C13-4E67-F4E9-C8B67D322479}"/>
          </ac:picMkLst>
        </pc:picChg>
      </pc:sldChg>
      <pc:sldChg chg="addSp delSp modSp add mod">
        <pc:chgData name="Ashok Gopalakrishnan" userId="d8b748a0ad7c7b3a" providerId="LiveId" clId="{59FD0868-84F1-432F-883D-B36E85A19EB2}" dt="2026-06-25T04:51:08.232" v="452" actId="1076"/>
        <pc:sldMkLst>
          <pc:docMk/>
          <pc:sldMk cId="3124722619" sldId="268"/>
        </pc:sldMkLst>
        <pc:spChg chg="mod">
          <ac:chgData name="Ashok Gopalakrishnan" userId="d8b748a0ad7c7b3a" providerId="LiveId" clId="{59FD0868-84F1-432F-883D-B36E85A19EB2}" dt="2026-06-25T04:49:59.234" v="439" actId="1076"/>
          <ac:spMkLst>
            <pc:docMk/>
            <pc:sldMk cId="3124722619" sldId="268"/>
            <ac:spMk id="2" creationId="{64EBD49E-D738-BE5E-4ACB-72FFF695833C}"/>
          </ac:spMkLst>
        </pc:spChg>
        <pc:spChg chg="del">
          <ac:chgData name="Ashok Gopalakrishnan" userId="d8b748a0ad7c7b3a" providerId="LiveId" clId="{59FD0868-84F1-432F-883D-B36E85A19EB2}" dt="2026-06-25T04:27:08.588" v="390" actId="478"/>
          <ac:spMkLst>
            <pc:docMk/>
            <pc:sldMk cId="3124722619" sldId="268"/>
            <ac:spMk id="4" creationId="{7513B154-614B-3686-41CF-60ED8F9E8948}"/>
          </ac:spMkLst>
        </pc:spChg>
        <pc:spChg chg="add mod">
          <ac:chgData name="Ashok Gopalakrishnan" userId="d8b748a0ad7c7b3a" providerId="LiveId" clId="{59FD0868-84F1-432F-883D-B36E85A19EB2}" dt="2026-06-25T04:50:21.276" v="443" actId="1076"/>
          <ac:spMkLst>
            <pc:docMk/>
            <pc:sldMk cId="3124722619" sldId="268"/>
            <ac:spMk id="7" creationId="{72773218-509D-926C-F8E1-12B55A3DF84A}"/>
          </ac:spMkLst>
        </pc:spChg>
        <pc:spChg chg="add mod">
          <ac:chgData name="Ashok Gopalakrishnan" userId="d8b748a0ad7c7b3a" providerId="LiveId" clId="{59FD0868-84F1-432F-883D-B36E85A19EB2}" dt="2026-06-25T04:50:12.221" v="441" actId="1076"/>
          <ac:spMkLst>
            <pc:docMk/>
            <pc:sldMk cId="3124722619" sldId="268"/>
            <ac:spMk id="9" creationId="{5F62815A-841A-FB80-7A03-A6515DC99BFE}"/>
          </ac:spMkLst>
        </pc:spChg>
        <pc:spChg chg="add del">
          <ac:chgData name="Ashok Gopalakrishnan" userId="d8b748a0ad7c7b3a" providerId="LiveId" clId="{59FD0868-84F1-432F-883D-B36E85A19EB2}" dt="2026-06-25T04:46:45.726" v="424" actId="478"/>
          <ac:spMkLst>
            <pc:docMk/>
            <pc:sldMk cId="3124722619" sldId="268"/>
            <ac:spMk id="10" creationId="{E420CC8D-1619-9A73-1D7D-96B49B163653}"/>
          </ac:spMkLst>
        </pc:spChg>
        <pc:spChg chg="add del mod">
          <ac:chgData name="Ashok Gopalakrishnan" userId="d8b748a0ad7c7b3a" providerId="LiveId" clId="{59FD0868-84F1-432F-883D-B36E85A19EB2}" dt="2026-06-25T04:46:59.393" v="427" actId="478"/>
          <ac:spMkLst>
            <pc:docMk/>
            <pc:sldMk cId="3124722619" sldId="268"/>
            <ac:spMk id="11" creationId="{D8074B53-2554-BEA0-0C27-D6558F28E002}"/>
          </ac:spMkLst>
        </pc:spChg>
        <pc:spChg chg="add mod">
          <ac:chgData name="Ashok Gopalakrishnan" userId="d8b748a0ad7c7b3a" providerId="LiveId" clId="{59FD0868-84F1-432F-883D-B36E85A19EB2}" dt="2026-06-25T04:50:16.884" v="442" actId="1076"/>
          <ac:spMkLst>
            <pc:docMk/>
            <pc:sldMk cId="3124722619" sldId="268"/>
            <ac:spMk id="12" creationId="{ED08BA3B-DCD9-CEDB-95B9-13B140DDC03A}"/>
          </ac:spMkLst>
        </pc:spChg>
        <pc:spChg chg="add mod">
          <ac:chgData name="Ashok Gopalakrishnan" userId="d8b748a0ad7c7b3a" providerId="LiveId" clId="{59FD0868-84F1-432F-883D-B36E85A19EB2}" dt="2026-06-25T04:51:08.232" v="452" actId="1076"/>
          <ac:spMkLst>
            <pc:docMk/>
            <pc:sldMk cId="3124722619" sldId="268"/>
            <ac:spMk id="14" creationId="{81565274-DCC7-15A9-505A-4182B70AA4A3}"/>
          </ac:spMkLst>
        </pc:spChg>
        <pc:picChg chg="add mod">
          <ac:chgData name="Ashok Gopalakrishnan" userId="d8b748a0ad7c7b3a" providerId="LiveId" clId="{59FD0868-84F1-432F-883D-B36E85A19EB2}" dt="2026-06-25T04:50:06.204" v="440" actId="1076"/>
          <ac:picMkLst>
            <pc:docMk/>
            <pc:sldMk cId="3124722619" sldId="268"/>
            <ac:picMk id="5" creationId="{E727ACA2-41C5-2022-9662-11FB41F4D9FB}"/>
          </ac:picMkLst>
        </pc:picChg>
      </pc:sldChg>
      <pc:sldChg chg="addSp delSp modSp add mod">
        <pc:chgData name="Ashok Gopalakrishnan" userId="d8b748a0ad7c7b3a" providerId="LiveId" clId="{59FD0868-84F1-432F-883D-B36E85A19EB2}" dt="2026-06-25T05:10:35.981" v="503" actId="207"/>
        <pc:sldMkLst>
          <pc:docMk/>
          <pc:sldMk cId="1212432038" sldId="269"/>
        </pc:sldMkLst>
        <pc:spChg chg="mod">
          <ac:chgData name="Ashok Gopalakrishnan" userId="d8b748a0ad7c7b3a" providerId="LiveId" clId="{59FD0868-84F1-432F-883D-B36E85A19EB2}" dt="2026-06-25T05:09:25.132" v="498" actId="1076"/>
          <ac:spMkLst>
            <pc:docMk/>
            <pc:sldMk cId="1212432038" sldId="269"/>
            <ac:spMk id="2" creationId="{31D3354B-64CB-1897-BF1F-D8998C6F8E71}"/>
          </ac:spMkLst>
        </pc:spChg>
        <pc:spChg chg="add mod">
          <ac:chgData name="Ashok Gopalakrishnan" userId="d8b748a0ad7c7b3a" providerId="LiveId" clId="{59FD0868-84F1-432F-883D-B36E85A19EB2}" dt="2026-06-25T05:10:35.981" v="503" actId="207"/>
          <ac:spMkLst>
            <pc:docMk/>
            <pc:sldMk cId="1212432038" sldId="269"/>
            <ac:spMk id="4" creationId="{AFFD3D32-D199-8239-6B77-04DB2EB48583}"/>
          </ac:spMkLst>
        </pc:spChg>
        <pc:spChg chg="del">
          <ac:chgData name="Ashok Gopalakrishnan" userId="d8b748a0ad7c7b3a" providerId="LiveId" clId="{59FD0868-84F1-432F-883D-B36E85A19EB2}" dt="2026-06-25T04:48:58.903" v="437" actId="478"/>
          <ac:spMkLst>
            <pc:docMk/>
            <pc:sldMk cId="1212432038" sldId="269"/>
            <ac:spMk id="7" creationId="{E21AEAA5-E509-BFEB-BCF7-5CB7C7D52BF9}"/>
          </ac:spMkLst>
        </pc:spChg>
        <pc:spChg chg="del">
          <ac:chgData name="Ashok Gopalakrishnan" userId="d8b748a0ad7c7b3a" providerId="LiveId" clId="{59FD0868-84F1-432F-883D-B36E85A19EB2}" dt="2026-06-25T04:48:56.645" v="436" actId="478"/>
          <ac:spMkLst>
            <pc:docMk/>
            <pc:sldMk cId="1212432038" sldId="269"/>
            <ac:spMk id="9" creationId="{BA81DE9F-8D4F-DA59-89B4-549043429185}"/>
          </ac:spMkLst>
        </pc:spChg>
        <pc:spChg chg="del">
          <ac:chgData name="Ashok Gopalakrishnan" userId="d8b748a0ad7c7b3a" providerId="LiveId" clId="{59FD0868-84F1-432F-883D-B36E85A19EB2}" dt="2026-06-25T04:48:54.675" v="435" actId="478"/>
          <ac:spMkLst>
            <pc:docMk/>
            <pc:sldMk cId="1212432038" sldId="269"/>
            <ac:spMk id="12" creationId="{85EA42CE-764E-F61A-4EF2-5476B5311F93}"/>
          </ac:spMkLst>
        </pc:spChg>
        <pc:picChg chg="del">
          <ac:chgData name="Ashok Gopalakrishnan" userId="d8b748a0ad7c7b3a" providerId="LiveId" clId="{59FD0868-84F1-432F-883D-B36E85A19EB2}" dt="2026-06-25T04:48:51.571" v="434" actId="478"/>
          <ac:picMkLst>
            <pc:docMk/>
            <pc:sldMk cId="1212432038" sldId="269"/>
            <ac:picMk id="5" creationId="{E209C4B0-8F7E-50AA-7920-4F7D1AF23CB5}"/>
          </ac:picMkLst>
        </pc:picChg>
      </pc:sldChg>
      <pc:sldChg chg="addSp delSp modSp add mod">
        <pc:chgData name="Ashok Gopalakrishnan" userId="d8b748a0ad7c7b3a" providerId="LiveId" clId="{59FD0868-84F1-432F-883D-B36E85A19EB2}" dt="2026-06-25T05:23:25.817" v="562" actId="1076"/>
        <pc:sldMkLst>
          <pc:docMk/>
          <pc:sldMk cId="611228307" sldId="270"/>
        </pc:sldMkLst>
        <pc:spChg chg="del">
          <ac:chgData name="Ashok Gopalakrishnan" userId="d8b748a0ad7c7b3a" providerId="LiveId" clId="{59FD0868-84F1-432F-883D-B36E85A19EB2}" dt="2026-06-25T05:11:05.421" v="505" actId="478"/>
          <ac:spMkLst>
            <pc:docMk/>
            <pc:sldMk cId="611228307" sldId="270"/>
            <ac:spMk id="4" creationId="{AE28C6A3-885D-88D9-67A1-57BC47AEC06E}"/>
          </ac:spMkLst>
        </pc:spChg>
        <pc:spChg chg="add mod">
          <ac:chgData name="Ashok Gopalakrishnan" userId="d8b748a0ad7c7b3a" providerId="LiveId" clId="{59FD0868-84F1-432F-883D-B36E85A19EB2}" dt="2026-06-25T05:23:24.008" v="561" actId="1076"/>
          <ac:spMkLst>
            <pc:docMk/>
            <pc:sldMk cId="611228307" sldId="270"/>
            <ac:spMk id="5" creationId="{4CB44E86-43E1-B78D-2D9B-C668D8EA3BB0}"/>
          </ac:spMkLst>
        </pc:spChg>
        <pc:spChg chg="add mod">
          <ac:chgData name="Ashok Gopalakrishnan" userId="d8b748a0ad7c7b3a" providerId="LiveId" clId="{59FD0868-84F1-432F-883D-B36E85A19EB2}" dt="2026-06-25T05:23:25.817" v="562" actId="1076"/>
          <ac:spMkLst>
            <pc:docMk/>
            <pc:sldMk cId="611228307" sldId="270"/>
            <ac:spMk id="7" creationId="{AD65BC44-BDA6-D2BE-D820-6AB311878386}"/>
          </ac:spMkLst>
        </pc:spChg>
        <pc:spChg chg="add mod">
          <ac:chgData name="Ashok Gopalakrishnan" userId="d8b748a0ad7c7b3a" providerId="LiveId" clId="{59FD0868-84F1-432F-883D-B36E85A19EB2}" dt="2026-06-25T05:22:50.102" v="556" actId="1076"/>
          <ac:spMkLst>
            <pc:docMk/>
            <pc:sldMk cId="611228307" sldId="270"/>
            <ac:spMk id="9" creationId="{DA0E6F9B-5A62-666F-893E-74B60465A912}"/>
          </ac:spMkLst>
        </pc:spChg>
        <pc:spChg chg="add mod">
          <ac:chgData name="Ashok Gopalakrishnan" userId="d8b748a0ad7c7b3a" providerId="LiveId" clId="{59FD0868-84F1-432F-883D-B36E85A19EB2}" dt="2026-06-25T05:22:54.525" v="557" actId="1076"/>
          <ac:spMkLst>
            <pc:docMk/>
            <pc:sldMk cId="611228307" sldId="270"/>
            <ac:spMk id="11" creationId="{8BB09886-B5A3-9A69-6B29-8A4F171F6444}"/>
          </ac:spMkLst>
        </pc:spChg>
      </pc:sldChg>
      <pc:sldChg chg="addSp delSp modSp add mod">
        <pc:chgData name="Ashok Gopalakrishnan" userId="d8b748a0ad7c7b3a" providerId="LiveId" clId="{59FD0868-84F1-432F-883D-B36E85A19EB2}" dt="2026-06-25T05:31:46.807" v="614" actId="207"/>
        <pc:sldMkLst>
          <pc:docMk/>
          <pc:sldMk cId="1221845138" sldId="271"/>
        </pc:sldMkLst>
        <pc:spChg chg="add mod">
          <ac:chgData name="Ashok Gopalakrishnan" userId="d8b748a0ad7c7b3a" providerId="LiveId" clId="{59FD0868-84F1-432F-883D-B36E85A19EB2}" dt="2026-06-25T05:28:58.215" v="587" actId="1076"/>
          <ac:spMkLst>
            <pc:docMk/>
            <pc:sldMk cId="1221845138" sldId="271"/>
            <ac:spMk id="4" creationId="{3015147E-28D1-E667-73F0-EEA7CC886204}"/>
          </ac:spMkLst>
        </pc:spChg>
        <pc:spChg chg="del">
          <ac:chgData name="Ashok Gopalakrishnan" userId="d8b748a0ad7c7b3a" providerId="LiveId" clId="{59FD0868-84F1-432F-883D-B36E85A19EB2}" dt="2026-06-25T05:23:53.193" v="565" actId="478"/>
          <ac:spMkLst>
            <pc:docMk/>
            <pc:sldMk cId="1221845138" sldId="271"/>
            <ac:spMk id="5" creationId="{8CA29499-8F49-E4ED-94AE-9574E1ED0D22}"/>
          </ac:spMkLst>
        </pc:spChg>
        <pc:spChg chg="del">
          <ac:chgData name="Ashok Gopalakrishnan" userId="d8b748a0ad7c7b3a" providerId="LiveId" clId="{59FD0868-84F1-432F-883D-B36E85A19EB2}" dt="2026-06-25T05:23:50.701" v="564" actId="478"/>
          <ac:spMkLst>
            <pc:docMk/>
            <pc:sldMk cId="1221845138" sldId="271"/>
            <ac:spMk id="7" creationId="{F435010A-8EFE-0C33-4789-330F905EE1F9}"/>
          </ac:spMkLst>
        </pc:spChg>
        <pc:spChg chg="add mod">
          <ac:chgData name="Ashok Gopalakrishnan" userId="d8b748a0ad7c7b3a" providerId="LiveId" clId="{59FD0868-84F1-432F-883D-B36E85A19EB2}" dt="2026-06-25T05:30:27.367" v="599" actId="207"/>
          <ac:spMkLst>
            <pc:docMk/>
            <pc:sldMk cId="1221845138" sldId="271"/>
            <ac:spMk id="8" creationId="{4F2EF1C9-3C96-C1C9-84CA-8BAB0A073B10}"/>
          </ac:spMkLst>
        </pc:spChg>
        <pc:spChg chg="del">
          <ac:chgData name="Ashok Gopalakrishnan" userId="d8b748a0ad7c7b3a" providerId="LiveId" clId="{59FD0868-84F1-432F-883D-B36E85A19EB2}" dt="2026-06-25T05:23:55.281" v="566" actId="478"/>
          <ac:spMkLst>
            <pc:docMk/>
            <pc:sldMk cId="1221845138" sldId="271"/>
            <ac:spMk id="9" creationId="{F0DF673C-3D97-DFC6-D36C-493054E3C0D3}"/>
          </ac:spMkLst>
        </pc:spChg>
        <pc:spChg chg="del">
          <ac:chgData name="Ashok Gopalakrishnan" userId="d8b748a0ad7c7b3a" providerId="LiveId" clId="{59FD0868-84F1-432F-883D-B36E85A19EB2}" dt="2026-06-25T05:23:57.200" v="567" actId="478"/>
          <ac:spMkLst>
            <pc:docMk/>
            <pc:sldMk cId="1221845138" sldId="271"/>
            <ac:spMk id="11" creationId="{A4F9A56D-D5A3-71B6-5B41-F690B39E9E1C}"/>
          </ac:spMkLst>
        </pc:spChg>
        <pc:spChg chg="add mod">
          <ac:chgData name="Ashok Gopalakrishnan" userId="d8b748a0ad7c7b3a" providerId="LiveId" clId="{59FD0868-84F1-432F-883D-B36E85A19EB2}" dt="2026-06-25T05:31:46.807" v="614" actId="207"/>
          <ac:spMkLst>
            <pc:docMk/>
            <pc:sldMk cId="1221845138" sldId="271"/>
            <ac:spMk id="12" creationId="{AA75F332-0A55-9821-E462-7CD2C41B2261}"/>
          </ac:spMkLst>
        </pc:spChg>
      </pc:sldChg>
      <pc:sldChg chg="addSp delSp modSp add mod">
        <pc:chgData name="Ashok Gopalakrishnan" userId="d8b748a0ad7c7b3a" providerId="LiveId" clId="{59FD0868-84F1-432F-883D-B36E85A19EB2}" dt="2026-06-25T05:38:06.955" v="646" actId="207"/>
        <pc:sldMkLst>
          <pc:docMk/>
          <pc:sldMk cId="570459370" sldId="272"/>
        </pc:sldMkLst>
        <pc:spChg chg="add mod">
          <ac:chgData name="Ashok Gopalakrishnan" userId="d8b748a0ad7c7b3a" providerId="LiveId" clId="{59FD0868-84F1-432F-883D-B36E85A19EB2}" dt="2026-06-25T05:36:45.217" v="634" actId="12"/>
          <ac:spMkLst>
            <pc:docMk/>
            <pc:sldMk cId="570459370" sldId="272"/>
            <ac:spMk id="5" creationId="{DEBF8CDF-042B-C124-5E84-0AA49B4D5359}"/>
          </ac:spMkLst>
        </pc:spChg>
        <pc:spChg chg="add mod">
          <ac:chgData name="Ashok Gopalakrishnan" userId="d8b748a0ad7c7b3a" providerId="LiveId" clId="{59FD0868-84F1-432F-883D-B36E85A19EB2}" dt="2026-06-25T05:38:06.955" v="646" actId="207"/>
          <ac:spMkLst>
            <pc:docMk/>
            <pc:sldMk cId="570459370" sldId="272"/>
            <ac:spMk id="7" creationId="{D1211A9A-2534-2489-959A-97ECD4BBE7A3}"/>
          </ac:spMkLst>
        </pc:spChg>
        <pc:spChg chg="del">
          <ac:chgData name="Ashok Gopalakrishnan" userId="d8b748a0ad7c7b3a" providerId="LiveId" clId="{59FD0868-84F1-432F-883D-B36E85A19EB2}" dt="2026-06-25T05:35:22.056" v="617" actId="478"/>
          <ac:spMkLst>
            <pc:docMk/>
            <pc:sldMk cId="570459370" sldId="272"/>
            <ac:spMk id="8" creationId="{08BF33B7-6633-398E-C3B2-70AF153C62D1}"/>
          </ac:spMkLst>
        </pc:spChg>
        <pc:spChg chg="del">
          <ac:chgData name="Ashok Gopalakrishnan" userId="d8b748a0ad7c7b3a" providerId="LiveId" clId="{59FD0868-84F1-432F-883D-B36E85A19EB2}" dt="2026-06-25T05:35:19.069" v="616" actId="478"/>
          <ac:spMkLst>
            <pc:docMk/>
            <pc:sldMk cId="570459370" sldId="272"/>
            <ac:spMk id="12" creationId="{55EEFD62-4F82-7E72-FB74-5F1056F8166D}"/>
          </ac:spMkLst>
        </pc:spChg>
      </pc:sldChg>
      <pc:sldChg chg="addSp delSp modSp add mod">
        <pc:chgData name="Ashok Gopalakrishnan" userId="d8b748a0ad7c7b3a" providerId="LiveId" clId="{59FD0868-84F1-432F-883D-B36E85A19EB2}" dt="2026-06-25T05:40:54.078" v="665" actId="1076"/>
        <pc:sldMkLst>
          <pc:docMk/>
          <pc:sldMk cId="1979204944" sldId="273"/>
        </pc:sldMkLst>
        <pc:spChg chg="del">
          <ac:chgData name="Ashok Gopalakrishnan" userId="d8b748a0ad7c7b3a" providerId="LiveId" clId="{59FD0868-84F1-432F-883D-B36E85A19EB2}" dt="2026-06-25T05:38:26.257" v="649" actId="478"/>
          <ac:spMkLst>
            <pc:docMk/>
            <pc:sldMk cId="1979204944" sldId="273"/>
            <ac:spMk id="4" creationId="{ECDE64A1-36BF-9563-F7F9-12B475336B5F}"/>
          </ac:spMkLst>
        </pc:spChg>
        <pc:spChg chg="del">
          <ac:chgData name="Ashok Gopalakrishnan" userId="d8b748a0ad7c7b3a" providerId="LiveId" clId="{59FD0868-84F1-432F-883D-B36E85A19EB2}" dt="2026-06-25T05:38:23.472" v="648" actId="478"/>
          <ac:spMkLst>
            <pc:docMk/>
            <pc:sldMk cId="1979204944" sldId="273"/>
            <ac:spMk id="5" creationId="{8D7C4C22-839F-1EFE-5E73-23060195A9AF}"/>
          </ac:spMkLst>
        </pc:spChg>
        <pc:spChg chg="del">
          <ac:chgData name="Ashok Gopalakrishnan" userId="d8b748a0ad7c7b3a" providerId="LiveId" clId="{59FD0868-84F1-432F-883D-B36E85A19EB2}" dt="2026-06-25T05:38:29.675" v="650" actId="478"/>
          <ac:spMkLst>
            <pc:docMk/>
            <pc:sldMk cId="1979204944" sldId="273"/>
            <ac:spMk id="7" creationId="{632FBB69-1A5B-8892-4254-6DDE8F502C00}"/>
          </ac:spMkLst>
        </pc:spChg>
        <pc:spChg chg="add mod">
          <ac:chgData name="Ashok Gopalakrishnan" userId="d8b748a0ad7c7b3a" providerId="LiveId" clId="{59FD0868-84F1-432F-883D-B36E85A19EB2}" dt="2026-06-25T05:40:54.078" v="665" actId="1076"/>
          <ac:spMkLst>
            <pc:docMk/>
            <pc:sldMk cId="1979204944" sldId="273"/>
            <ac:spMk id="9" creationId="{F3F9BEC2-7BAC-67E6-7A68-4DD922C79290}"/>
          </ac:spMkLst>
        </pc:spChg>
        <pc:picChg chg="add mod">
          <ac:chgData name="Ashok Gopalakrishnan" userId="d8b748a0ad7c7b3a" providerId="LiveId" clId="{59FD0868-84F1-432F-883D-B36E85A19EB2}" dt="2026-06-25T05:39:26.926" v="653" actId="1076"/>
          <ac:picMkLst>
            <pc:docMk/>
            <pc:sldMk cId="1979204944" sldId="273"/>
            <ac:picMk id="6" creationId="{841A5163-0059-81A6-599B-2A800EB47DE7}"/>
          </ac:picMkLst>
        </pc:picChg>
      </pc:sldChg>
      <pc:sldChg chg="addSp delSp modSp add mod">
        <pc:chgData name="Ashok Gopalakrishnan" userId="d8b748a0ad7c7b3a" providerId="LiveId" clId="{59FD0868-84F1-432F-883D-B36E85A19EB2}" dt="2026-06-25T05:46:54.431" v="712" actId="207"/>
        <pc:sldMkLst>
          <pc:docMk/>
          <pc:sldMk cId="2833962095" sldId="274"/>
        </pc:sldMkLst>
        <pc:spChg chg="add mod">
          <ac:chgData name="Ashok Gopalakrishnan" userId="d8b748a0ad7c7b3a" providerId="LiveId" clId="{59FD0868-84F1-432F-883D-B36E85A19EB2}" dt="2026-06-25T05:42:52.468" v="679" actId="1076"/>
          <ac:spMkLst>
            <pc:docMk/>
            <pc:sldMk cId="2833962095" sldId="274"/>
            <ac:spMk id="4" creationId="{CBEF041F-C7D6-96B6-20E6-CE371F0D4915}"/>
          </ac:spMkLst>
        </pc:spChg>
        <pc:spChg chg="add mod">
          <ac:chgData name="Ashok Gopalakrishnan" userId="d8b748a0ad7c7b3a" providerId="LiveId" clId="{59FD0868-84F1-432F-883D-B36E85A19EB2}" dt="2026-06-25T05:45:43.746" v="701" actId="1076"/>
          <ac:spMkLst>
            <pc:docMk/>
            <pc:sldMk cId="2833962095" sldId="274"/>
            <ac:spMk id="7" creationId="{113E773B-E4D4-50D4-3239-35ED4FCD6DE5}"/>
          </ac:spMkLst>
        </pc:spChg>
        <pc:spChg chg="del">
          <ac:chgData name="Ashok Gopalakrishnan" userId="d8b748a0ad7c7b3a" providerId="LiveId" clId="{59FD0868-84F1-432F-883D-B36E85A19EB2}" dt="2026-06-25T05:41:10.791" v="668" actId="478"/>
          <ac:spMkLst>
            <pc:docMk/>
            <pc:sldMk cId="2833962095" sldId="274"/>
            <ac:spMk id="9" creationId="{6C39FFDE-4E78-9A66-FA68-CCE3A168A1EC}"/>
          </ac:spMkLst>
        </pc:spChg>
        <pc:spChg chg="add mod">
          <ac:chgData name="Ashok Gopalakrishnan" userId="d8b748a0ad7c7b3a" providerId="LiveId" clId="{59FD0868-84F1-432F-883D-B36E85A19EB2}" dt="2026-06-25T05:46:54.431" v="712" actId="207"/>
          <ac:spMkLst>
            <pc:docMk/>
            <pc:sldMk cId="2833962095" sldId="274"/>
            <ac:spMk id="11" creationId="{6813EE45-88D7-9A73-CEE7-4185FE0A3463}"/>
          </ac:spMkLst>
        </pc:spChg>
        <pc:graphicFrameChg chg="add mod modGraphic">
          <ac:chgData name="Ashok Gopalakrishnan" userId="d8b748a0ad7c7b3a" providerId="LiveId" clId="{59FD0868-84F1-432F-883D-B36E85A19EB2}" dt="2026-06-25T05:45:26.111" v="699" actId="207"/>
          <ac:graphicFrameMkLst>
            <pc:docMk/>
            <pc:sldMk cId="2833962095" sldId="274"/>
            <ac:graphicFrameMk id="8" creationId="{468AA16A-625D-663B-F4F4-DA144F50E0C9}"/>
          </ac:graphicFrameMkLst>
        </pc:graphicFrameChg>
        <pc:picChg chg="del">
          <ac:chgData name="Ashok Gopalakrishnan" userId="d8b748a0ad7c7b3a" providerId="LiveId" clId="{59FD0868-84F1-432F-883D-B36E85A19EB2}" dt="2026-06-25T05:41:08.043" v="667" actId="478"/>
          <ac:picMkLst>
            <pc:docMk/>
            <pc:sldMk cId="2833962095" sldId="274"/>
            <ac:picMk id="6" creationId="{C434A6DF-575D-EDBA-3346-14278392396A}"/>
          </ac:picMkLst>
        </pc:picChg>
      </pc:sldChg>
      <pc:sldChg chg="addSp delSp modSp add mod">
        <pc:chgData name="Ashok Gopalakrishnan" userId="d8b748a0ad7c7b3a" providerId="LiveId" clId="{59FD0868-84F1-432F-883D-B36E85A19EB2}" dt="2026-06-25T05:51:31.776" v="741" actId="207"/>
        <pc:sldMkLst>
          <pc:docMk/>
          <pc:sldMk cId="2477551159" sldId="275"/>
        </pc:sldMkLst>
        <pc:spChg chg="add mod">
          <ac:chgData name="Ashok Gopalakrishnan" userId="d8b748a0ad7c7b3a" providerId="LiveId" clId="{59FD0868-84F1-432F-883D-B36E85A19EB2}" dt="2026-06-25T05:49:33.127" v="731" actId="12"/>
          <ac:spMkLst>
            <pc:docMk/>
            <pc:sldMk cId="2477551159" sldId="275"/>
            <ac:spMk id="5" creationId="{F28DD60D-DAA4-EECC-81D1-D139BEDB231A}"/>
          </ac:spMkLst>
        </pc:spChg>
        <pc:spChg chg="del">
          <ac:chgData name="Ashok Gopalakrishnan" userId="d8b748a0ad7c7b3a" providerId="LiveId" clId="{59FD0868-84F1-432F-883D-B36E85A19EB2}" dt="2026-06-25T05:47:40.133" v="715" actId="478"/>
          <ac:spMkLst>
            <pc:docMk/>
            <pc:sldMk cId="2477551159" sldId="275"/>
            <ac:spMk id="7" creationId="{41D86769-4E5A-9F75-20E0-1F9C671141DC}"/>
          </ac:spMkLst>
        </pc:spChg>
        <pc:spChg chg="add mod">
          <ac:chgData name="Ashok Gopalakrishnan" userId="d8b748a0ad7c7b3a" providerId="LiveId" clId="{59FD0868-84F1-432F-883D-B36E85A19EB2}" dt="2026-06-25T05:51:31.776" v="741" actId="207"/>
          <ac:spMkLst>
            <pc:docMk/>
            <pc:sldMk cId="2477551159" sldId="275"/>
            <ac:spMk id="10" creationId="{935F70AE-57C5-C7D6-7BC9-66A44911C3B2}"/>
          </ac:spMkLst>
        </pc:spChg>
        <pc:spChg chg="del">
          <ac:chgData name="Ashok Gopalakrishnan" userId="d8b748a0ad7c7b3a" providerId="LiveId" clId="{59FD0868-84F1-432F-883D-B36E85A19EB2}" dt="2026-06-25T05:47:30.274" v="714" actId="478"/>
          <ac:spMkLst>
            <pc:docMk/>
            <pc:sldMk cId="2477551159" sldId="275"/>
            <ac:spMk id="11" creationId="{012A7A10-6B6D-B942-459D-F7F395889C1A}"/>
          </ac:spMkLst>
        </pc:spChg>
        <pc:graphicFrameChg chg="add mod modGraphic">
          <ac:chgData name="Ashok Gopalakrishnan" userId="d8b748a0ad7c7b3a" providerId="LiveId" clId="{59FD0868-84F1-432F-883D-B36E85A19EB2}" dt="2026-06-25T05:50:31.367" v="735" actId="207"/>
          <ac:graphicFrameMkLst>
            <pc:docMk/>
            <pc:sldMk cId="2477551159" sldId="275"/>
            <ac:graphicFrameMk id="6" creationId="{79693655-6710-6E67-95DC-375087221438}"/>
          </ac:graphicFrameMkLst>
        </pc:graphicFrameChg>
        <pc:graphicFrameChg chg="del">
          <ac:chgData name="Ashok Gopalakrishnan" userId="d8b748a0ad7c7b3a" providerId="LiveId" clId="{59FD0868-84F1-432F-883D-B36E85A19EB2}" dt="2026-06-25T05:47:46.052" v="716" actId="478"/>
          <ac:graphicFrameMkLst>
            <pc:docMk/>
            <pc:sldMk cId="2477551159" sldId="275"/>
            <ac:graphicFrameMk id="8" creationId="{3C9CFB11-3917-0813-08A2-4C8F4C710DFB}"/>
          </ac:graphicFrameMkLst>
        </pc:graphicFrameChg>
      </pc:sldChg>
      <pc:sldChg chg="addSp delSp modSp add mod">
        <pc:chgData name="Ashok Gopalakrishnan" userId="d8b748a0ad7c7b3a" providerId="LiveId" clId="{59FD0868-84F1-432F-883D-B36E85A19EB2}" dt="2026-06-25T05:54:17.392" v="776" actId="1076"/>
        <pc:sldMkLst>
          <pc:docMk/>
          <pc:sldMk cId="2763417132" sldId="276"/>
        </pc:sldMkLst>
        <pc:spChg chg="del">
          <ac:chgData name="Ashok Gopalakrishnan" userId="d8b748a0ad7c7b3a" providerId="LiveId" clId="{59FD0868-84F1-432F-883D-B36E85A19EB2}" dt="2026-06-25T05:51:49.300" v="744" actId="478"/>
          <ac:spMkLst>
            <pc:docMk/>
            <pc:sldMk cId="2763417132" sldId="276"/>
            <ac:spMk id="5" creationId="{815941C6-6978-15CF-019F-AD5536AFDFA9}"/>
          </ac:spMkLst>
        </pc:spChg>
        <pc:spChg chg="add mod">
          <ac:chgData name="Ashok Gopalakrishnan" userId="d8b748a0ad7c7b3a" providerId="LiveId" clId="{59FD0868-84F1-432F-883D-B36E85A19EB2}" dt="2026-06-25T05:54:17.392" v="776" actId="1076"/>
          <ac:spMkLst>
            <pc:docMk/>
            <pc:sldMk cId="2763417132" sldId="276"/>
            <ac:spMk id="7" creationId="{24D8D458-6555-32EB-DED8-3869A71AFFDE}"/>
          </ac:spMkLst>
        </pc:spChg>
        <pc:spChg chg="del">
          <ac:chgData name="Ashok Gopalakrishnan" userId="d8b748a0ad7c7b3a" providerId="LiveId" clId="{59FD0868-84F1-432F-883D-B36E85A19EB2}" dt="2026-06-25T05:51:51.690" v="745" actId="478"/>
          <ac:spMkLst>
            <pc:docMk/>
            <pc:sldMk cId="2763417132" sldId="276"/>
            <ac:spMk id="10" creationId="{255BEFCF-8163-F502-9B11-E7B390AFE12C}"/>
          </ac:spMkLst>
        </pc:spChg>
        <pc:graphicFrameChg chg="del">
          <ac:chgData name="Ashok Gopalakrishnan" userId="d8b748a0ad7c7b3a" providerId="LiveId" clId="{59FD0868-84F1-432F-883D-B36E85A19EB2}" dt="2026-06-25T05:51:46.611" v="743" actId="478"/>
          <ac:graphicFrameMkLst>
            <pc:docMk/>
            <pc:sldMk cId="2763417132" sldId="276"/>
            <ac:graphicFrameMk id="6" creationId="{F1218B9A-172A-9599-0DBD-DA230BDE2AF5}"/>
          </ac:graphicFrameMkLst>
        </pc:graphicFrameChg>
      </pc:sldChg>
      <pc:sldChg chg="addSp delSp modSp add mod">
        <pc:chgData name="Ashok Gopalakrishnan" userId="d8b748a0ad7c7b3a" providerId="LiveId" clId="{59FD0868-84F1-432F-883D-B36E85A19EB2}" dt="2026-06-25T06:02:04.136" v="798" actId="207"/>
        <pc:sldMkLst>
          <pc:docMk/>
          <pc:sldMk cId="61229855" sldId="277"/>
        </pc:sldMkLst>
        <pc:spChg chg="del">
          <ac:chgData name="Ashok Gopalakrishnan" userId="d8b748a0ad7c7b3a" providerId="LiveId" clId="{59FD0868-84F1-432F-883D-B36E85A19EB2}" dt="2026-06-25T05:54:56.150" v="779" actId="478"/>
          <ac:spMkLst>
            <pc:docMk/>
            <pc:sldMk cId="61229855" sldId="277"/>
            <ac:spMk id="4" creationId="{DD04D899-514C-16C7-306C-AF10B785572E}"/>
          </ac:spMkLst>
        </pc:spChg>
        <pc:spChg chg="add mod">
          <ac:chgData name="Ashok Gopalakrishnan" userId="d8b748a0ad7c7b3a" providerId="LiveId" clId="{59FD0868-84F1-432F-883D-B36E85A19EB2}" dt="2026-06-25T06:00:59.077" v="788" actId="207"/>
          <ac:spMkLst>
            <pc:docMk/>
            <pc:sldMk cId="61229855" sldId="277"/>
            <ac:spMk id="5" creationId="{2EBA1E25-384B-907D-25E6-AF94B96A279E}"/>
          </ac:spMkLst>
        </pc:spChg>
        <pc:spChg chg="del">
          <ac:chgData name="Ashok Gopalakrishnan" userId="d8b748a0ad7c7b3a" providerId="LiveId" clId="{59FD0868-84F1-432F-883D-B36E85A19EB2}" dt="2026-06-25T05:54:53.955" v="778" actId="478"/>
          <ac:spMkLst>
            <pc:docMk/>
            <pc:sldMk cId="61229855" sldId="277"/>
            <ac:spMk id="7" creationId="{2951DD8A-C0E0-559E-45F7-61ECD0EDC57C}"/>
          </ac:spMkLst>
        </pc:spChg>
        <pc:spChg chg="add mod">
          <ac:chgData name="Ashok Gopalakrishnan" userId="d8b748a0ad7c7b3a" providerId="LiveId" clId="{59FD0868-84F1-432F-883D-B36E85A19EB2}" dt="2026-06-25T06:02:04.136" v="798" actId="207"/>
          <ac:spMkLst>
            <pc:docMk/>
            <pc:sldMk cId="61229855" sldId="277"/>
            <ac:spMk id="8" creationId="{F83B4D2B-96E2-7FFA-53DC-FBDD6F156A8E}"/>
          </ac:spMkLst>
        </pc:spChg>
      </pc:sldChg>
      <pc:sldChg chg="addSp delSp modSp add mod">
        <pc:chgData name="Ashok Gopalakrishnan" userId="d8b748a0ad7c7b3a" providerId="LiveId" clId="{59FD0868-84F1-432F-883D-B36E85A19EB2}" dt="2026-06-25T06:04:48.979" v="811" actId="14100"/>
        <pc:sldMkLst>
          <pc:docMk/>
          <pc:sldMk cId="3896172678" sldId="278"/>
        </pc:sldMkLst>
        <pc:spChg chg="del">
          <ac:chgData name="Ashok Gopalakrishnan" userId="d8b748a0ad7c7b3a" providerId="LiveId" clId="{59FD0868-84F1-432F-883D-B36E85A19EB2}" dt="2026-06-25T06:04:25.809" v="804" actId="478"/>
          <ac:spMkLst>
            <pc:docMk/>
            <pc:sldMk cId="3896172678" sldId="278"/>
            <ac:spMk id="2" creationId="{5408DC1D-3F03-DEE7-DEFF-70CE63250402}"/>
          </ac:spMkLst>
        </pc:spChg>
        <pc:spChg chg="del">
          <ac:chgData name="Ashok Gopalakrishnan" userId="d8b748a0ad7c7b3a" providerId="LiveId" clId="{59FD0868-84F1-432F-883D-B36E85A19EB2}" dt="2026-06-25T06:02:32.571" v="801" actId="478"/>
          <ac:spMkLst>
            <pc:docMk/>
            <pc:sldMk cId="3896172678" sldId="278"/>
            <ac:spMk id="5" creationId="{BB92A82E-E5FF-4606-7C42-609A2CC86943}"/>
          </ac:spMkLst>
        </pc:spChg>
        <pc:spChg chg="add del mod">
          <ac:chgData name="Ashok Gopalakrishnan" userId="d8b748a0ad7c7b3a" providerId="LiveId" clId="{59FD0868-84F1-432F-883D-B36E85A19EB2}" dt="2026-06-25T06:04:28.191" v="805" actId="478"/>
          <ac:spMkLst>
            <pc:docMk/>
            <pc:sldMk cId="3896172678" sldId="278"/>
            <ac:spMk id="7" creationId="{3508F3D0-554A-B422-78CB-9E3C7BC2C26B}"/>
          </ac:spMkLst>
        </pc:spChg>
        <pc:spChg chg="del">
          <ac:chgData name="Ashok Gopalakrishnan" userId="d8b748a0ad7c7b3a" providerId="LiveId" clId="{59FD0868-84F1-432F-883D-B36E85A19EB2}" dt="2026-06-25T06:02:30.571" v="800" actId="478"/>
          <ac:spMkLst>
            <pc:docMk/>
            <pc:sldMk cId="3896172678" sldId="278"/>
            <ac:spMk id="8" creationId="{C3BB80F2-BAD5-ED6F-AF0D-984D392780A2}"/>
          </ac:spMkLst>
        </pc:spChg>
        <pc:picChg chg="add mod">
          <ac:chgData name="Ashok Gopalakrishnan" userId="d8b748a0ad7c7b3a" providerId="LiveId" clId="{59FD0868-84F1-432F-883D-B36E85A19EB2}" dt="2026-06-25T06:04:48.979" v="811" actId="14100"/>
          <ac:picMkLst>
            <pc:docMk/>
            <pc:sldMk cId="3896172678" sldId="278"/>
            <ac:picMk id="4" creationId="{2E8088AA-F5CF-86B0-F121-F4AC42ABC29C}"/>
          </ac:picMkLst>
        </pc:picChg>
      </pc:sldChg>
      <pc:sldChg chg="addSp delSp modSp add mod">
        <pc:chgData name="Ashok Gopalakrishnan" userId="d8b748a0ad7c7b3a" providerId="LiveId" clId="{59FD0868-84F1-432F-883D-B36E85A19EB2}" dt="2026-06-25T06:19:22.843" v="885" actId="1076"/>
        <pc:sldMkLst>
          <pc:docMk/>
          <pc:sldMk cId="1729236307" sldId="279"/>
        </pc:sldMkLst>
        <pc:spChg chg="del">
          <ac:chgData name="Ashok Gopalakrishnan" userId="d8b748a0ad7c7b3a" providerId="LiveId" clId="{59FD0868-84F1-432F-883D-B36E85A19EB2}" dt="2026-06-25T06:09:23.530" v="814" actId="478"/>
          <ac:spMkLst>
            <pc:docMk/>
            <pc:sldMk cId="1729236307" sldId="279"/>
            <ac:spMk id="4" creationId="{E61CB0F5-3615-D9C5-CF31-CFAE680BD582}"/>
          </ac:spMkLst>
        </pc:spChg>
        <pc:spChg chg="add mod">
          <ac:chgData name="Ashok Gopalakrishnan" userId="d8b748a0ad7c7b3a" providerId="LiveId" clId="{59FD0868-84F1-432F-883D-B36E85A19EB2}" dt="2026-06-25T06:19:17.347" v="884" actId="1076"/>
          <ac:spMkLst>
            <pc:docMk/>
            <pc:sldMk cId="1729236307" sldId="279"/>
            <ac:spMk id="5" creationId="{EC7589BE-D893-BFFD-3364-71A9AEDF9710}"/>
          </ac:spMkLst>
        </pc:spChg>
        <pc:spChg chg="del">
          <ac:chgData name="Ashok Gopalakrishnan" userId="d8b748a0ad7c7b3a" providerId="LiveId" clId="{59FD0868-84F1-432F-883D-B36E85A19EB2}" dt="2026-06-25T06:09:21.198" v="813" actId="478"/>
          <ac:spMkLst>
            <pc:docMk/>
            <pc:sldMk cId="1729236307" sldId="279"/>
            <ac:spMk id="7" creationId="{804AC102-285F-0C2A-16E2-F673A275C3E9}"/>
          </ac:spMkLst>
        </pc:spChg>
        <pc:spChg chg="add mod">
          <ac:chgData name="Ashok Gopalakrishnan" userId="d8b748a0ad7c7b3a" providerId="LiveId" clId="{59FD0868-84F1-432F-883D-B36E85A19EB2}" dt="2026-06-25T06:19:22.843" v="885" actId="1076"/>
          <ac:spMkLst>
            <pc:docMk/>
            <pc:sldMk cId="1729236307" sldId="279"/>
            <ac:spMk id="8" creationId="{E159B702-C3D7-2427-5453-3941C39BBBC6}"/>
          </ac:spMkLst>
        </pc:spChg>
      </pc:sldChg>
      <pc:sldChg chg="addSp delSp modSp add mod">
        <pc:chgData name="Ashok Gopalakrishnan" userId="d8b748a0ad7c7b3a" providerId="LiveId" clId="{59FD0868-84F1-432F-883D-B36E85A19EB2}" dt="2026-06-25T06:13:11.084" v="848" actId="113"/>
        <pc:sldMkLst>
          <pc:docMk/>
          <pc:sldMk cId="2890658857" sldId="280"/>
        </pc:sldMkLst>
        <pc:spChg chg="add mod">
          <ac:chgData name="Ashok Gopalakrishnan" userId="d8b748a0ad7c7b3a" providerId="LiveId" clId="{59FD0868-84F1-432F-883D-B36E85A19EB2}" dt="2026-06-25T06:12:20.429" v="839" actId="1076"/>
          <ac:spMkLst>
            <pc:docMk/>
            <pc:sldMk cId="2890658857" sldId="280"/>
            <ac:spMk id="4" creationId="{93972E0A-B43D-C1D5-5319-50DBC3D6AF70}"/>
          </ac:spMkLst>
        </pc:spChg>
        <pc:spChg chg="add mod">
          <ac:chgData name="Ashok Gopalakrishnan" userId="d8b748a0ad7c7b3a" providerId="LiveId" clId="{59FD0868-84F1-432F-883D-B36E85A19EB2}" dt="2026-06-25T06:13:11.084" v="848" actId="113"/>
          <ac:spMkLst>
            <pc:docMk/>
            <pc:sldMk cId="2890658857" sldId="280"/>
            <ac:spMk id="7" creationId="{898F5367-885B-DF56-FC2A-CBDCEC97EFF1}"/>
          </ac:spMkLst>
        </pc:spChg>
        <pc:spChg chg="del">
          <ac:chgData name="Ashok Gopalakrishnan" userId="d8b748a0ad7c7b3a" providerId="LiveId" clId="{59FD0868-84F1-432F-883D-B36E85A19EB2}" dt="2026-06-25T06:11:10.832" v="831" actId="478"/>
          <ac:spMkLst>
            <pc:docMk/>
            <pc:sldMk cId="2890658857" sldId="280"/>
            <ac:spMk id="8" creationId="{BFF8A06A-5274-B0E5-EF4D-916ABC6FCDAC}"/>
          </ac:spMkLst>
        </pc:spChg>
      </pc:sldChg>
      <pc:sldChg chg="addSp delSp modSp add mod">
        <pc:chgData name="Ashok Gopalakrishnan" userId="d8b748a0ad7c7b3a" providerId="LiveId" clId="{59FD0868-84F1-432F-883D-B36E85A19EB2}" dt="2026-06-25T06:18:02.014" v="871" actId="113"/>
        <pc:sldMkLst>
          <pc:docMk/>
          <pc:sldMk cId="37288432" sldId="281"/>
        </pc:sldMkLst>
        <pc:spChg chg="del">
          <ac:chgData name="Ashok Gopalakrishnan" userId="d8b748a0ad7c7b3a" providerId="LiveId" clId="{59FD0868-84F1-432F-883D-B36E85A19EB2}" dt="2026-06-25T06:13:28.816" v="851" actId="478"/>
          <ac:spMkLst>
            <pc:docMk/>
            <pc:sldMk cId="37288432" sldId="281"/>
            <ac:spMk id="4" creationId="{8F90E364-5DC2-CE66-7983-BFB12AEC16D7}"/>
          </ac:spMkLst>
        </pc:spChg>
        <pc:spChg chg="add mod">
          <ac:chgData name="Ashok Gopalakrishnan" userId="d8b748a0ad7c7b3a" providerId="LiveId" clId="{59FD0868-84F1-432F-883D-B36E85A19EB2}" dt="2026-06-25T06:14:59.324" v="860" actId="1076"/>
          <ac:spMkLst>
            <pc:docMk/>
            <pc:sldMk cId="37288432" sldId="281"/>
            <ac:spMk id="6" creationId="{D365535B-2484-BD62-A5FF-7E784B3DAB40}"/>
          </ac:spMkLst>
        </pc:spChg>
        <pc:spChg chg="del">
          <ac:chgData name="Ashok Gopalakrishnan" userId="d8b748a0ad7c7b3a" providerId="LiveId" clId="{59FD0868-84F1-432F-883D-B36E85A19EB2}" dt="2026-06-25T06:13:27.049" v="850" actId="478"/>
          <ac:spMkLst>
            <pc:docMk/>
            <pc:sldMk cId="37288432" sldId="281"/>
            <ac:spMk id="7" creationId="{12D3D1B2-91BC-CB58-E671-2024FE77EFB7}"/>
          </ac:spMkLst>
        </pc:spChg>
        <pc:spChg chg="add mod">
          <ac:chgData name="Ashok Gopalakrishnan" userId="d8b748a0ad7c7b3a" providerId="LiveId" clId="{59FD0868-84F1-432F-883D-B36E85A19EB2}" dt="2026-06-25T06:18:02.014" v="871" actId="113"/>
          <ac:spMkLst>
            <pc:docMk/>
            <pc:sldMk cId="37288432" sldId="281"/>
            <ac:spMk id="9" creationId="{51FBC4FE-C218-86D0-A036-312F1E9384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E78EE-2AB2-4315-84C5-130B9D74B4C9}"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926064-9106-4757-BFDF-CE0685F9D18B}" type="slidenum">
              <a:rPr lang="en-US" smtClean="0"/>
              <a:t>‹#›</a:t>
            </a:fld>
            <a:endParaRPr lang="en-US"/>
          </a:p>
        </p:txBody>
      </p:sp>
    </p:spTree>
    <p:extLst>
      <p:ext uri="{BB962C8B-B14F-4D97-AF65-F5344CB8AC3E}">
        <p14:creationId xmlns:p14="http://schemas.microsoft.com/office/powerpoint/2010/main" val="3948170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926064-9106-4757-BFDF-CE0685F9D18B}" type="slidenum">
              <a:rPr lang="en-US" smtClean="0"/>
              <a:t>15</a:t>
            </a:fld>
            <a:endParaRPr lang="en-US"/>
          </a:p>
        </p:txBody>
      </p:sp>
    </p:spTree>
    <p:extLst>
      <p:ext uri="{BB962C8B-B14F-4D97-AF65-F5344CB8AC3E}">
        <p14:creationId xmlns:p14="http://schemas.microsoft.com/office/powerpoint/2010/main" val="51458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03786-A81A-A140-F2EC-86683076C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7B774-B0BA-05B8-5AE4-7C638ADF73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DD123-7948-7719-B4CC-4630A77F2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99B02E-943E-B165-8F7A-EAA9693DF6D8}"/>
              </a:ext>
            </a:extLst>
          </p:cNvPr>
          <p:cNvSpPr>
            <a:spLocks noGrp="1"/>
          </p:cNvSpPr>
          <p:nvPr>
            <p:ph type="sldNum" sz="quarter" idx="5"/>
          </p:nvPr>
        </p:nvSpPr>
        <p:spPr/>
        <p:txBody>
          <a:bodyPr/>
          <a:lstStyle/>
          <a:p>
            <a:fld id="{03926064-9106-4757-BFDF-CE0685F9D18B}" type="slidenum">
              <a:rPr lang="en-US" smtClean="0"/>
              <a:t>16</a:t>
            </a:fld>
            <a:endParaRPr lang="en-US"/>
          </a:p>
        </p:txBody>
      </p:sp>
    </p:spTree>
    <p:extLst>
      <p:ext uri="{BB962C8B-B14F-4D97-AF65-F5344CB8AC3E}">
        <p14:creationId xmlns:p14="http://schemas.microsoft.com/office/powerpoint/2010/main" val="120456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99CFE-509C-9165-56FE-4E59E5B9E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FAD90-5C69-D029-745D-AECF55E1F8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6F5585-2815-62E7-EC1D-FC5B8B2883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91E3E7-2BE5-539C-6727-26C1333D11F3}"/>
              </a:ext>
            </a:extLst>
          </p:cNvPr>
          <p:cNvSpPr>
            <a:spLocks noGrp="1"/>
          </p:cNvSpPr>
          <p:nvPr>
            <p:ph type="sldNum" sz="quarter" idx="5"/>
          </p:nvPr>
        </p:nvSpPr>
        <p:spPr/>
        <p:txBody>
          <a:bodyPr/>
          <a:lstStyle/>
          <a:p>
            <a:fld id="{03926064-9106-4757-BFDF-CE0685F9D18B}" type="slidenum">
              <a:rPr lang="en-US" smtClean="0"/>
              <a:t>17</a:t>
            </a:fld>
            <a:endParaRPr lang="en-US"/>
          </a:p>
        </p:txBody>
      </p:sp>
    </p:spTree>
    <p:extLst>
      <p:ext uri="{BB962C8B-B14F-4D97-AF65-F5344CB8AC3E}">
        <p14:creationId xmlns:p14="http://schemas.microsoft.com/office/powerpoint/2010/main" val="4031420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50A24-4610-0D86-D769-52EEDAA6C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7AF88-3138-1B47-811A-88ACC3B0CD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608C34-74E5-AA00-1B57-9E6861C432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599E13-0B52-C54B-1EC8-37B5E5BF49A3}"/>
              </a:ext>
            </a:extLst>
          </p:cNvPr>
          <p:cNvSpPr>
            <a:spLocks noGrp="1"/>
          </p:cNvSpPr>
          <p:nvPr>
            <p:ph type="sldNum" sz="quarter" idx="5"/>
          </p:nvPr>
        </p:nvSpPr>
        <p:spPr/>
        <p:txBody>
          <a:bodyPr/>
          <a:lstStyle/>
          <a:p>
            <a:fld id="{03926064-9106-4757-BFDF-CE0685F9D18B}" type="slidenum">
              <a:rPr lang="en-US" smtClean="0"/>
              <a:t>18</a:t>
            </a:fld>
            <a:endParaRPr lang="en-US"/>
          </a:p>
        </p:txBody>
      </p:sp>
    </p:spTree>
    <p:extLst>
      <p:ext uri="{BB962C8B-B14F-4D97-AF65-F5344CB8AC3E}">
        <p14:creationId xmlns:p14="http://schemas.microsoft.com/office/powerpoint/2010/main" val="2878416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0A156-12A4-3644-AD21-353B4CD94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89B55-6567-8C1F-C84B-544B97050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5E3E7-F0A3-56DE-9651-F29F005045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4B76AE-079E-8438-87B1-208577401FA1}"/>
              </a:ext>
            </a:extLst>
          </p:cNvPr>
          <p:cNvSpPr>
            <a:spLocks noGrp="1"/>
          </p:cNvSpPr>
          <p:nvPr>
            <p:ph type="sldNum" sz="quarter" idx="5"/>
          </p:nvPr>
        </p:nvSpPr>
        <p:spPr/>
        <p:txBody>
          <a:bodyPr/>
          <a:lstStyle/>
          <a:p>
            <a:fld id="{03926064-9106-4757-BFDF-CE0685F9D18B}" type="slidenum">
              <a:rPr lang="en-US" smtClean="0"/>
              <a:t>19</a:t>
            </a:fld>
            <a:endParaRPr lang="en-US"/>
          </a:p>
        </p:txBody>
      </p:sp>
    </p:spTree>
    <p:extLst>
      <p:ext uri="{BB962C8B-B14F-4D97-AF65-F5344CB8AC3E}">
        <p14:creationId xmlns:p14="http://schemas.microsoft.com/office/powerpoint/2010/main" val="2172619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C22F4-C4EE-18FF-BFBD-297D8E608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49D27-DBA8-7392-9779-D50AF18F9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FFB0F-F6A0-0398-98FE-F26642E1EE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CD0B80-F560-EAF4-BD6B-620DA194A04E}"/>
              </a:ext>
            </a:extLst>
          </p:cNvPr>
          <p:cNvSpPr>
            <a:spLocks noGrp="1"/>
          </p:cNvSpPr>
          <p:nvPr>
            <p:ph type="sldNum" sz="quarter" idx="5"/>
          </p:nvPr>
        </p:nvSpPr>
        <p:spPr/>
        <p:txBody>
          <a:bodyPr/>
          <a:lstStyle/>
          <a:p>
            <a:fld id="{03926064-9106-4757-BFDF-CE0685F9D18B}" type="slidenum">
              <a:rPr lang="en-US" smtClean="0"/>
              <a:t>20</a:t>
            </a:fld>
            <a:endParaRPr lang="en-US"/>
          </a:p>
        </p:txBody>
      </p:sp>
    </p:spTree>
    <p:extLst>
      <p:ext uri="{BB962C8B-B14F-4D97-AF65-F5344CB8AC3E}">
        <p14:creationId xmlns:p14="http://schemas.microsoft.com/office/powerpoint/2010/main" val="1516976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23490-A301-2C25-E939-EBB603C94F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440B1-AD36-BDD8-BAC6-06FA43FA0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18530-75CC-6B3A-C14C-1236D338A2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1A6D59-7D80-BA3D-2A9D-4FF242ED99EC}"/>
              </a:ext>
            </a:extLst>
          </p:cNvPr>
          <p:cNvSpPr>
            <a:spLocks noGrp="1"/>
          </p:cNvSpPr>
          <p:nvPr>
            <p:ph type="sldNum" sz="quarter" idx="5"/>
          </p:nvPr>
        </p:nvSpPr>
        <p:spPr/>
        <p:txBody>
          <a:bodyPr/>
          <a:lstStyle/>
          <a:p>
            <a:fld id="{03926064-9106-4757-BFDF-CE0685F9D18B}" type="slidenum">
              <a:rPr lang="en-US" smtClean="0"/>
              <a:t>21</a:t>
            </a:fld>
            <a:endParaRPr lang="en-US"/>
          </a:p>
        </p:txBody>
      </p:sp>
    </p:spTree>
    <p:extLst>
      <p:ext uri="{BB962C8B-B14F-4D97-AF65-F5344CB8AC3E}">
        <p14:creationId xmlns:p14="http://schemas.microsoft.com/office/powerpoint/2010/main" val="2034455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C637-60D0-D435-404C-020F41390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52C0D-B1AC-7FC9-FD37-6C12F9F7E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435BC-C96C-EC1D-9ED5-0034023DC5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36CA7-5302-4798-6017-10AB858B3389}"/>
              </a:ext>
            </a:extLst>
          </p:cNvPr>
          <p:cNvSpPr>
            <a:spLocks noGrp="1"/>
          </p:cNvSpPr>
          <p:nvPr>
            <p:ph type="sldNum" sz="quarter" idx="5"/>
          </p:nvPr>
        </p:nvSpPr>
        <p:spPr/>
        <p:txBody>
          <a:bodyPr/>
          <a:lstStyle/>
          <a:p>
            <a:fld id="{03926064-9106-4757-BFDF-CE0685F9D18B}" type="slidenum">
              <a:rPr lang="en-US" smtClean="0"/>
              <a:t>22</a:t>
            </a:fld>
            <a:endParaRPr lang="en-US"/>
          </a:p>
        </p:txBody>
      </p:sp>
    </p:spTree>
    <p:extLst>
      <p:ext uri="{BB962C8B-B14F-4D97-AF65-F5344CB8AC3E}">
        <p14:creationId xmlns:p14="http://schemas.microsoft.com/office/powerpoint/2010/main" val="257972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B3F15-3223-4827-8C40-B0B29B65C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CF36F-9814-C24D-4621-1A62CA393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DBE58-5A7E-5F1B-871C-206D448B54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259BD8-2FB9-1C22-17DF-31B1D2885487}"/>
              </a:ext>
            </a:extLst>
          </p:cNvPr>
          <p:cNvSpPr>
            <a:spLocks noGrp="1"/>
          </p:cNvSpPr>
          <p:nvPr>
            <p:ph type="sldNum" sz="quarter" idx="5"/>
          </p:nvPr>
        </p:nvSpPr>
        <p:spPr/>
        <p:txBody>
          <a:bodyPr/>
          <a:lstStyle/>
          <a:p>
            <a:fld id="{03926064-9106-4757-BFDF-CE0685F9D18B}" type="slidenum">
              <a:rPr lang="en-US" smtClean="0"/>
              <a:t>23</a:t>
            </a:fld>
            <a:endParaRPr lang="en-US"/>
          </a:p>
        </p:txBody>
      </p:sp>
    </p:spTree>
    <p:extLst>
      <p:ext uri="{BB962C8B-B14F-4D97-AF65-F5344CB8AC3E}">
        <p14:creationId xmlns:p14="http://schemas.microsoft.com/office/powerpoint/2010/main" val="4250961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3C1CF-606B-AEB9-26E8-23E00FF92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813FE-0855-1C68-B1BF-F69C32FB9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2836B-B52E-FC10-ADED-D963FA4858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102F2C-B1BC-A32A-90AA-765BF97351A8}"/>
              </a:ext>
            </a:extLst>
          </p:cNvPr>
          <p:cNvSpPr>
            <a:spLocks noGrp="1"/>
          </p:cNvSpPr>
          <p:nvPr>
            <p:ph type="sldNum" sz="quarter" idx="5"/>
          </p:nvPr>
        </p:nvSpPr>
        <p:spPr/>
        <p:txBody>
          <a:bodyPr/>
          <a:lstStyle/>
          <a:p>
            <a:fld id="{03926064-9106-4757-BFDF-CE0685F9D18B}" type="slidenum">
              <a:rPr lang="en-US" smtClean="0"/>
              <a:t>24</a:t>
            </a:fld>
            <a:endParaRPr lang="en-US"/>
          </a:p>
        </p:txBody>
      </p:sp>
    </p:spTree>
    <p:extLst>
      <p:ext uri="{BB962C8B-B14F-4D97-AF65-F5344CB8AC3E}">
        <p14:creationId xmlns:p14="http://schemas.microsoft.com/office/powerpoint/2010/main" val="1767198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50214-8367-C9B3-57BA-91CF4DB6F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147A0-AE6D-F75D-4C5F-D2C89CB8A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B5121-5781-D5F2-1C65-AF6B37D1AE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EE4CB-C62D-F1E6-4227-4114E4AEEFE1}"/>
              </a:ext>
            </a:extLst>
          </p:cNvPr>
          <p:cNvSpPr>
            <a:spLocks noGrp="1"/>
          </p:cNvSpPr>
          <p:nvPr>
            <p:ph type="sldNum" sz="quarter" idx="5"/>
          </p:nvPr>
        </p:nvSpPr>
        <p:spPr/>
        <p:txBody>
          <a:bodyPr/>
          <a:lstStyle/>
          <a:p>
            <a:fld id="{03926064-9106-4757-BFDF-CE0685F9D18B}" type="slidenum">
              <a:rPr lang="en-US" smtClean="0"/>
              <a:t>25</a:t>
            </a:fld>
            <a:endParaRPr lang="en-US"/>
          </a:p>
        </p:txBody>
      </p:sp>
    </p:spTree>
    <p:extLst>
      <p:ext uri="{BB962C8B-B14F-4D97-AF65-F5344CB8AC3E}">
        <p14:creationId xmlns:p14="http://schemas.microsoft.com/office/powerpoint/2010/main" val="3721401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C4D83-6890-84C6-8DB6-760CE2258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7B723-8E84-82B8-A38C-DD3E839D8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CC637-BCFE-F9DC-B36E-B1879203E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1754F-74F2-A724-2067-BEAC7ADA90CD}"/>
              </a:ext>
            </a:extLst>
          </p:cNvPr>
          <p:cNvSpPr>
            <a:spLocks noGrp="1"/>
          </p:cNvSpPr>
          <p:nvPr>
            <p:ph type="sldNum" sz="quarter" idx="5"/>
          </p:nvPr>
        </p:nvSpPr>
        <p:spPr/>
        <p:txBody>
          <a:bodyPr/>
          <a:lstStyle/>
          <a:p>
            <a:fld id="{03926064-9106-4757-BFDF-CE0685F9D18B}" type="slidenum">
              <a:rPr lang="en-US" smtClean="0"/>
              <a:t>26</a:t>
            </a:fld>
            <a:endParaRPr lang="en-US"/>
          </a:p>
        </p:txBody>
      </p:sp>
    </p:spTree>
    <p:extLst>
      <p:ext uri="{BB962C8B-B14F-4D97-AF65-F5344CB8AC3E}">
        <p14:creationId xmlns:p14="http://schemas.microsoft.com/office/powerpoint/2010/main" val="4061139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84F02-56AE-9667-12F5-E73E7A810F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53CDFA-D992-3AFF-9588-AE19C426EA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223BEF-E1A8-3CF4-38F8-4C7407917449}"/>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5" name="Footer Placeholder 4">
            <a:extLst>
              <a:ext uri="{FF2B5EF4-FFF2-40B4-BE49-F238E27FC236}">
                <a16:creationId xmlns:a16="http://schemas.microsoft.com/office/drawing/2014/main" id="{8960BB87-E8F4-27BE-591D-536C54C65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F2725-160B-63F1-5653-0B52B8E3C5C5}"/>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1029456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13EE8-BE83-4941-55A9-B1C154533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9030EB-FDCE-67B0-179B-8FCEAA997A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80EACD-7021-EA9A-E722-9302CA6D6A1B}"/>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5" name="Footer Placeholder 4">
            <a:extLst>
              <a:ext uri="{FF2B5EF4-FFF2-40B4-BE49-F238E27FC236}">
                <a16:creationId xmlns:a16="http://schemas.microsoft.com/office/drawing/2014/main" id="{B9EFA35F-BB23-F0D6-04FF-1E7B534BC0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CB6E0E-75AC-2BB2-257D-8C256438BEE2}"/>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2563970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60A53-3816-62D0-BF8D-C81DF0FCE3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36EF4B-0729-D65F-9B7A-2CCC306E43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1062B0-062B-4884-4DA1-F3D9DE88CCAC}"/>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5" name="Footer Placeholder 4">
            <a:extLst>
              <a:ext uri="{FF2B5EF4-FFF2-40B4-BE49-F238E27FC236}">
                <a16:creationId xmlns:a16="http://schemas.microsoft.com/office/drawing/2014/main" id="{5AD4BAAA-EC24-11CD-534F-56AAF996A1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3418C-65D5-1EA0-7B33-E1C0B000EAFA}"/>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368960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DEF1-A508-8E62-1AFE-462DF1C48C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7ECA5E-599D-66D7-C5BD-697547FFB6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EDD117-6A5F-8BD0-49B5-88C2EF3CCF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3C4CD7-B588-5597-5D15-2A98E25CF9E7}"/>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6" name="Footer Placeholder 5">
            <a:extLst>
              <a:ext uri="{FF2B5EF4-FFF2-40B4-BE49-F238E27FC236}">
                <a16:creationId xmlns:a16="http://schemas.microsoft.com/office/drawing/2014/main" id="{501CABC3-76B9-DE67-634D-4D3DC685EB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89B368-77C0-8DD0-5F8B-228F8570C0EE}"/>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389312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E6AE6-6F9A-3719-18CB-67842C981C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BA0DE5-9CCC-6F52-8CD2-309F510EC1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5B07CD-0464-A422-2E9B-AD96047162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B5BF17-0256-5E19-A001-E903AB561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6D16A4-AEC6-B56A-24FE-8AA2E9CBFE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DFC933-892D-0C83-9927-2E65C8D5D55E}"/>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8" name="Footer Placeholder 7">
            <a:extLst>
              <a:ext uri="{FF2B5EF4-FFF2-40B4-BE49-F238E27FC236}">
                <a16:creationId xmlns:a16="http://schemas.microsoft.com/office/drawing/2014/main" id="{444F12E0-043F-D71D-54D4-DE44C8A7FB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AE456-B2A1-2D9D-97D5-431FE32FA4AA}"/>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584128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E565-EB40-C6BE-3071-04CCC00679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4B1356-1DBA-4242-2315-191D672AFD69}"/>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4" name="Footer Placeholder 3">
            <a:extLst>
              <a:ext uri="{FF2B5EF4-FFF2-40B4-BE49-F238E27FC236}">
                <a16:creationId xmlns:a16="http://schemas.microsoft.com/office/drawing/2014/main" id="{B5C42BBE-66BA-D08A-233F-0C8557473E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4009D8-7084-287D-9B4E-6D087846F753}"/>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868337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BCB495-F47B-5BB8-C436-ED7112C96B05}"/>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3" name="Footer Placeholder 2">
            <a:extLst>
              <a:ext uri="{FF2B5EF4-FFF2-40B4-BE49-F238E27FC236}">
                <a16:creationId xmlns:a16="http://schemas.microsoft.com/office/drawing/2014/main" id="{962C2934-2362-2AD2-8427-3E93941597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19EE7C-9205-4F23-6C8E-A38EABC304D8}"/>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382100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D6707-DD3C-C4E7-A2E3-40468B7854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AD1537-B518-3153-7BCE-8664906E1A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69C331-EF1D-299F-6889-7044897DEF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6C31F8-C5D5-27D9-7DA8-98E9EB66EDF9}"/>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6" name="Footer Placeholder 5">
            <a:extLst>
              <a:ext uri="{FF2B5EF4-FFF2-40B4-BE49-F238E27FC236}">
                <a16:creationId xmlns:a16="http://schemas.microsoft.com/office/drawing/2014/main" id="{5C0980AE-C605-374A-0257-4AEB7E8895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18540C-28DC-6083-6D70-666D1DC8C504}"/>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581512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EB94-E094-0B8D-EAD6-7C0B112710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4650ED-2353-8D98-4E40-39704AE22A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B09924-E456-5247-3908-679C99D76D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91587A-3B4C-009A-3E62-950D1D877678}"/>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6" name="Footer Placeholder 5">
            <a:extLst>
              <a:ext uri="{FF2B5EF4-FFF2-40B4-BE49-F238E27FC236}">
                <a16:creationId xmlns:a16="http://schemas.microsoft.com/office/drawing/2014/main" id="{5F3C7D63-01CC-6A7B-5E83-B5A1BA53B8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406DCC-F198-335D-A8BD-BAE53D91A150}"/>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38117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F8885-DFC0-431F-56D2-DE3F80B5F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5EFB03-2D5C-9A8F-7CE5-86C090C47D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461F5A-BAD6-EA82-6A1B-63CA4E1A972F}"/>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5" name="Footer Placeholder 4">
            <a:extLst>
              <a:ext uri="{FF2B5EF4-FFF2-40B4-BE49-F238E27FC236}">
                <a16:creationId xmlns:a16="http://schemas.microsoft.com/office/drawing/2014/main" id="{C7989101-5C56-C6BE-E244-31B92B07C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3850D-E7FF-F59E-0749-E441F98A383B}"/>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3878783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5487CD-8997-E063-829D-C33393A90B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DC099B-1196-111F-B053-1007A96A00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15F05B-DD2A-3808-F3A2-B96C43F9233A}"/>
              </a:ext>
            </a:extLst>
          </p:cNvPr>
          <p:cNvSpPr>
            <a:spLocks noGrp="1"/>
          </p:cNvSpPr>
          <p:nvPr>
            <p:ph type="dt" sz="half" idx="10"/>
          </p:nvPr>
        </p:nvSpPr>
        <p:spPr/>
        <p:txBody>
          <a:bodyPr/>
          <a:lstStyle/>
          <a:p>
            <a:fld id="{1D65ADA1-CB12-42B1-8A1D-E8D7CC0A917B}" type="datetimeFigureOut">
              <a:rPr lang="en-US" smtClean="0"/>
              <a:t>6/25/2026</a:t>
            </a:fld>
            <a:endParaRPr lang="en-US"/>
          </a:p>
        </p:txBody>
      </p:sp>
      <p:sp>
        <p:nvSpPr>
          <p:cNvPr id="5" name="Footer Placeholder 4">
            <a:extLst>
              <a:ext uri="{FF2B5EF4-FFF2-40B4-BE49-F238E27FC236}">
                <a16:creationId xmlns:a16="http://schemas.microsoft.com/office/drawing/2014/main" id="{CF9A3A25-8F2E-3D2F-7BEB-4B87850F3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8F38E4-6241-C376-4EFC-0097E3BE71EC}"/>
              </a:ext>
            </a:extLst>
          </p:cNvPr>
          <p:cNvSpPr>
            <a:spLocks noGrp="1"/>
          </p:cNvSpPr>
          <p:nvPr>
            <p:ph type="sldNum" sz="quarter" idx="12"/>
          </p:nvPr>
        </p:nvSpPr>
        <p:spPr/>
        <p:txBody>
          <a:bodyPr/>
          <a:lstStyle/>
          <a:p>
            <a:fld id="{AA82DA71-8FFF-4B1D-B6CD-7EDAA01BD61E}" type="slidenum">
              <a:rPr lang="en-US" smtClean="0"/>
              <a:t>‹#›</a:t>
            </a:fld>
            <a:endParaRPr lang="en-US"/>
          </a:p>
        </p:txBody>
      </p:sp>
    </p:spTree>
    <p:extLst>
      <p:ext uri="{BB962C8B-B14F-4D97-AF65-F5344CB8AC3E}">
        <p14:creationId xmlns:p14="http://schemas.microsoft.com/office/powerpoint/2010/main" val="2775724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EF4131-BC70-4DB1-88EE-A5A56EA821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DE0AD6-9345-ADFD-944B-7FDA771E79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641C-10C3-CD39-8298-9E50EEC060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65ADA1-CB12-42B1-8A1D-E8D7CC0A917B}" type="datetimeFigureOut">
              <a:rPr lang="en-US" smtClean="0"/>
              <a:t>6/25/2026</a:t>
            </a:fld>
            <a:endParaRPr lang="en-US"/>
          </a:p>
        </p:txBody>
      </p:sp>
      <p:sp>
        <p:nvSpPr>
          <p:cNvPr id="5" name="Footer Placeholder 4">
            <a:extLst>
              <a:ext uri="{FF2B5EF4-FFF2-40B4-BE49-F238E27FC236}">
                <a16:creationId xmlns:a16="http://schemas.microsoft.com/office/drawing/2014/main" id="{676242EB-0A6E-EFE6-E8E5-0353BEEDA2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6F0977-FF83-B01A-436C-0E80FA7E1D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82DA71-8FFF-4B1D-B6CD-7EDAA01BD61E}" type="slidenum">
              <a:rPr lang="en-US" smtClean="0"/>
              <a:t>‹#›</a:t>
            </a:fld>
            <a:endParaRPr lang="en-US"/>
          </a:p>
        </p:txBody>
      </p:sp>
    </p:spTree>
    <p:extLst>
      <p:ext uri="{BB962C8B-B14F-4D97-AF65-F5344CB8AC3E}">
        <p14:creationId xmlns:p14="http://schemas.microsoft.com/office/powerpoint/2010/main" val="325702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E5959-D2E4-89A7-DCF6-38E9BDB1BFA6}"/>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3" name="Subtitle 2">
            <a:extLst>
              <a:ext uri="{FF2B5EF4-FFF2-40B4-BE49-F238E27FC236}">
                <a16:creationId xmlns:a16="http://schemas.microsoft.com/office/drawing/2014/main" id="{FF02B4E9-EBD7-03BE-3F61-C6E2604CEF52}"/>
              </a:ext>
            </a:extLst>
          </p:cNvPr>
          <p:cNvSpPr>
            <a:spLocks noGrp="1"/>
          </p:cNvSpPr>
          <p:nvPr>
            <p:ph type="subTitle" idx="1"/>
          </p:nvPr>
        </p:nvSpPr>
        <p:spPr>
          <a:xfrm>
            <a:off x="663677" y="5910161"/>
            <a:ext cx="10864645" cy="1655762"/>
          </a:xfrm>
        </p:spPr>
        <p:txBody>
          <a:bodyPr>
            <a:normAutofit/>
          </a:bodyPr>
          <a:lstStyle/>
          <a:p>
            <a:r>
              <a:rPr lang="en-US" sz="1800" dirty="0">
                <a:latin typeface="Arial Black" panose="020B0A04020102020204" pitchFamily="34" charset="0"/>
              </a:rPr>
              <a:t>Dr ASHOK GOPALAKRISHNAN</a:t>
            </a:r>
          </a:p>
          <a:p>
            <a:r>
              <a:rPr lang="en-US" sz="1800" dirty="0">
                <a:latin typeface="Arial Black" panose="020B0A04020102020204" pitchFamily="34" charset="0"/>
              </a:rPr>
              <a:t>PROFESSOR &amp; SCIENTIST EMERITUS NASA AND UNIVERSITY OF TEXAS @ AUSTIN</a:t>
            </a:r>
          </a:p>
        </p:txBody>
      </p:sp>
      <p:pic>
        <p:nvPicPr>
          <p:cNvPr id="5" name="Picture 4">
            <a:extLst>
              <a:ext uri="{FF2B5EF4-FFF2-40B4-BE49-F238E27FC236}">
                <a16:creationId xmlns:a16="http://schemas.microsoft.com/office/drawing/2014/main" id="{C116B402-F6C6-C746-91D4-8033C2E6E0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8026" y="1248544"/>
            <a:ext cx="9488129" cy="4411816"/>
          </a:xfrm>
          <a:prstGeom prst="rect">
            <a:avLst/>
          </a:prstGeom>
        </p:spPr>
      </p:pic>
    </p:spTree>
    <p:extLst>
      <p:ext uri="{BB962C8B-B14F-4D97-AF65-F5344CB8AC3E}">
        <p14:creationId xmlns:p14="http://schemas.microsoft.com/office/powerpoint/2010/main" val="2678176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9C09A-7F52-8922-4AC7-8F213D5ED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0C120-276B-4A5A-C319-3568B43AA60E}"/>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8" name="TextBox 7">
            <a:extLst>
              <a:ext uri="{FF2B5EF4-FFF2-40B4-BE49-F238E27FC236}">
                <a16:creationId xmlns:a16="http://schemas.microsoft.com/office/drawing/2014/main" id="{8B881295-4B46-10BE-E002-D9F5904C289F}"/>
              </a:ext>
            </a:extLst>
          </p:cNvPr>
          <p:cNvSpPr txBox="1"/>
          <p:nvPr/>
        </p:nvSpPr>
        <p:spPr>
          <a:xfrm>
            <a:off x="840658" y="1368384"/>
            <a:ext cx="10510684" cy="1200329"/>
          </a:xfrm>
          <a:prstGeom prst="rect">
            <a:avLst/>
          </a:prstGeom>
          <a:noFill/>
        </p:spPr>
        <p:txBody>
          <a:bodyPr wrap="square">
            <a:spAutoFit/>
          </a:bodyPr>
          <a:lstStyle/>
          <a:p>
            <a:pPr algn="just"/>
            <a:r>
              <a:rPr lang="en-US" b="0" i="0" dirty="0">
                <a:effectLst/>
                <a:latin typeface="Arial Black" panose="020B0A04020102020204" pitchFamily="34" charset="0"/>
              </a:rPr>
              <a:t>A </a:t>
            </a:r>
            <a:r>
              <a:rPr lang="en-US" b="1" i="0" dirty="0">
                <a:effectLst/>
                <a:latin typeface="Arial Black" panose="020B0A04020102020204" pitchFamily="34" charset="0"/>
              </a:rPr>
              <a:t>decision tree</a:t>
            </a:r>
            <a:r>
              <a:rPr lang="en-US" b="0" i="0" dirty="0">
                <a:effectLst/>
                <a:latin typeface="Arial Black" panose="020B0A04020102020204" pitchFamily="34" charset="0"/>
              </a:rPr>
              <a:t> is a supervised learning algorithm used for classification and regression tasks. It works by recursively splitting a dataset into subsets based on feature values, creating a tree-like structure where each internal node represents a decision rule, and each leaf node represents an outcome.</a:t>
            </a:r>
            <a:endParaRPr lang="en-US" dirty="0">
              <a:latin typeface="Arial Black" panose="020B0A04020102020204" pitchFamily="34" charset="0"/>
            </a:endParaRPr>
          </a:p>
        </p:txBody>
      </p:sp>
      <p:sp>
        <p:nvSpPr>
          <p:cNvPr id="10" name="TextBox 9">
            <a:extLst>
              <a:ext uri="{FF2B5EF4-FFF2-40B4-BE49-F238E27FC236}">
                <a16:creationId xmlns:a16="http://schemas.microsoft.com/office/drawing/2014/main" id="{144261F1-4C8A-B764-764E-9FACC887515E}"/>
              </a:ext>
            </a:extLst>
          </p:cNvPr>
          <p:cNvSpPr txBox="1"/>
          <p:nvPr/>
        </p:nvSpPr>
        <p:spPr>
          <a:xfrm>
            <a:off x="840656" y="2688553"/>
            <a:ext cx="10417277" cy="2548005"/>
          </a:xfrm>
          <a:prstGeom prst="rect">
            <a:avLst/>
          </a:prstGeom>
          <a:noFill/>
        </p:spPr>
        <p:txBody>
          <a:bodyPr wrap="square">
            <a:spAutoFit/>
          </a:bodyPr>
          <a:lstStyle/>
          <a:p>
            <a:pPr algn="ctr">
              <a:lnSpc>
                <a:spcPts val="1650"/>
              </a:lnSpc>
              <a:spcBef>
                <a:spcPts val="900"/>
              </a:spcBef>
              <a:spcAft>
                <a:spcPts val="900"/>
              </a:spcAft>
              <a:buNone/>
            </a:pPr>
            <a:r>
              <a:rPr lang="en-US" b="1" i="0" dirty="0">
                <a:solidFill>
                  <a:srgbClr val="FF0000"/>
                </a:solidFill>
                <a:effectLst/>
                <a:latin typeface="Arial Black" panose="020B0A04020102020204" pitchFamily="34" charset="0"/>
              </a:rPr>
              <a:t>Key Steps in the Decision Tree Algorithm</a:t>
            </a:r>
          </a:p>
          <a:p>
            <a:pPr algn="just">
              <a:lnSpc>
                <a:spcPts val="1650"/>
              </a:lnSpc>
              <a:spcBef>
                <a:spcPts val="600"/>
              </a:spcBef>
              <a:spcAft>
                <a:spcPts val="600"/>
              </a:spcAft>
              <a:buNone/>
            </a:pPr>
            <a:r>
              <a:rPr lang="en-US" b="1" i="0" dirty="0">
                <a:solidFill>
                  <a:srgbClr val="FF0000"/>
                </a:solidFill>
                <a:effectLst/>
                <a:latin typeface="Arial Black" panose="020B0A04020102020204" pitchFamily="34" charset="0"/>
              </a:rPr>
              <a:t>1. Splitting the Data</a:t>
            </a:r>
          </a:p>
          <a:p>
            <a:pPr algn="just">
              <a:lnSpc>
                <a:spcPts val="1650"/>
              </a:lnSpc>
              <a:buNone/>
            </a:pPr>
            <a:r>
              <a:rPr lang="en-US" sz="1600" b="0" i="0" dirty="0">
                <a:solidFill>
                  <a:srgbClr val="000000"/>
                </a:solidFill>
                <a:effectLst/>
                <a:latin typeface="Arial Black" panose="020B0A04020102020204" pitchFamily="34" charset="0"/>
              </a:rPr>
              <a:t>The algorithm starts by selecting the best feature to split the data at each node. The "best" feature is determined using metrics like </a:t>
            </a:r>
            <a:r>
              <a:rPr lang="en-US" sz="1600" b="1" i="0" dirty="0">
                <a:solidFill>
                  <a:srgbClr val="000000"/>
                </a:solidFill>
                <a:effectLst/>
                <a:latin typeface="Arial Black" panose="020B0A04020102020204" pitchFamily="34" charset="0"/>
              </a:rPr>
              <a:t>Information Gain</a:t>
            </a:r>
            <a:r>
              <a:rPr lang="en-US" sz="1600" b="0" i="0" dirty="0">
                <a:solidFill>
                  <a:srgbClr val="000000"/>
                </a:solidFill>
                <a:effectLst/>
                <a:latin typeface="Arial Black" panose="020B0A04020102020204" pitchFamily="34" charset="0"/>
              </a:rPr>
              <a:t> (based on entropy) or </a:t>
            </a:r>
            <a:r>
              <a:rPr lang="en-US" sz="1600" b="1" i="0" dirty="0">
                <a:solidFill>
                  <a:srgbClr val="000000"/>
                </a:solidFill>
                <a:effectLst/>
                <a:latin typeface="Arial Black" panose="020B0A04020102020204" pitchFamily="34" charset="0"/>
              </a:rPr>
              <a:t>Gini Impurity</a:t>
            </a:r>
            <a:r>
              <a:rPr lang="en-US" sz="1600" b="0" i="0" dirty="0">
                <a:solidFill>
                  <a:srgbClr val="000000"/>
                </a:solidFill>
                <a:effectLst/>
                <a:latin typeface="Arial Black" panose="020B0A04020102020204" pitchFamily="34" charset="0"/>
              </a:rPr>
              <a:t>:</a:t>
            </a:r>
          </a:p>
          <a:p>
            <a:pPr algn="just">
              <a:lnSpc>
                <a:spcPts val="1650"/>
              </a:lnSpc>
              <a:buNone/>
            </a:pPr>
            <a:endParaRPr lang="en-US" sz="1600"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Entropy</a:t>
            </a:r>
            <a:r>
              <a:rPr lang="en-US" b="0" i="0" dirty="0">
                <a:solidFill>
                  <a:srgbClr val="00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measures the randomness in the dataset. Lower entropy indicates purer subsets.</a:t>
            </a:r>
          </a:p>
          <a:p>
            <a:pPr marL="285750" indent="-285750" algn="just">
              <a:lnSpc>
                <a:spcPts val="1650"/>
              </a:lnSpc>
              <a:buFont typeface="Arial" panose="020B0604020202020204" pitchFamily="34" charset="0"/>
              <a:buChar char="•"/>
            </a:pPr>
            <a:endParaRPr lang="en-US" sz="1600"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Information Gain</a:t>
            </a:r>
            <a:r>
              <a:rPr lang="en-US"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quantifies the reduction in entropy after a split.</a:t>
            </a:r>
          </a:p>
        </p:txBody>
      </p:sp>
      <p:sp>
        <p:nvSpPr>
          <p:cNvPr id="12" name="TextBox 11">
            <a:extLst>
              <a:ext uri="{FF2B5EF4-FFF2-40B4-BE49-F238E27FC236}">
                <a16:creationId xmlns:a16="http://schemas.microsoft.com/office/drawing/2014/main" id="{AACEC0C9-E78D-B6C3-1BCB-958C069A3315}"/>
              </a:ext>
            </a:extLst>
          </p:cNvPr>
          <p:cNvSpPr txBox="1"/>
          <p:nvPr/>
        </p:nvSpPr>
        <p:spPr>
          <a:xfrm>
            <a:off x="840656" y="5356398"/>
            <a:ext cx="10417276" cy="1440010"/>
          </a:xfrm>
          <a:prstGeom prst="rect">
            <a:avLst/>
          </a:prstGeom>
          <a:noFill/>
        </p:spPr>
        <p:txBody>
          <a:bodyPr wrap="square">
            <a:spAutoFit/>
          </a:bodyPr>
          <a:lstStyle/>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Gini Impurity</a:t>
            </a:r>
            <a:r>
              <a:rPr lang="en-US"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measures the likelihood of incorrect classification if a random sample is chosen.</a:t>
            </a:r>
          </a:p>
          <a:p>
            <a:pPr algn="just">
              <a:lnSpc>
                <a:spcPts val="1650"/>
              </a:lnSpc>
              <a:buNone/>
            </a:pPr>
            <a:r>
              <a:rPr lang="en-US" sz="1600" b="0" i="0" dirty="0">
                <a:solidFill>
                  <a:srgbClr val="000000"/>
                </a:solidFill>
                <a:effectLst/>
                <a:latin typeface="Arial Black" panose="020B0A04020102020204" pitchFamily="34" charset="0"/>
              </a:rPr>
              <a:t>	For example, the formula for Gini Impurity is:</a:t>
            </a:r>
          </a:p>
          <a:p>
            <a:pPr algn="just">
              <a:spcBef>
                <a:spcPts val="600"/>
              </a:spcBef>
              <a:spcAft>
                <a:spcPts val="900"/>
              </a:spcAft>
              <a:buNone/>
            </a:pPr>
            <a:r>
              <a:rPr lang="en-US" sz="1600" b="0" i="0" dirty="0">
                <a:solidFill>
                  <a:srgbClr val="000000"/>
                </a:solidFill>
                <a:effectLst/>
                <a:latin typeface="Arial Black" panose="020B0A04020102020204" pitchFamily="34" charset="0"/>
              </a:rPr>
              <a:t>		Gini(D) = 1 - Σ (pi)^2</a:t>
            </a:r>
          </a:p>
          <a:p>
            <a:pPr algn="just">
              <a:lnSpc>
                <a:spcPts val="1650"/>
              </a:lnSpc>
              <a:buNone/>
            </a:pPr>
            <a:r>
              <a:rPr lang="en-US" sz="1600" b="0" i="0" dirty="0">
                <a:solidFill>
                  <a:srgbClr val="000000"/>
                </a:solidFill>
                <a:effectLst/>
                <a:latin typeface="Arial Black" panose="020B0A04020102020204" pitchFamily="34" charset="0"/>
              </a:rPr>
              <a:t>	where pi is the probability of class </a:t>
            </a:r>
            <a:r>
              <a:rPr lang="en-US" sz="1600" b="0" i="0" dirty="0" err="1">
                <a:solidFill>
                  <a:srgbClr val="000000"/>
                </a:solidFill>
                <a:effectLst/>
                <a:latin typeface="Arial Black" panose="020B0A04020102020204" pitchFamily="34" charset="0"/>
              </a:rPr>
              <a:t>i</a:t>
            </a:r>
            <a:r>
              <a:rPr lang="en-US" sz="1600" b="0" i="0" dirty="0">
                <a:solidFill>
                  <a:srgbClr val="000000"/>
                </a:solidFill>
                <a:effectLst/>
                <a:latin typeface="Arial Black" panose="020B0A04020102020204" pitchFamily="34" charset="0"/>
              </a:rPr>
              <a:t> in dataset D.</a:t>
            </a:r>
          </a:p>
        </p:txBody>
      </p:sp>
    </p:spTree>
    <p:extLst>
      <p:ext uri="{BB962C8B-B14F-4D97-AF65-F5344CB8AC3E}">
        <p14:creationId xmlns:p14="http://schemas.microsoft.com/office/powerpoint/2010/main" val="3552116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496FD-5290-51D8-64B9-ED9A66D59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584FA-88D3-2F44-69F2-055BC37743E3}"/>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7D0CE436-C1E8-D396-DB8C-FE84A204547F}"/>
              </a:ext>
            </a:extLst>
          </p:cNvPr>
          <p:cNvSpPr txBox="1"/>
          <p:nvPr/>
        </p:nvSpPr>
        <p:spPr>
          <a:xfrm>
            <a:off x="875071" y="1248544"/>
            <a:ext cx="10441858" cy="2939266"/>
          </a:xfrm>
          <a:prstGeom prst="rect">
            <a:avLst/>
          </a:prstGeom>
          <a:noFill/>
        </p:spPr>
        <p:txBody>
          <a:bodyPr wrap="square">
            <a:spAutoFit/>
          </a:bodyPr>
          <a:lstStyle/>
          <a:p>
            <a:pPr algn="just">
              <a:lnSpc>
                <a:spcPts val="1650"/>
              </a:lnSpc>
              <a:spcBef>
                <a:spcPts val="600"/>
              </a:spcBef>
              <a:spcAft>
                <a:spcPts val="600"/>
              </a:spcAft>
              <a:buNone/>
            </a:pPr>
            <a:r>
              <a:rPr lang="en-US" b="1" i="0" dirty="0">
                <a:solidFill>
                  <a:srgbClr val="FF0000"/>
                </a:solidFill>
                <a:effectLst/>
                <a:latin typeface="Arial Black" panose="020B0A04020102020204" pitchFamily="34" charset="0"/>
              </a:rPr>
              <a:t>2. Recursive Splitting</a:t>
            </a:r>
          </a:p>
          <a:p>
            <a:pPr algn="just">
              <a:lnSpc>
                <a:spcPts val="1650"/>
              </a:lnSpc>
              <a:buNone/>
            </a:pPr>
            <a:r>
              <a:rPr lang="en-US" sz="1600" b="0" i="0" dirty="0">
                <a:solidFill>
                  <a:srgbClr val="000000"/>
                </a:solidFill>
                <a:effectLst/>
                <a:latin typeface="Arial Black" panose="020B0A04020102020204" pitchFamily="34" charset="0"/>
              </a:rPr>
              <a:t>The dataset is recursively divided based on the selected feature until:</a:t>
            </a:r>
          </a:p>
          <a:p>
            <a:pPr algn="just">
              <a:lnSpc>
                <a:spcPts val="1650"/>
              </a:lnSpc>
              <a:buNone/>
            </a:pPr>
            <a:endParaRPr lang="en-US" sz="1600"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sz="1600" b="0" i="0" dirty="0">
                <a:solidFill>
                  <a:srgbClr val="000000"/>
                </a:solidFill>
                <a:effectLst/>
                <a:latin typeface="Arial Black" panose="020B0A04020102020204" pitchFamily="34" charset="0"/>
              </a:rPr>
              <a:t>All data in a node belongs to the same class.</a:t>
            </a:r>
          </a:p>
          <a:p>
            <a:pPr marL="285750" indent="-285750" algn="just">
              <a:lnSpc>
                <a:spcPts val="1650"/>
              </a:lnSpc>
              <a:buFont typeface="Arial" panose="020B0604020202020204" pitchFamily="34" charset="0"/>
              <a:buChar char="•"/>
            </a:pPr>
            <a:r>
              <a:rPr lang="en-US" sz="1600" b="0" i="0" dirty="0">
                <a:solidFill>
                  <a:srgbClr val="000000"/>
                </a:solidFill>
                <a:effectLst/>
                <a:latin typeface="Arial Black" panose="020B0A04020102020204" pitchFamily="34" charset="0"/>
              </a:rPr>
              <a:t>No features remain for splitting.</a:t>
            </a:r>
          </a:p>
          <a:p>
            <a:pPr marL="285750" indent="-285750" algn="just">
              <a:lnSpc>
                <a:spcPts val="1650"/>
              </a:lnSpc>
              <a:buFont typeface="Arial" panose="020B0604020202020204" pitchFamily="34" charset="0"/>
              <a:buChar char="•"/>
            </a:pPr>
            <a:r>
              <a:rPr lang="en-US" sz="1600" b="0" i="0" dirty="0">
                <a:solidFill>
                  <a:srgbClr val="000000"/>
                </a:solidFill>
                <a:effectLst/>
                <a:latin typeface="Arial Black" panose="020B0A04020102020204" pitchFamily="34" charset="0"/>
              </a:rPr>
              <a:t>A stopping criterion (e.g., maximum depth or minimum samples per node) is met.</a:t>
            </a:r>
          </a:p>
          <a:p>
            <a:pPr algn="just">
              <a:lnSpc>
                <a:spcPts val="1650"/>
              </a:lnSpc>
              <a:spcBef>
                <a:spcPts val="600"/>
              </a:spcBef>
              <a:spcAft>
                <a:spcPts val="600"/>
              </a:spcAft>
              <a:buNone/>
            </a:pPr>
            <a:r>
              <a:rPr lang="en-US" b="1" i="0" dirty="0">
                <a:solidFill>
                  <a:srgbClr val="FF0000"/>
                </a:solidFill>
                <a:effectLst/>
                <a:latin typeface="Arial Black" panose="020B0A04020102020204" pitchFamily="34" charset="0"/>
              </a:rPr>
              <a:t>3. Stopping Criteria</a:t>
            </a:r>
          </a:p>
          <a:p>
            <a:pPr algn="just">
              <a:lnSpc>
                <a:spcPts val="1650"/>
              </a:lnSpc>
              <a:buNone/>
            </a:pPr>
            <a:r>
              <a:rPr lang="en-US" sz="1600" b="0" i="0" dirty="0">
                <a:solidFill>
                  <a:srgbClr val="000000"/>
                </a:solidFill>
                <a:effectLst/>
                <a:latin typeface="Arial Black" panose="020B0A04020102020204" pitchFamily="34" charset="0"/>
              </a:rPr>
              <a:t>To prevent overfitting, the tree stops growing when:</a:t>
            </a:r>
          </a:p>
          <a:p>
            <a:pPr algn="just">
              <a:lnSpc>
                <a:spcPts val="1650"/>
              </a:lnSpc>
              <a:buNone/>
            </a:pPr>
            <a:endParaRPr lang="en-US" sz="1600"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sz="1600" b="0" i="0" dirty="0">
                <a:solidFill>
                  <a:srgbClr val="000000"/>
                </a:solidFill>
                <a:effectLst/>
                <a:latin typeface="Arial Black" panose="020B0A04020102020204" pitchFamily="34" charset="0"/>
              </a:rPr>
              <a:t>All examples in a node belong to the same class.</a:t>
            </a:r>
          </a:p>
          <a:p>
            <a:pPr marL="285750" indent="-285750" algn="just">
              <a:lnSpc>
                <a:spcPts val="1650"/>
              </a:lnSpc>
              <a:buFont typeface="Arial" panose="020B0604020202020204" pitchFamily="34" charset="0"/>
              <a:buChar char="•"/>
            </a:pPr>
            <a:r>
              <a:rPr lang="en-US" sz="1600" b="0" i="0" dirty="0">
                <a:solidFill>
                  <a:srgbClr val="000000"/>
                </a:solidFill>
                <a:effectLst/>
                <a:latin typeface="Arial Black" panose="020B0A04020102020204" pitchFamily="34" charset="0"/>
              </a:rPr>
              <a:t>No features are left to split.</a:t>
            </a:r>
          </a:p>
          <a:p>
            <a:pPr marL="285750" indent="-285750" algn="just">
              <a:lnSpc>
                <a:spcPts val="1650"/>
              </a:lnSpc>
              <a:buFont typeface="Arial" panose="020B0604020202020204" pitchFamily="34" charset="0"/>
              <a:buChar char="•"/>
            </a:pPr>
            <a:r>
              <a:rPr lang="en-US" sz="1600" b="0" i="0" dirty="0">
                <a:solidFill>
                  <a:srgbClr val="000000"/>
                </a:solidFill>
                <a:effectLst/>
                <a:latin typeface="Arial Black" panose="020B0A04020102020204" pitchFamily="34" charset="0"/>
              </a:rPr>
              <a:t>The tree reaches a predefined depth or minimum number of samples per node</a:t>
            </a:r>
            <a:r>
              <a:rPr lang="en-US" sz="1600" b="0" i="0" dirty="0">
                <a:solidFill>
                  <a:srgbClr val="000000"/>
                </a:solidFill>
                <a:effectLst/>
                <a:latin typeface="Roboto" panose="02000000000000000000" pitchFamily="2" charset="0"/>
              </a:rPr>
              <a:t>.</a:t>
            </a:r>
          </a:p>
        </p:txBody>
      </p:sp>
      <p:sp>
        <p:nvSpPr>
          <p:cNvPr id="6" name="TextBox 5">
            <a:extLst>
              <a:ext uri="{FF2B5EF4-FFF2-40B4-BE49-F238E27FC236}">
                <a16:creationId xmlns:a16="http://schemas.microsoft.com/office/drawing/2014/main" id="{3DA324A0-7062-40BA-8C2B-FC70C4FAF8B8}"/>
              </a:ext>
            </a:extLst>
          </p:cNvPr>
          <p:cNvSpPr txBox="1"/>
          <p:nvPr/>
        </p:nvSpPr>
        <p:spPr>
          <a:xfrm>
            <a:off x="875071" y="4181587"/>
            <a:ext cx="10441858" cy="2509533"/>
          </a:xfrm>
          <a:prstGeom prst="rect">
            <a:avLst/>
          </a:prstGeom>
          <a:noFill/>
        </p:spPr>
        <p:txBody>
          <a:bodyPr wrap="square">
            <a:spAutoFit/>
          </a:bodyPr>
          <a:lstStyle/>
          <a:p>
            <a:pPr algn="just">
              <a:lnSpc>
                <a:spcPts val="1650"/>
              </a:lnSpc>
              <a:spcBef>
                <a:spcPts val="600"/>
              </a:spcBef>
              <a:spcAft>
                <a:spcPts val="600"/>
              </a:spcAft>
              <a:buNone/>
            </a:pPr>
            <a:r>
              <a:rPr lang="en-US" b="1" i="0" dirty="0">
                <a:solidFill>
                  <a:srgbClr val="FF0000"/>
                </a:solidFill>
                <a:effectLst/>
                <a:latin typeface="Arial Black" panose="020B0A04020102020204" pitchFamily="34" charset="0"/>
              </a:rPr>
              <a:t>4. Pruning</a:t>
            </a:r>
          </a:p>
          <a:p>
            <a:pPr algn="just">
              <a:lnSpc>
                <a:spcPts val="1650"/>
              </a:lnSpc>
              <a:buNone/>
            </a:pPr>
            <a:r>
              <a:rPr lang="en-US" sz="1600" b="0" i="0" dirty="0">
                <a:solidFill>
                  <a:srgbClr val="000000"/>
                </a:solidFill>
                <a:effectLst/>
                <a:latin typeface="Arial Black" panose="020B0A04020102020204" pitchFamily="34" charset="0"/>
              </a:rPr>
              <a:t>Pruning reduces overfitting by simplifying the tree:</a:t>
            </a:r>
          </a:p>
          <a:p>
            <a:pPr algn="just">
              <a:lnSpc>
                <a:spcPts val="1650"/>
              </a:lnSpc>
              <a:buNone/>
            </a:pPr>
            <a:endParaRPr lang="en-US" sz="1600"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sz="1600" b="1" i="0" dirty="0">
                <a:solidFill>
                  <a:srgbClr val="FF0000"/>
                </a:solidFill>
                <a:effectLst/>
                <a:latin typeface="Arial Black" panose="020B0A04020102020204" pitchFamily="34" charset="0"/>
              </a:rPr>
              <a:t>Pre-pruning</a:t>
            </a:r>
            <a:r>
              <a:rPr lang="en-US" sz="1600" b="0" i="0" dirty="0">
                <a:solidFill>
                  <a:srgbClr val="000000"/>
                </a:solidFill>
                <a:effectLst/>
                <a:latin typeface="Arial Black" panose="020B0A04020102020204" pitchFamily="34" charset="0"/>
              </a:rPr>
              <a:t> stops tree growth early based on criteria like minimum information gain or maximum depth.</a:t>
            </a:r>
          </a:p>
          <a:p>
            <a:pPr marL="285750" indent="-285750" algn="just">
              <a:lnSpc>
                <a:spcPts val="1650"/>
              </a:lnSpc>
              <a:buFont typeface="Arial" panose="020B0604020202020204" pitchFamily="34" charset="0"/>
              <a:buChar char="•"/>
            </a:pPr>
            <a:r>
              <a:rPr lang="en-US" sz="1600" b="1" i="0" dirty="0">
                <a:solidFill>
                  <a:srgbClr val="FF0000"/>
                </a:solidFill>
                <a:effectLst/>
                <a:latin typeface="Arial Black" panose="020B0A04020102020204" pitchFamily="34" charset="0"/>
              </a:rPr>
              <a:t>Post-pruning</a:t>
            </a:r>
            <a:r>
              <a:rPr lang="en-US" sz="1600" b="0" i="0" dirty="0">
                <a:solidFill>
                  <a:srgbClr val="000000"/>
                </a:solidFill>
                <a:effectLst/>
                <a:latin typeface="Arial Black" panose="020B0A04020102020204" pitchFamily="34" charset="0"/>
              </a:rPr>
              <a:t> trims branches from a fully grown tree by evaluating their impact on performance.</a:t>
            </a:r>
          </a:p>
          <a:p>
            <a:pPr algn="just">
              <a:lnSpc>
                <a:spcPts val="1650"/>
              </a:lnSpc>
              <a:spcBef>
                <a:spcPts val="600"/>
              </a:spcBef>
              <a:spcAft>
                <a:spcPts val="600"/>
              </a:spcAft>
              <a:buNone/>
            </a:pPr>
            <a:r>
              <a:rPr lang="en-US" b="1" i="0" dirty="0">
                <a:solidFill>
                  <a:srgbClr val="FF0000"/>
                </a:solidFill>
                <a:effectLst/>
                <a:latin typeface="Arial Black" panose="020B0A04020102020204" pitchFamily="34" charset="0"/>
              </a:rPr>
              <a:t>5. Prediction</a:t>
            </a:r>
          </a:p>
          <a:p>
            <a:pPr algn="just">
              <a:lnSpc>
                <a:spcPts val="1650"/>
              </a:lnSpc>
              <a:buNone/>
            </a:pPr>
            <a:r>
              <a:rPr lang="en-US" sz="1600" b="0" i="0" dirty="0">
                <a:solidFill>
                  <a:srgbClr val="000000"/>
                </a:solidFill>
                <a:effectLst/>
                <a:latin typeface="Arial Black" panose="020B0A04020102020204" pitchFamily="34" charset="0"/>
              </a:rPr>
              <a:t>Once the tree is built, predictions are made by traversing the tree from the root to a leaf node based on the feature values of the input data</a:t>
            </a:r>
            <a:r>
              <a:rPr lang="en-US" b="0" i="0" dirty="0">
                <a:solidFill>
                  <a:srgbClr val="000000"/>
                </a:solidFill>
                <a:effectLst/>
                <a:latin typeface="Arial Black" panose="020B0A04020102020204" pitchFamily="34" charset="0"/>
              </a:rPr>
              <a:t>.</a:t>
            </a:r>
          </a:p>
        </p:txBody>
      </p:sp>
    </p:spTree>
    <p:extLst>
      <p:ext uri="{BB962C8B-B14F-4D97-AF65-F5344CB8AC3E}">
        <p14:creationId xmlns:p14="http://schemas.microsoft.com/office/powerpoint/2010/main" val="1498521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F1AE9-23B2-DD39-87DC-760E96156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E5C3C-BE80-4BB2-69AE-FC1C24552943}"/>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CD3BDEE8-962C-A0C1-BC65-0DEAE47348B0}"/>
              </a:ext>
            </a:extLst>
          </p:cNvPr>
          <p:cNvSpPr txBox="1"/>
          <p:nvPr/>
        </p:nvSpPr>
        <p:spPr>
          <a:xfrm>
            <a:off x="1140541" y="1740515"/>
            <a:ext cx="10176387" cy="3814506"/>
          </a:xfrm>
          <a:prstGeom prst="rect">
            <a:avLst/>
          </a:prstGeom>
          <a:noFill/>
        </p:spPr>
        <p:txBody>
          <a:bodyPr wrap="square">
            <a:spAutoFit/>
          </a:bodyPr>
          <a:lstStyle/>
          <a:p>
            <a:pPr algn="l">
              <a:lnSpc>
                <a:spcPts val="1650"/>
              </a:lnSpc>
              <a:buNone/>
            </a:pPr>
            <a:r>
              <a:rPr lang="en-US" b="1" i="0" dirty="0">
                <a:solidFill>
                  <a:srgbClr val="FF0000"/>
                </a:solidFill>
                <a:effectLst/>
                <a:latin typeface="Arial Black" panose="020B0A04020102020204" pitchFamily="34" charset="0"/>
              </a:rPr>
              <a:t>Advantages</a:t>
            </a:r>
            <a:r>
              <a:rPr lang="en-US" b="0" i="0" dirty="0">
                <a:solidFill>
                  <a:srgbClr val="FF0000"/>
                </a:solidFill>
                <a:effectLst/>
                <a:latin typeface="Arial Black" panose="020B0A04020102020204" pitchFamily="34" charset="0"/>
              </a:rPr>
              <a:t>:</a:t>
            </a:r>
          </a:p>
          <a:p>
            <a:pPr algn="l">
              <a:lnSpc>
                <a:spcPts val="1650"/>
              </a:lnSpc>
              <a:buNone/>
            </a:pPr>
            <a:endParaRPr lang="en-US" b="0" i="0" dirty="0">
              <a:solidFill>
                <a:srgbClr val="000000"/>
              </a:solidFill>
              <a:effectLst/>
              <a:latin typeface="Arial Black" panose="020B0A04020102020204" pitchFamily="34" charset="0"/>
            </a:endParaRP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Easy to interpret and visualize.</a:t>
            </a: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Handles both categorical and continuous data.</a:t>
            </a: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Requires minimal data preprocessing.</a:t>
            </a:r>
          </a:p>
          <a:p>
            <a:pPr algn="l">
              <a:lnSpc>
                <a:spcPts val="1650"/>
              </a:lnSpc>
            </a:pPr>
            <a:endParaRPr lang="en-US" b="0" i="0" dirty="0">
              <a:solidFill>
                <a:srgbClr val="000000"/>
              </a:solidFill>
              <a:effectLst/>
              <a:latin typeface="Arial Black" panose="020B0A04020102020204" pitchFamily="34" charset="0"/>
            </a:endParaRPr>
          </a:p>
          <a:p>
            <a:pPr algn="l">
              <a:lnSpc>
                <a:spcPts val="1650"/>
              </a:lnSpc>
              <a:buNone/>
            </a:pPr>
            <a:r>
              <a:rPr lang="en-US" b="1" i="0" dirty="0">
                <a:solidFill>
                  <a:srgbClr val="FF0000"/>
                </a:solidFill>
                <a:effectLst/>
                <a:latin typeface="Arial Black" panose="020B0A04020102020204" pitchFamily="34" charset="0"/>
              </a:rPr>
              <a:t>Limitations</a:t>
            </a:r>
            <a:r>
              <a:rPr lang="en-US" b="0" i="0" dirty="0">
                <a:solidFill>
                  <a:srgbClr val="FF0000"/>
                </a:solidFill>
                <a:effectLst/>
                <a:latin typeface="Arial Black" panose="020B0A04020102020204" pitchFamily="34" charset="0"/>
              </a:rPr>
              <a:t>:</a:t>
            </a:r>
          </a:p>
          <a:p>
            <a:pPr algn="l">
              <a:lnSpc>
                <a:spcPts val="1650"/>
              </a:lnSpc>
              <a:buNone/>
            </a:pPr>
            <a:endParaRPr lang="en-US" b="0" i="0" dirty="0">
              <a:solidFill>
                <a:srgbClr val="000000"/>
              </a:solidFill>
              <a:effectLst/>
              <a:latin typeface="Arial Black" panose="020B0A04020102020204" pitchFamily="34" charset="0"/>
            </a:endParaRP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Prone to overfitting, especially with noisy data.</a:t>
            </a: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Can create biased trees if some classes dominate the dataset.</a:t>
            </a: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Computationally expensive for large datasets with many features.</a:t>
            </a:r>
          </a:p>
          <a:p>
            <a:pPr algn="l">
              <a:lnSpc>
                <a:spcPts val="1650"/>
              </a:lnSpc>
              <a:spcBef>
                <a:spcPts val="900"/>
              </a:spcBef>
              <a:spcAft>
                <a:spcPts val="900"/>
              </a:spcAft>
              <a:buNone/>
            </a:pPr>
            <a:r>
              <a:rPr lang="en-US" b="1" i="0" dirty="0">
                <a:solidFill>
                  <a:srgbClr val="FF0000"/>
                </a:solidFill>
                <a:effectLst/>
                <a:latin typeface="Arial Black" panose="020B0A04020102020204" pitchFamily="34" charset="0"/>
              </a:rPr>
              <a:t>Use Cases</a:t>
            </a:r>
          </a:p>
          <a:p>
            <a:pPr algn="l">
              <a:lnSpc>
                <a:spcPts val="1650"/>
              </a:lnSpc>
              <a:buNone/>
            </a:pPr>
            <a:r>
              <a:rPr lang="en-US" b="0" i="0" dirty="0">
                <a:solidFill>
                  <a:srgbClr val="000000"/>
                </a:solidFill>
                <a:effectLst/>
                <a:latin typeface="Arial Black" panose="020B0A04020102020204" pitchFamily="34" charset="0"/>
              </a:rPr>
              <a:t>Decision trees are widely used in:</a:t>
            </a: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Classification tasks (e.g., spam detection, medical diagnosis).</a:t>
            </a: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Regression tasks (e.g., predicting house prices).</a:t>
            </a:r>
          </a:p>
          <a:p>
            <a:pPr marL="285750" indent="-285750" algn="l">
              <a:lnSpc>
                <a:spcPts val="1650"/>
              </a:lnSpc>
              <a:buFont typeface="Arial" panose="020B0604020202020204" pitchFamily="34" charset="0"/>
              <a:buChar char="•"/>
            </a:pPr>
            <a:r>
              <a:rPr lang="en-US" b="0" i="0" dirty="0">
                <a:solidFill>
                  <a:srgbClr val="000000"/>
                </a:solidFill>
                <a:effectLst/>
                <a:latin typeface="Arial Black" panose="020B0A04020102020204" pitchFamily="34" charset="0"/>
              </a:rPr>
              <a:t>Feature selection and rule-based modeling.</a:t>
            </a:r>
          </a:p>
        </p:txBody>
      </p:sp>
    </p:spTree>
    <p:extLst>
      <p:ext uri="{BB962C8B-B14F-4D97-AF65-F5344CB8AC3E}">
        <p14:creationId xmlns:p14="http://schemas.microsoft.com/office/powerpoint/2010/main" val="2265424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377E-E9F1-49DC-394C-90122805C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7E0BB-45C0-711C-D534-0A98CF71AB33}"/>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D2AEB803-0B0E-4EE4-B784-55A78D02D722}"/>
              </a:ext>
            </a:extLst>
          </p:cNvPr>
          <p:cNvSpPr txBox="1"/>
          <p:nvPr/>
        </p:nvSpPr>
        <p:spPr>
          <a:xfrm>
            <a:off x="850490" y="1321024"/>
            <a:ext cx="10491019" cy="3139321"/>
          </a:xfrm>
          <a:prstGeom prst="rect">
            <a:avLst/>
          </a:prstGeom>
          <a:noFill/>
        </p:spPr>
        <p:txBody>
          <a:bodyPr wrap="square">
            <a:spAutoFit/>
          </a:bodyPr>
          <a:lstStyle/>
          <a:p>
            <a:pPr algn="just">
              <a:buNone/>
            </a:pPr>
            <a:r>
              <a:rPr lang="en-US" b="1" dirty="0">
                <a:solidFill>
                  <a:srgbClr val="FF0000"/>
                </a:solidFill>
                <a:latin typeface="Arial Black" panose="020B0A04020102020204" pitchFamily="34" charset="0"/>
              </a:rPr>
              <a:t>Decision Tree — Deep Dive</a:t>
            </a:r>
          </a:p>
          <a:p>
            <a:pPr algn="just">
              <a:buNone/>
            </a:pPr>
            <a:r>
              <a:rPr lang="en-US" b="1" dirty="0">
                <a:latin typeface="Arial Black" panose="020B0A04020102020204" pitchFamily="34" charset="0"/>
              </a:rPr>
              <a:t>🔹 </a:t>
            </a:r>
            <a:r>
              <a:rPr lang="en-US" b="1" dirty="0">
                <a:solidFill>
                  <a:srgbClr val="FF0000"/>
                </a:solidFill>
                <a:latin typeface="Arial Black" panose="020B0A04020102020204" pitchFamily="34" charset="0"/>
              </a:rPr>
              <a:t>Intuition</a:t>
            </a:r>
          </a:p>
          <a:p>
            <a:pPr marL="285750" indent="-285750" algn="just">
              <a:buFont typeface="Arial" panose="020B0604020202020204" pitchFamily="34" charset="0"/>
              <a:buChar char="•"/>
            </a:pPr>
            <a:r>
              <a:rPr lang="en-US" dirty="0">
                <a:effectLst/>
                <a:latin typeface="Arial Black" panose="020B0A04020102020204" pitchFamily="34" charset="0"/>
              </a:rPr>
              <a:t>Mimics human decision‑making: “If Age &lt; 10 → Survive.”</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Each internal node represents a test on a feature; each leaf represents an outcome.</a:t>
            </a:r>
            <a:endParaRPr lang="en-US" dirty="0">
              <a:latin typeface="Arial Black" panose="020B0A04020102020204" pitchFamily="34" charset="0"/>
            </a:endParaRPr>
          </a:p>
          <a:p>
            <a:pPr algn="just">
              <a:buNone/>
            </a:pPr>
            <a:r>
              <a:rPr lang="en-US" b="1" dirty="0">
                <a:latin typeface="Arial Black" panose="020B0A04020102020204" pitchFamily="34" charset="0"/>
              </a:rPr>
              <a:t>🔹 </a:t>
            </a:r>
            <a:r>
              <a:rPr lang="en-US" b="1" dirty="0">
                <a:solidFill>
                  <a:srgbClr val="FF0000"/>
                </a:solidFill>
                <a:latin typeface="Arial Black" panose="020B0A04020102020204" pitchFamily="34" charset="0"/>
              </a:rPr>
              <a:t>Algorithm Steps</a:t>
            </a:r>
          </a:p>
          <a:p>
            <a:pPr marL="342900" indent="-342900" algn="just">
              <a:buFont typeface="+mj-lt"/>
              <a:buAutoNum type="arabicPeriod"/>
            </a:pPr>
            <a:r>
              <a:rPr lang="en-US" b="1" dirty="0">
                <a:effectLst/>
                <a:latin typeface="Arial Black" panose="020B0A04020102020204" pitchFamily="34" charset="0"/>
              </a:rPr>
              <a:t>Select best feature</a:t>
            </a:r>
            <a:r>
              <a:rPr lang="en-US" dirty="0">
                <a:effectLst/>
                <a:latin typeface="Arial Black" panose="020B0A04020102020204" pitchFamily="34" charset="0"/>
              </a:rPr>
              <a:t> using a criterion:</a:t>
            </a:r>
            <a:endParaRPr lang="en-US" dirty="0">
              <a:latin typeface="Arial Black" panose="020B0A04020102020204" pitchFamily="34" charset="0"/>
            </a:endParaRPr>
          </a:p>
          <a:p>
            <a:pPr marL="742950" lvl="1" indent="-285750" algn="just">
              <a:buFont typeface="+mj-lt"/>
              <a:buAutoNum type="arabicPeriod"/>
            </a:pPr>
            <a:r>
              <a:rPr lang="en-US" i="1" dirty="0">
                <a:solidFill>
                  <a:srgbClr val="FF0000"/>
                </a:solidFill>
                <a:effectLst/>
                <a:latin typeface="Arial Black" panose="020B0A04020102020204" pitchFamily="34" charset="0"/>
              </a:rPr>
              <a:t>Entropy</a:t>
            </a:r>
            <a:r>
              <a:rPr lang="en-US" dirty="0">
                <a:solidFill>
                  <a:srgbClr val="FF0000"/>
                </a:solidFill>
                <a:effectLst/>
                <a:latin typeface="Arial Black" panose="020B0A04020102020204" pitchFamily="34" charset="0"/>
              </a:rPr>
              <a:t> and </a:t>
            </a:r>
            <a:r>
              <a:rPr lang="en-US" i="1" dirty="0">
                <a:solidFill>
                  <a:srgbClr val="FF0000"/>
                </a:solidFill>
                <a:effectLst/>
                <a:latin typeface="Arial Black" panose="020B0A04020102020204" pitchFamily="34" charset="0"/>
              </a:rPr>
              <a:t>Information Gain</a:t>
            </a:r>
            <a:r>
              <a:rPr lang="en-US" dirty="0">
                <a:solidFill>
                  <a:srgbClr val="FF0000"/>
                </a:solidFill>
                <a:effectLst/>
                <a:latin typeface="Arial Black" panose="020B0A04020102020204" pitchFamily="34" charset="0"/>
              </a:rPr>
              <a:t> (ID3 algorithm)</a:t>
            </a:r>
            <a:endParaRPr lang="en-US" dirty="0">
              <a:solidFill>
                <a:srgbClr val="FF0000"/>
              </a:solidFill>
              <a:latin typeface="Arial Black" panose="020B0A04020102020204" pitchFamily="34" charset="0"/>
            </a:endParaRPr>
          </a:p>
          <a:p>
            <a:pPr marL="742950" lvl="1" indent="-285750" algn="just">
              <a:buFont typeface="+mj-lt"/>
              <a:buAutoNum type="arabicPeriod"/>
            </a:pPr>
            <a:r>
              <a:rPr lang="en-US" i="1" dirty="0">
                <a:solidFill>
                  <a:srgbClr val="FF0000"/>
                </a:solidFill>
                <a:effectLst/>
                <a:latin typeface="Arial Black" panose="020B0A04020102020204" pitchFamily="34" charset="0"/>
              </a:rPr>
              <a:t>Gini Index</a:t>
            </a:r>
            <a:r>
              <a:rPr lang="en-US" dirty="0">
                <a:solidFill>
                  <a:srgbClr val="FF0000"/>
                </a:solidFill>
                <a:effectLst/>
                <a:latin typeface="Arial Black" panose="020B0A04020102020204" pitchFamily="34" charset="0"/>
              </a:rPr>
              <a:t> (CART algorithm)</a:t>
            </a:r>
            <a:endParaRPr lang="en-US" dirty="0">
              <a:solidFill>
                <a:srgbClr val="FF0000"/>
              </a:solidFill>
              <a:latin typeface="Arial Black" panose="020B0A04020102020204" pitchFamily="34" charset="0"/>
            </a:endParaRPr>
          </a:p>
          <a:p>
            <a:pPr marL="342900" indent="-342900" algn="just">
              <a:buFont typeface="+mj-lt"/>
              <a:buAutoNum type="arabicPeriod"/>
            </a:pPr>
            <a:r>
              <a:rPr lang="en-US" b="1" dirty="0">
                <a:effectLst/>
                <a:latin typeface="Arial Black" panose="020B0A04020102020204" pitchFamily="34" charset="0"/>
              </a:rPr>
              <a:t>Split data</a:t>
            </a:r>
            <a:r>
              <a:rPr lang="en-US" dirty="0">
                <a:effectLst/>
                <a:latin typeface="Arial Black" panose="020B0A04020102020204" pitchFamily="34" charset="0"/>
              </a:rPr>
              <a:t> recursively until stopping criteria are met.</a:t>
            </a:r>
            <a:endParaRPr lang="en-US" dirty="0">
              <a:latin typeface="Arial Black" panose="020B0A04020102020204" pitchFamily="34" charset="0"/>
            </a:endParaRPr>
          </a:p>
          <a:p>
            <a:pPr marL="342900" indent="-342900" algn="just">
              <a:buFont typeface="+mj-lt"/>
              <a:buAutoNum type="arabicPeriod"/>
            </a:pPr>
            <a:r>
              <a:rPr lang="en-US" b="1" dirty="0">
                <a:effectLst/>
                <a:latin typeface="Arial Black" panose="020B0A04020102020204" pitchFamily="34" charset="0"/>
              </a:rPr>
              <a:t>Prune</a:t>
            </a:r>
            <a:r>
              <a:rPr lang="en-US" dirty="0">
                <a:effectLst/>
                <a:latin typeface="Arial Black" panose="020B0A04020102020204" pitchFamily="34" charset="0"/>
              </a:rPr>
              <a:t> the tree to avoid overfitting.</a:t>
            </a:r>
            <a:endParaRPr lang="en-US" dirty="0">
              <a:latin typeface="Arial Black" panose="020B0A04020102020204" pitchFamily="34" charset="0"/>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4213284-5E33-A3C8-511F-8C153A27B845}"/>
                  </a:ext>
                </a:extLst>
              </p:cNvPr>
              <p:cNvSpPr txBox="1"/>
              <p:nvPr/>
            </p:nvSpPr>
            <p:spPr>
              <a:xfrm>
                <a:off x="850490" y="4664148"/>
                <a:ext cx="7983793" cy="1638782"/>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Key Formulas</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Entropy:</a:t>
                </a:r>
                <a:r>
                  <a:rPr lang="en-US" sz="1600" dirty="0">
                    <a:effectLst/>
                    <a:latin typeface="Arial Black" panose="020B0A04020102020204" pitchFamily="34" charset="0"/>
                  </a:rPr>
                  <a:t> </a:t>
                </a:r>
                <a14:m>
                  <m:oMath xmlns:m="http://schemas.openxmlformats.org/officeDocument/2006/math">
                    <m:r>
                      <a:rPr lang="en-US" sz="1600" i="1">
                        <a:latin typeface="Cambria Math" panose="02040503050406030204" pitchFamily="18" charset="0"/>
                      </a:rPr>
                      <m:t>𝐻</m:t>
                    </m:r>
                    <m:d>
                      <m:dPr>
                        <m:ctrlPr>
                          <a:rPr lang="en-US" sz="1600" i="1">
                            <a:latin typeface="Cambria Math" panose="02040503050406030204" pitchFamily="18" charset="0"/>
                          </a:rPr>
                        </m:ctrlPr>
                      </m:dPr>
                      <m:e>
                        <m:r>
                          <a:rPr lang="en-US" sz="1600" i="1">
                            <a:latin typeface="Cambria Math" panose="02040503050406030204" pitchFamily="18" charset="0"/>
                          </a:rPr>
                          <m:t>𝑆</m:t>
                        </m:r>
                      </m:e>
                    </m:d>
                    <m:r>
                      <a:rPr lang="en-US" sz="1600" i="0">
                        <a:latin typeface="Cambria Math" panose="02040503050406030204" pitchFamily="18" charset="0"/>
                      </a:rPr>
                      <m:t>=−</m:t>
                    </m:r>
                    <m:nary>
                      <m:naryPr>
                        <m:chr m:val="∑"/>
                        <m:grow m:val="on"/>
                        <m:subHide m:val="on"/>
                        <m:supHide m:val="on"/>
                        <m:ctrlPr>
                          <a:rPr lang="en-US" sz="1600" i="1">
                            <a:latin typeface="Cambria Math" panose="02040503050406030204" pitchFamily="18" charset="0"/>
                          </a:rPr>
                        </m:ctrlPr>
                      </m:naryPr>
                      <m:sub/>
                      <m:sup/>
                      <m:e>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𝑖</m:t>
                            </m:r>
                          </m:sub>
                        </m:sSub>
                      </m:e>
                    </m:nary>
                    <m:sSub>
                      <m:sSubPr>
                        <m:ctrlPr>
                          <a:rPr lang="en-US" sz="1600" i="1">
                            <a:latin typeface="Cambria Math" panose="02040503050406030204" pitchFamily="18" charset="0"/>
                          </a:rPr>
                        </m:ctrlPr>
                      </m:sSubPr>
                      <m:e>
                        <m:func>
                          <m:funcPr>
                            <m:ctrlPr>
                              <a:rPr lang="en-US" sz="1600" i="1">
                                <a:latin typeface="Cambria Math" panose="02040503050406030204" pitchFamily="18" charset="0"/>
                              </a:rPr>
                            </m:ctrlPr>
                          </m:funcPr>
                          <m:fName>
                            <m:r>
                              <m:rPr>
                                <m:sty m:val="p"/>
                              </m:rPr>
                              <a:rPr lang="en-US" sz="1600" i="0">
                                <a:latin typeface="Cambria Math" panose="02040503050406030204" pitchFamily="18" charset="0"/>
                              </a:rPr>
                              <m:t>log</m:t>
                            </m:r>
                          </m:fName>
                          <m:e/>
                        </m:func>
                      </m:e>
                      <m:sub>
                        <m:r>
                          <a:rPr lang="en-US" sz="1600" i="0">
                            <a:latin typeface="Cambria Math" panose="02040503050406030204" pitchFamily="18" charset="0"/>
                          </a:rPr>
                          <m:t>2</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𝑖</m:t>
                        </m:r>
                      </m:sub>
                    </m:sSub>
                  </m:oMath>
                </a14:m>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Information Gain:</a:t>
                </a:r>
                <a:r>
                  <a:rPr lang="en-US" sz="1600" dirty="0">
                    <a:effectLst/>
                    <a:latin typeface="Arial Black" panose="020B0A04020102020204" pitchFamily="34" charset="0"/>
                  </a:rPr>
                  <a:t> </a:t>
                </a:r>
                <a14:m>
                  <m:oMath xmlns:m="http://schemas.openxmlformats.org/officeDocument/2006/math">
                    <m:r>
                      <a:rPr lang="en-US" sz="1600" i="1">
                        <a:latin typeface="Cambria Math" panose="02040503050406030204" pitchFamily="18" charset="0"/>
                      </a:rPr>
                      <m:t>𝐼𝐺</m:t>
                    </m:r>
                    <m:d>
                      <m:dPr>
                        <m:sepChr m:val=","/>
                        <m:ctrlPr>
                          <a:rPr lang="en-US" sz="1600" i="1">
                            <a:latin typeface="Cambria Math" panose="02040503050406030204" pitchFamily="18" charset="0"/>
                          </a:rPr>
                        </m:ctrlPr>
                      </m:dPr>
                      <m:e>
                        <m:r>
                          <a:rPr lang="en-US" sz="1600" i="1">
                            <a:latin typeface="Cambria Math" panose="02040503050406030204" pitchFamily="18" charset="0"/>
                          </a:rPr>
                          <m:t>𝑆</m:t>
                        </m:r>
                      </m:e>
                      <m:e>
                        <m:r>
                          <a:rPr lang="en-US" sz="1600" i="1">
                            <a:latin typeface="Cambria Math" panose="02040503050406030204" pitchFamily="18" charset="0"/>
                          </a:rPr>
                          <m:t>𝐴</m:t>
                        </m:r>
                      </m:e>
                    </m:d>
                    <m:r>
                      <a:rPr lang="en-US" sz="1600" i="0">
                        <a:latin typeface="Cambria Math" panose="02040503050406030204" pitchFamily="18" charset="0"/>
                      </a:rPr>
                      <m:t>=</m:t>
                    </m:r>
                    <m:r>
                      <a:rPr lang="en-US" sz="1600" i="1">
                        <a:latin typeface="Cambria Math" panose="02040503050406030204" pitchFamily="18" charset="0"/>
                      </a:rPr>
                      <m:t>𝐻</m:t>
                    </m:r>
                    <m:d>
                      <m:dPr>
                        <m:ctrlPr>
                          <a:rPr lang="en-US" sz="1600" i="1">
                            <a:latin typeface="Cambria Math" panose="02040503050406030204" pitchFamily="18" charset="0"/>
                          </a:rPr>
                        </m:ctrlPr>
                      </m:dPr>
                      <m:e>
                        <m:r>
                          <a:rPr lang="en-US" sz="1600" i="1">
                            <a:latin typeface="Cambria Math" panose="02040503050406030204" pitchFamily="18" charset="0"/>
                          </a:rPr>
                          <m:t>𝑆</m:t>
                        </m:r>
                      </m:e>
                    </m:d>
                    <m:r>
                      <a:rPr lang="en-US" sz="1600" i="0">
                        <a:latin typeface="Cambria Math" panose="02040503050406030204" pitchFamily="18" charset="0"/>
                      </a:rPr>
                      <m:t>−</m:t>
                    </m:r>
                    <m:nary>
                      <m:naryPr>
                        <m:chr m:val="∑"/>
                        <m:grow m:val="on"/>
                        <m:subHide m:val="on"/>
                        <m:supHide m:val="on"/>
                        <m:ctrlPr>
                          <a:rPr lang="en-US" sz="1600" i="1">
                            <a:latin typeface="Cambria Math" panose="02040503050406030204" pitchFamily="18" charset="0"/>
                          </a:rPr>
                        </m:ctrlPr>
                      </m:naryPr>
                      <m:sub/>
                      <m:sup/>
                      <m:e>
                        <m:f>
                          <m:fPr>
                            <m:ctrlPr>
                              <a:rPr lang="en-US" sz="1600" i="1">
                                <a:latin typeface="Cambria Math" panose="02040503050406030204" pitchFamily="18" charset="0"/>
                              </a:rPr>
                            </m:ctrlPr>
                          </m:fPr>
                          <m:num>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𝑣</m:t>
                                </m:r>
                              </m:sub>
                            </m:sSub>
                            <m:r>
                              <a:rPr lang="en-US" sz="1600" i="0">
                                <a:latin typeface="Cambria Math" panose="02040503050406030204" pitchFamily="18" charset="0"/>
                              </a:rPr>
                              <m:t>∣</m:t>
                            </m:r>
                          </m:num>
                          <m:den>
                            <m:r>
                              <a:rPr lang="en-US" sz="1600" i="0">
                                <a:latin typeface="Cambria Math" panose="02040503050406030204" pitchFamily="18" charset="0"/>
                              </a:rPr>
                              <m:t>∣</m:t>
                            </m:r>
                            <m:r>
                              <a:rPr lang="en-US" sz="1600" i="1">
                                <a:latin typeface="Cambria Math" panose="02040503050406030204" pitchFamily="18" charset="0"/>
                              </a:rPr>
                              <m:t>𝑆</m:t>
                            </m:r>
                            <m:r>
                              <a:rPr lang="en-US" sz="1600" i="0">
                                <a:latin typeface="Cambria Math" panose="02040503050406030204" pitchFamily="18" charset="0"/>
                              </a:rPr>
                              <m:t>∣</m:t>
                            </m:r>
                          </m:den>
                        </m:f>
                      </m:e>
                    </m:nary>
                    <m:r>
                      <a:rPr lang="en-US" sz="1600" i="1">
                        <a:latin typeface="Cambria Math" panose="02040503050406030204" pitchFamily="18" charset="0"/>
                      </a:rPr>
                      <m:t>𝐻</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𝑣</m:t>
                            </m:r>
                          </m:sub>
                        </m:sSub>
                      </m:e>
                    </m:d>
                  </m:oMath>
                </a14:m>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Gini Index:</a:t>
                </a:r>
                <a:r>
                  <a:rPr lang="en-US" sz="1600" dirty="0">
                    <a:effectLst/>
                    <a:latin typeface="Arial Black" panose="020B0A04020102020204" pitchFamily="34" charset="0"/>
                  </a:rPr>
                  <a:t> </a:t>
                </a:r>
                <a14:m>
                  <m:oMath xmlns:m="http://schemas.openxmlformats.org/officeDocument/2006/math">
                    <m:r>
                      <a:rPr lang="en-US" sz="1600" i="1">
                        <a:latin typeface="Cambria Math" panose="02040503050406030204" pitchFamily="18" charset="0"/>
                      </a:rPr>
                      <m:t>𝐺𝑖𝑛𝑖</m:t>
                    </m:r>
                    <m:r>
                      <a:rPr lang="en-US" sz="1600" i="0">
                        <a:latin typeface="Cambria Math" panose="02040503050406030204" pitchFamily="18" charset="0"/>
                      </a:rPr>
                      <m:t>=1−</m:t>
                    </m:r>
                    <m:nary>
                      <m:naryPr>
                        <m:chr m:val="∑"/>
                        <m:grow m:val="on"/>
                        <m:subHide m:val="on"/>
                        <m:supHide m:val="on"/>
                        <m:ctrlPr>
                          <a:rPr lang="en-US" sz="1600" i="1">
                            <a:latin typeface="Cambria Math" panose="02040503050406030204" pitchFamily="18" charset="0"/>
                          </a:rPr>
                        </m:ctrlPr>
                      </m:naryPr>
                      <m:sub/>
                      <m:sup/>
                      <m:e>
                        <m:sSubSup>
                          <m:sSubSupPr>
                            <m:ctrlPr>
                              <a:rPr lang="en-US" sz="1600" i="1">
                                <a:latin typeface="Cambria Math" panose="02040503050406030204" pitchFamily="18" charset="0"/>
                              </a:rPr>
                            </m:ctrlPr>
                          </m:sSubSupPr>
                          <m:e>
                            <m:r>
                              <a:rPr lang="en-US" sz="1600" i="1">
                                <a:latin typeface="Cambria Math" panose="02040503050406030204" pitchFamily="18" charset="0"/>
                              </a:rPr>
                              <m:t>𝑝</m:t>
                            </m:r>
                          </m:e>
                          <m:sub>
                            <m:r>
                              <a:rPr lang="en-US" sz="1600" i="1">
                                <a:latin typeface="Cambria Math" panose="02040503050406030204" pitchFamily="18" charset="0"/>
                              </a:rPr>
                              <m:t>𝑖</m:t>
                            </m:r>
                          </m:sub>
                          <m:sup>
                            <m:r>
                              <a:rPr lang="en-US" sz="1600" i="0">
                                <a:latin typeface="Cambria Math" panose="02040503050406030204" pitchFamily="18" charset="0"/>
                              </a:rPr>
                              <m:t>2</m:t>
                            </m:r>
                          </m:sup>
                        </m:sSubSup>
                      </m:e>
                    </m:nary>
                  </m:oMath>
                </a14:m>
                <a:endParaRPr lang="en-US" sz="1600" dirty="0">
                  <a:latin typeface="Arial Black" panose="020B0A04020102020204" pitchFamily="34" charset="0"/>
                </a:endParaRPr>
              </a:p>
            </p:txBody>
          </p:sp>
        </mc:Choice>
        <mc:Fallback>
          <p:sp>
            <p:nvSpPr>
              <p:cNvPr id="7" name="TextBox 6">
                <a:extLst>
                  <a:ext uri="{FF2B5EF4-FFF2-40B4-BE49-F238E27FC236}">
                    <a16:creationId xmlns:a16="http://schemas.microsoft.com/office/drawing/2014/main" id="{54213284-5E33-A3C8-511F-8C153A27B845}"/>
                  </a:ext>
                </a:extLst>
              </p:cNvPr>
              <p:cNvSpPr txBox="1">
                <a:spLocks noRot="1" noChangeAspect="1" noMove="1" noResize="1" noEditPoints="1" noAdjustHandles="1" noChangeArrowheads="1" noChangeShapeType="1" noTextEdit="1"/>
              </p:cNvSpPr>
              <p:nvPr/>
            </p:nvSpPr>
            <p:spPr>
              <a:xfrm>
                <a:off x="850490" y="4664148"/>
                <a:ext cx="7983793" cy="1638782"/>
              </a:xfrm>
              <a:prstGeom prst="rect">
                <a:avLst/>
              </a:prstGeom>
              <a:blipFill>
                <a:blip r:embed="rId2"/>
                <a:stretch>
                  <a:fillRect l="-688" t="-5576" b="-58736"/>
                </a:stretch>
              </a:blipFill>
            </p:spPr>
            <p:txBody>
              <a:bodyPr/>
              <a:lstStyle/>
              <a:p>
                <a:r>
                  <a:rPr lang="en-US">
                    <a:noFill/>
                  </a:rPr>
                  <a:t> </a:t>
                </a:r>
              </a:p>
            </p:txBody>
          </p:sp>
        </mc:Fallback>
      </mc:AlternateContent>
    </p:spTree>
    <p:extLst>
      <p:ext uri="{BB962C8B-B14F-4D97-AF65-F5344CB8AC3E}">
        <p14:creationId xmlns:p14="http://schemas.microsoft.com/office/powerpoint/2010/main" val="1047121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8B1F-78E1-2F7E-B7B2-52C61414B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5239E-F678-6F00-B6D9-18958F984E82}"/>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F52DBCFD-15A2-5B00-C1F3-DD70E6BC5BFC}"/>
              </a:ext>
            </a:extLst>
          </p:cNvPr>
          <p:cNvSpPr txBox="1"/>
          <p:nvPr/>
        </p:nvSpPr>
        <p:spPr>
          <a:xfrm>
            <a:off x="727587" y="1856205"/>
            <a:ext cx="3470787" cy="3416320"/>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Advantages</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Easy to interpret and visualize.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Handles both numerical and categorical data.</a:t>
            </a:r>
            <a:endParaRPr lang="en-US" dirty="0">
              <a:latin typeface="Arial Black" panose="020B0A04020102020204" pitchFamily="34" charset="0"/>
            </a:endParaRPr>
          </a:p>
          <a:p>
            <a:pPr>
              <a:buNone/>
            </a:pPr>
            <a:endParaRPr lang="en-US" b="1" dirty="0">
              <a:latin typeface="Arial Black" panose="020B0A04020102020204" pitchFamily="34" charset="0"/>
            </a:endParaRPr>
          </a:p>
          <a:p>
            <a:pPr>
              <a:buNone/>
            </a:pPr>
            <a:r>
              <a:rPr lang="en-US" b="1" dirty="0">
                <a:solidFill>
                  <a:srgbClr val="FF0000"/>
                </a:solidFill>
                <a:latin typeface="Arial Black" panose="020B0A04020102020204" pitchFamily="34" charset="0"/>
              </a:rPr>
              <a:t>Limitations</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Overfits easily.</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Sensitive to small data changes.</a:t>
            </a:r>
            <a:endParaRPr lang="en-US" dirty="0">
              <a:latin typeface="Arial Black" panose="020B0A04020102020204" pitchFamily="34" charset="0"/>
            </a:endParaRPr>
          </a:p>
        </p:txBody>
      </p:sp>
      <p:sp>
        <p:nvSpPr>
          <p:cNvPr id="8" name="TextBox 7">
            <a:extLst>
              <a:ext uri="{FF2B5EF4-FFF2-40B4-BE49-F238E27FC236}">
                <a16:creationId xmlns:a16="http://schemas.microsoft.com/office/drawing/2014/main" id="{704FD672-56C3-1DEE-8F05-6763EC20E044}"/>
              </a:ext>
            </a:extLst>
          </p:cNvPr>
          <p:cNvSpPr txBox="1"/>
          <p:nvPr/>
        </p:nvSpPr>
        <p:spPr>
          <a:xfrm>
            <a:off x="6096000" y="1856205"/>
            <a:ext cx="5368413" cy="3970318"/>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Random Forest — Deep Dive</a:t>
            </a:r>
          </a:p>
          <a:p>
            <a:pPr>
              <a:buNone/>
            </a:pPr>
            <a:r>
              <a:rPr lang="en-US" b="1" dirty="0">
                <a:latin typeface="Arial Black" panose="020B0A04020102020204" pitchFamily="34" charset="0"/>
              </a:rPr>
              <a:t>Concept</a:t>
            </a:r>
          </a:p>
          <a:p>
            <a:pPr marL="285750" indent="-285750">
              <a:buFont typeface="Arial" panose="020B0604020202020204" pitchFamily="34" charset="0"/>
              <a:buChar char="•"/>
            </a:pPr>
            <a:r>
              <a:rPr lang="en-US" dirty="0">
                <a:effectLst/>
                <a:latin typeface="Arial Black" panose="020B0A04020102020204" pitchFamily="34" charset="0"/>
              </a:rPr>
              <a:t>Ensemble of multiple decision trees.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Uses </a:t>
            </a:r>
            <a:r>
              <a:rPr lang="en-US" b="1" dirty="0">
                <a:effectLst/>
                <a:latin typeface="Arial Black" panose="020B0A04020102020204" pitchFamily="34" charset="0"/>
              </a:rPr>
              <a:t>bagging (bootstrap aggregation)</a:t>
            </a:r>
            <a:r>
              <a:rPr lang="en-US" dirty="0">
                <a:effectLst/>
                <a:latin typeface="Arial Black" panose="020B0A04020102020204" pitchFamily="34" charset="0"/>
              </a:rPr>
              <a:t> and </a:t>
            </a:r>
            <a:r>
              <a:rPr lang="en-US" b="1" dirty="0">
                <a:effectLst/>
                <a:latin typeface="Arial Black" panose="020B0A04020102020204" pitchFamily="34" charset="0"/>
              </a:rPr>
              <a:t>feature randomness</a:t>
            </a:r>
            <a:r>
              <a:rPr lang="en-US" dirty="0">
                <a:effectLst/>
                <a:latin typeface="Arial Black" panose="020B0A04020102020204" pitchFamily="34" charset="0"/>
              </a:rPr>
              <a:t> to reduce variance.</a:t>
            </a:r>
            <a:endParaRPr lang="en-US" dirty="0">
              <a:latin typeface="Arial Black" panose="020B0A04020102020204" pitchFamily="34" charset="0"/>
            </a:endParaRPr>
          </a:p>
          <a:p>
            <a:pPr>
              <a:buNone/>
            </a:pPr>
            <a:r>
              <a:rPr lang="en-US" b="1" dirty="0">
                <a:solidFill>
                  <a:srgbClr val="FF0000"/>
                </a:solidFill>
                <a:latin typeface="Arial Black" panose="020B0A04020102020204" pitchFamily="34" charset="0"/>
              </a:rPr>
              <a:t>Algorithm Steps</a:t>
            </a:r>
          </a:p>
          <a:p>
            <a:pPr marL="342900" indent="-342900">
              <a:buFont typeface="+mj-lt"/>
              <a:buAutoNum type="arabicPeriod"/>
            </a:pPr>
            <a:r>
              <a:rPr lang="en-US" dirty="0">
                <a:effectLst/>
                <a:latin typeface="Arial Black" panose="020B0A04020102020204" pitchFamily="34" charset="0"/>
              </a:rPr>
              <a:t>Draw multiple bootstrap samples from the dataset.</a:t>
            </a:r>
            <a:endParaRPr lang="en-US" dirty="0">
              <a:latin typeface="Arial Black" panose="020B0A04020102020204" pitchFamily="34" charset="0"/>
            </a:endParaRPr>
          </a:p>
          <a:p>
            <a:pPr marL="342900" indent="-342900">
              <a:buFont typeface="+mj-lt"/>
              <a:buAutoNum type="arabicPeriod"/>
            </a:pPr>
            <a:r>
              <a:rPr lang="en-US" dirty="0">
                <a:effectLst/>
                <a:latin typeface="Arial Black" panose="020B0A04020102020204" pitchFamily="34" charset="0"/>
              </a:rPr>
              <a:t>Train a decision tree on each sample using random subsets of features.</a:t>
            </a:r>
            <a:endParaRPr lang="en-US" dirty="0">
              <a:latin typeface="Arial Black" panose="020B0A04020102020204" pitchFamily="34" charset="0"/>
            </a:endParaRPr>
          </a:p>
          <a:p>
            <a:pPr marL="342900" indent="-342900">
              <a:buFont typeface="+mj-lt"/>
              <a:buAutoNum type="arabicPeriod"/>
            </a:pPr>
            <a:r>
              <a:rPr lang="en-US" dirty="0">
                <a:effectLst/>
                <a:latin typeface="Arial Black" panose="020B0A04020102020204" pitchFamily="34" charset="0"/>
              </a:rPr>
              <a:t>Aggregate predictions:</a:t>
            </a:r>
            <a:endParaRPr lang="en-US" dirty="0">
              <a:latin typeface="Arial Black" panose="020B0A04020102020204" pitchFamily="34" charset="0"/>
            </a:endParaRPr>
          </a:p>
          <a:p>
            <a:pPr marL="742950" lvl="1" indent="-285750">
              <a:buFont typeface="+mj-lt"/>
              <a:buAutoNum type="arabicPeriod"/>
            </a:pPr>
            <a:r>
              <a:rPr lang="en-US" dirty="0">
                <a:effectLst/>
                <a:latin typeface="Arial Black" panose="020B0A04020102020204" pitchFamily="34" charset="0"/>
              </a:rPr>
              <a:t>Majority vote for classification.</a:t>
            </a:r>
            <a:endParaRPr lang="en-US" dirty="0">
              <a:latin typeface="Arial Black" panose="020B0A04020102020204" pitchFamily="34" charset="0"/>
            </a:endParaRPr>
          </a:p>
          <a:p>
            <a:pPr marL="742950" lvl="1" indent="-285750">
              <a:buFont typeface="+mj-lt"/>
              <a:buAutoNum type="arabicPeriod"/>
            </a:pPr>
            <a:r>
              <a:rPr lang="en-US" dirty="0">
                <a:effectLst/>
                <a:latin typeface="Arial Black" panose="020B0A04020102020204" pitchFamily="34" charset="0"/>
              </a:rPr>
              <a:t>Average for regression.</a:t>
            </a:r>
            <a:endParaRPr lang="en-US" dirty="0">
              <a:latin typeface="Arial Black" panose="020B0A04020102020204" pitchFamily="34" charset="0"/>
            </a:endParaRPr>
          </a:p>
        </p:txBody>
      </p:sp>
    </p:spTree>
    <p:extLst>
      <p:ext uri="{BB962C8B-B14F-4D97-AF65-F5344CB8AC3E}">
        <p14:creationId xmlns:p14="http://schemas.microsoft.com/office/powerpoint/2010/main" val="2463057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AA202-01F0-0B5D-4DDD-3BF30049D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33580-7691-D915-1DAA-CD74AF456A55}"/>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2F3A1813-0121-48AF-4784-A0B53DD23472}"/>
              </a:ext>
            </a:extLst>
          </p:cNvPr>
          <p:cNvSpPr txBox="1"/>
          <p:nvPr/>
        </p:nvSpPr>
        <p:spPr>
          <a:xfrm>
            <a:off x="398207" y="1517669"/>
            <a:ext cx="3947651" cy="4801314"/>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Mathematical Insight</a:t>
            </a:r>
          </a:p>
          <a:p>
            <a:pPr marL="285750" indent="-285750">
              <a:buFont typeface="Arial" panose="020B0604020202020204" pitchFamily="34" charset="0"/>
              <a:buChar char="•"/>
            </a:pPr>
            <a:r>
              <a:rPr lang="en-US" dirty="0">
                <a:effectLst/>
                <a:latin typeface="Arial Black" panose="020B0A04020102020204" pitchFamily="34" charset="0"/>
              </a:rPr>
              <a:t>Reduces variance by averaging uncorrelated models.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Each tree contributes a weak learner; together they form a strong learner.</a:t>
            </a:r>
            <a:endParaRPr lang="en-US" dirty="0">
              <a:latin typeface="Arial Black" panose="020B0A04020102020204" pitchFamily="34" charset="0"/>
            </a:endParaRPr>
          </a:p>
          <a:p>
            <a:pPr algn="ctr">
              <a:buNone/>
            </a:pPr>
            <a:r>
              <a:rPr lang="en-US" b="1" dirty="0">
                <a:solidFill>
                  <a:srgbClr val="FF0000"/>
                </a:solidFill>
                <a:latin typeface="Arial Black" panose="020B0A04020102020204" pitchFamily="34" charset="0"/>
              </a:rPr>
              <a:t>Advantages</a:t>
            </a:r>
          </a:p>
          <a:p>
            <a:pPr marL="285750" indent="-285750">
              <a:buFont typeface="Arial" panose="020B0604020202020204" pitchFamily="34" charset="0"/>
              <a:buChar char="•"/>
            </a:pPr>
            <a:r>
              <a:rPr lang="en-US" dirty="0">
                <a:effectLst/>
                <a:latin typeface="Arial Black" panose="020B0A04020102020204" pitchFamily="34" charset="0"/>
              </a:rPr>
              <a:t>High accuracy and robustness.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Handles missing data and large feature spaces.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Provides feature importance ranking.</a:t>
            </a:r>
            <a:endParaRPr lang="en-US" dirty="0">
              <a:latin typeface="Arial Black" panose="020B0A04020102020204" pitchFamily="34" charset="0"/>
            </a:endParaRPr>
          </a:p>
          <a:p>
            <a:pPr algn="ctr">
              <a:buNone/>
            </a:pPr>
            <a:r>
              <a:rPr lang="en-US" b="1" dirty="0">
                <a:solidFill>
                  <a:srgbClr val="FF0000"/>
                </a:solidFill>
                <a:latin typeface="Arial Black" panose="020B0A04020102020204" pitchFamily="34" charset="0"/>
              </a:rPr>
              <a:t>Limitations</a:t>
            </a:r>
          </a:p>
          <a:p>
            <a:pPr marL="285750" indent="-285750">
              <a:buFont typeface="Arial" panose="020B0604020202020204" pitchFamily="34" charset="0"/>
              <a:buChar char="•"/>
            </a:pPr>
            <a:r>
              <a:rPr lang="en-US" dirty="0">
                <a:effectLst/>
                <a:latin typeface="Arial Black" panose="020B0A04020102020204" pitchFamily="34" charset="0"/>
              </a:rPr>
              <a:t>Less interpretable.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Computationally heavier.</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A484810A-99A5-4E89-6907-CA4BD3172657}"/>
              </a:ext>
            </a:extLst>
          </p:cNvPr>
          <p:cNvSpPr txBox="1"/>
          <p:nvPr/>
        </p:nvSpPr>
        <p:spPr>
          <a:xfrm>
            <a:off x="6769509" y="1517669"/>
            <a:ext cx="5024284" cy="2308324"/>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Applications</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Credit scoring, medical diagnosis, spam detection, stock prediction, and image classification.</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Random Forest is widely used in Kaggle competitions for tabular data.</a:t>
            </a:r>
            <a:endParaRPr lang="en-US" dirty="0">
              <a:latin typeface="Arial Black" panose="020B0A04020102020204" pitchFamily="34" charset="0"/>
            </a:endParaRPr>
          </a:p>
        </p:txBody>
      </p:sp>
      <p:sp>
        <p:nvSpPr>
          <p:cNvPr id="10" name="TextBox 9">
            <a:extLst>
              <a:ext uri="{FF2B5EF4-FFF2-40B4-BE49-F238E27FC236}">
                <a16:creationId xmlns:a16="http://schemas.microsoft.com/office/drawing/2014/main" id="{8EA65BAA-2F6F-9053-0619-21F89FFEF52B}"/>
              </a:ext>
            </a:extLst>
          </p:cNvPr>
          <p:cNvSpPr txBox="1"/>
          <p:nvPr/>
        </p:nvSpPr>
        <p:spPr>
          <a:xfrm>
            <a:off x="5063613" y="4769944"/>
            <a:ext cx="6096000" cy="646331"/>
          </a:xfrm>
          <a:prstGeom prst="rect">
            <a:avLst/>
          </a:prstGeom>
          <a:noFill/>
        </p:spPr>
        <p:txBody>
          <a:bodyPr wrap="square">
            <a:spAutoFit/>
          </a:bodyPr>
          <a:lstStyle/>
          <a:p>
            <a:pPr algn="ctr"/>
            <a:r>
              <a:rPr lang="en-US" dirty="0">
                <a:solidFill>
                  <a:srgbClr val="FF0000"/>
                </a:solidFill>
                <a:latin typeface="Arial Black" panose="020B0A04020102020204" pitchFamily="34" charset="0"/>
              </a:rPr>
              <a:t>“A Decision Tree is one expert; a Random Forest is a panel of experts voting together.”</a:t>
            </a:r>
          </a:p>
        </p:txBody>
      </p:sp>
    </p:spTree>
    <p:extLst>
      <p:ext uri="{BB962C8B-B14F-4D97-AF65-F5344CB8AC3E}">
        <p14:creationId xmlns:p14="http://schemas.microsoft.com/office/powerpoint/2010/main" val="115199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B04ED-AB37-F250-2F58-7ACA57FAD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D32ED-FE76-7779-BC66-FAD3F7A8687F}"/>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1EC79243-6FBE-F528-48CA-B4FA556F09BD}"/>
              </a:ext>
            </a:extLst>
          </p:cNvPr>
          <p:cNvSpPr txBox="1"/>
          <p:nvPr/>
        </p:nvSpPr>
        <p:spPr>
          <a:xfrm>
            <a:off x="511278" y="1370692"/>
            <a:ext cx="7796981" cy="5016758"/>
          </a:xfrm>
          <a:prstGeom prst="rect">
            <a:avLst/>
          </a:prstGeom>
          <a:noFill/>
        </p:spPr>
        <p:txBody>
          <a:bodyPr wrap="square">
            <a:spAutoFit/>
          </a:bodyPr>
          <a:lstStyle/>
          <a:p>
            <a:r>
              <a:rPr lang="en-US" sz="1600" dirty="0">
                <a:latin typeface="Arial Black" panose="020B0A04020102020204" pitchFamily="34" charset="0"/>
              </a:rPr>
              <a:t>from </a:t>
            </a:r>
            <a:r>
              <a:rPr lang="en-US" sz="1600" dirty="0" err="1">
                <a:latin typeface="Arial Black" panose="020B0A04020102020204" pitchFamily="34" charset="0"/>
              </a:rPr>
              <a:t>sklearn.tree</a:t>
            </a:r>
            <a:r>
              <a:rPr lang="en-US" sz="1600" dirty="0">
                <a:latin typeface="Arial Black" panose="020B0A04020102020204" pitchFamily="34" charset="0"/>
              </a:rPr>
              <a:t> import </a:t>
            </a:r>
            <a:r>
              <a:rPr lang="en-US" sz="1600" dirty="0" err="1">
                <a:latin typeface="Arial Black" panose="020B0A04020102020204" pitchFamily="34" charset="0"/>
              </a:rPr>
              <a:t>DecisionTreeClassifier</a:t>
            </a:r>
            <a:endParaRPr lang="en-US" sz="1600" dirty="0">
              <a:latin typeface="Arial Black" panose="020B0A04020102020204" pitchFamily="34" charset="0"/>
            </a:endParaRPr>
          </a:p>
          <a:p>
            <a:r>
              <a:rPr lang="en-US" sz="1600" dirty="0">
                <a:latin typeface="Arial Black" panose="020B0A04020102020204" pitchFamily="34" charset="0"/>
              </a:rPr>
              <a:t>from </a:t>
            </a:r>
            <a:r>
              <a:rPr lang="en-US" sz="1600" dirty="0" err="1">
                <a:latin typeface="Arial Black" panose="020B0A04020102020204" pitchFamily="34" charset="0"/>
              </a:rPr>
              <a:t>sklearn</a:t>
            </a:r>
            <a:r>
              <a:rPr lang="en-US" sz="1600" dirty="0">
                <a:latin typeface="Arial Black" panose="020B0A04020102020204" pitchFamily="34" charset="0"/>
              </a:rPr>
              <a:t> import tree</a:t>
            </a:r>
          </a:p>
          <a:p>
            <a:r>
              <a:rPr lang="en-US" sz="1600" dirty="0">
                <a:latin typeface="Arial Black" panose="020B0A04020102020204" pitchFamily="34" charset="0"/>
              </a:rPr>
              <a:t>import pandas as pd</a:t>
            </a:r>
          </a:p>
          <a:p>
            <a:endParaRPr lang="en-US" sz="1600" dirty="0">
              <a:latin typeface="Arial Black" panose="020B0A04020102020204" pitchFamily="34" charset="0"/>
            </a:endParaRPr>
          </a:p>
          <a:p>
            <a:r>
              <a:rPr lang="en-US" sz="1600" dirty="0">
                <a:solidFill>
                  <a:srgbClr val="FF0000"/>
                </a:solidFill>
                <a:latin typeface="Arial Black" panose="020B0A04020102020204" pitchFamily="34" charset="0"/>
              </a:rPr>
              <a:t># Example dataset</a:t>
            </a:r>
          </a:p>
          <a:p>
            <a:r>
              <a:rPr lang="en-US" sz="1600" dirty="0">
                <a:latin typeface="Arial Black" panose="020B0A04020102020204" pitchFamily="34" charset="0"/>
              </a:rPr>
              <a:t>data = </a:t>
            </a:r>
            <a:r>
              <a:rPr lang="en-US" sz="1600" dirty="0" err="1">
                <a:latin typeface="Arial Black" panose="020B0A04020102020204" pitchFamily="34" charset="0"/>
              </a:rPr>
              <a:t>pd.read_csv</a:t>
            </a:r>
            <a:r>
              <a:rPr lang="en-US" sz="1600" dirty="0">
                <a:latin typeface="Arial Black" panose="020B0A04020102020204" pitchFamily="34" charset="0"/>
              </a:rPr>
              <a:t>("titanic.csv")</a:t>
            </a:r>
          </a:p>
          <a:p>
            <a:r>
              <a:rPr lang="en-US" sz="1600" dirty="0">
                <a:latin typeface="Arial Black" panose="020B0A04020102020204" pitchFamily="34" charset="0"/>
              </a:rPr>
              <a:t>X = data[['Age', 'Fare', '</a:t>
            </a:r>
            <a:r>
              <a:rPr lang="en-US" sz="1600" dirty="0" err="1">
                <a:latin typeface="Arial Black" panose="020B0A04020102020204" pitchFamily="34" charset="0"/>
              </a:rPr>
              <a:t>Pclass</a:t>
            </a:r>
            <a:r>
              <a:rPr lang="en-US" sz="1600" dirty="0">
                <a:latin typeface="Arial Black" panose="020B0A04020102020204" pitchFamily="34" charset="0"/>
              </a:rPr>
              <a:t>']]</a:t>
            </a:r>
          </a:p>
          <a:p>
            <a:r>
              <a:rPr lang="en-US" sz="1600" dirty="0">
                <a:latin typeface="Arial Black" panose="020B0A04020102020204" pitchFamily="34" charset="0"/>
              </a:rPr>
              <a:t>y = data['Survived']</a:t>
            </a:r>
          </a:p>
          <a:p>
            <a:r>
              <a:rPr lang="en-US" sz="1600" dirty="0" err="1">
                <a:latin typeface="Arial Black" panose="020B0A04020102020204" pitchFamily="34" charset="0"/>
              </a:rPr>
              <a:t>X.fillna</a:t>
            </a:r>
            <a:r>
              <a:rPr lang="en-US" sz="1600" dirty="0">
                <a:latin typeface="Arial Black" panose="020B0A04020102020204" pitchFamily="34" charset="0"/>
              </a:rPr>
              <a:t>(</a:t>
            </a:r>
            <a:r>
              <a:rPr lang="en-US" sz="1600" dirty="0" err="1">
                <a:latin typeface="Arial Black" panose="020B0A04020102020204" pitchFamily="34" charset="0"/>
              </a:rPr>
              <a:t>X.mean</a:t>
            </a:r>
            <a:r>
              <a:rPr lang="en-US" sz="1600" dirty="0">
                <a:latin typeface="Arial Black" panose="020B0A04020102020204" pitchFamily="34" charset="0"/>
              </a:rPr>
              <a:t>(), </a:t>
            </a:r>
            <a:r>
              <a:rPr lang="en-US" sz="1600" dirty="0" err="1">
                <a:latin typeface="Arial Black" panose="020B0A04020102020204" pitchFamily="34" charset="0"/>
              </a:rPr>
              <a:t>inplace</a:t>
            </a:r>
            <a:r>
              <a:rPr lang="en-US" sz="1600" dirty="0">
                <a:latin typeface="Arial Black" panose="020B0A04020102020204" pitchFamily="34" charset="0"/>
              </a:rPr>
              <a:t>=True)</a:t>
            </a:r>
          </a:p>
          <a:p>
            <a:endParaRPr lang="en-US" sz="1600" dirty="0">
              <a:latin typeface="Arial Black" panose="020B0A04020102020204" pitchFamily="34" charset="0"/>
            </a:endParaRPr>
          </a:p>
          <a:p>
            <a:r>
              <a:rPr lang="en-US" sz="1600" dirty="0">
                <a:solidFill>
                  <a:srgbClr val="FF0000"/>
                </a:solidFill>
                <a:latin typeface="Arial Black" panose="020B0A04020102020204" pitchFamily="34" charset="0"/>
              </a:rPr>
              <a:t># ID3-like (criterion='entropy')</a:t>
            </a:r>
          </a:p>
          <a:p>
            <a:r>
              <a:rPr lang="en-US" sz="1600" dirty="0">
                <a:latin typeface="Arial Black" panose="020B0A04020102020204" pitchFamily="34" charset="0"/>
              </a:rPr>
              <a:t>id3_tree = </a:t>
            </a:r>
            <a:r>
              <a:rPr lang="en-US" sz="1600" dirty="0" err="1">
                <a:latin typeface="Arial Black" panose="020B0A04020102020204" pitchFamily="34" charset="0"/>
              </a:rPr>
              <a:t>DecisionTreeClassifier</a:t>
            </a:r>
            <a:r>
              <a:rPr lang="en-US" sz="1600" dirty="0">
                <a:latin typeface="Arial Black" panose="020B0A04020102020204" pitchFamily="34" charset="0"/>
              </a:rPr>
              <a:t>(criterion='entropy', </a:t>
            </a:r>
            <a:r>
              <a:rPr lang="en-US" sz="1600" dirty="0" err="1">
                <a:latin typeface="Arial Black" panose="020B0A04020102020204" pitchFamily="34" charset="0"/>
              </a:rPr>
              <a:t>max_depth</a:t>
            </a:r>
            <a:r>
              <a:rPr lang="en-US" sz="1600" dirty="0">
                <a:latin typeface="Arial Black" panose="020B0A04020102020204" pitchFamily="34" charset="0"/>
              </a:rPr>
              <a:t>=4)</a:t>
            </a:r>
          </a:p>
          <a:p>
            <a:r>
              <a:rPr lang="en-US" sz="1600" dirty="0">
                <a:latin typeface="Arial Black" panose="020B0A04020102020204" pitchFamily="34" charset="0"/>
              </a:rPr>
              <a:t>id3_tree.fit(X, y)</a:t>
            </a:r>
          </a:p>
          <a:p>
            <a:endParaRPr lang="en-US" sz="1600" dirty="0">
              <a:latin typeface="Arial Black" panose="020B0A04020102020204" pitchFamily="34" charset="0"/>
            </a:endParaRPr>
          </a:p>
          <a:p>
            <a:r>
              <a:rPr lang="en-US" sz="1600" dirty="0">
                <a:solidFill>
                  <a:srgbClr val="FF0000"/>
                </a:solidFill>
                <a:latin typeface="Arial Black" panose="020B0A04020102020204" pitchFamily="34" charset="0"/>
              </a:rPr>
              <a:t># CART-like (criterion='</a:t>
            </a:r>
            <a:r>
              <a:rPr lang="en-US" sz="1600" dirty="0" err="1">
                <a:solidFill>
                  <a:srgbClr val="FF0000"/>
                </a:solidFill>
                <a:latin typeface="Arial Black" panose="020B0A04020102020204" pitchFamily="34" charset="0"/>
              </a:rPr>
              <a:t>gini</a:t>
            </a:r>
            <a:r>
              <a:rPr lang="en-US" sz="1600" dirty="0">
                <a:solidFill>
                  <a:srgbClr val="FF0000"/>
                </a:solidFill>
                <a:latin typeface="Arial Black" panose="020B0A04020102020204" pitchFamily="34" charset="0"/>
              </a:rPr>
              <a:t>')</a:t>
            </a:r>
          </a:p>
          <a:p>
            <a:r>
              <a:rPr lang="en-US" sz="1600" dirty="0" err="1">
                <a:latin typeface="Arial Black" panose="020B0A04020102020204" pitchFamily="34" charset="0"/>
              </a:rPr>
              <a:t>cart_tree</a:t>
            </a:r>
            <a:r>
              <a:rPr lang="en-US" sz="1600" dirty="0">
                <a:latin typeface="Arial Black" panose="020B0A04020102020204" pitchFamily="34" charset="0"/>
              </a:rPr>
              <a:t> = </a:t>
            </a:r>
            <a:r>
              <a:rPr lang="en-US" sz="1600" dirty="0" err="1">
                <a:latin typeface="Arial Black" panose="020B0A04020102020204" pitchFamily="34" charset="0"/>
              </a:rPr>
              <a:t>DecisionTreeClassifier</a:t>
            </a:r>
            <a:r>
              <a:rPr lang="en-US" sz="1600" dirty="0">
                <a:latin typeface="Arial Black" panose="020B0A04020102020204" pitchFamily="34" charset="0"/>
              </a:rPr>
              <a:t>(criterion='</a:t>
            </a:r>
            <a:r>
              <a:rPr lang="en-US" sz="1600" dirty="0" err="1">
                <a:latin typeface="Arial Black" panose="020B0A04020102020204" pitchFamily="34" charset="0"/>
              </a:rPr>
              <a:t>gini</a:t>
            </a:r>
            <a:r>
              <a:rPr lang="en-US" sz="1600" dirty="0">
                <a:latin typeface="Arial Black" panose="020B0A04020102020204" pitchFamily="34" charset="0"/>
              </a:rPr>
              <a:t>', </a:t>
            </a:r>
            <a:r>
              <a:rPr lang="en-US" sz="1600" dirty="0" err="1">
                <a:latin typeface="Arial Black" panose="020B0A04020102020204" pitchFamily="34" charset="0"/>
              </a:rPr>
              <a:t>max_depth</a:t>
            </a:r>
            <a:r>
              <a:rPr lang="en-US" sz="1600" dirty="0">
                <a:latin typeface="Arial Black" panose="020B0A04020102020204" pitchFamily="34" charset="0"/>
              </a:rPr>
              <a:t>=4)</a:t>
            </a:r>
          </a:p>
          <a:p>
            <a:r>
              <a:rPr lang="en-US" sz="1600" dirty="0" err="1">
                <a:latin typeface="Arial Black" panose="020B0A04020102020204" pitchFamily="34" charset="0"/>
              </a:rPr>
              <a:t>cart_tree.fit</a:t>
            </a:r>
            <a:r>
              <a:rPr lang="en-US" sz="1600" dirty="0">
                <a:latin typeface="Arial Black" panose="020B0A04020102020204" pitchFamily="34" charset="0"/>
              </a:rPr>
              <a:t>(X, y)</a:t>
            </a:r>
          </a:p>
          <a:p>
            <a:endParaRPr lang="en-US" sz="1600" dirty="0">
              <a:latin typeface="Arial Black" panose="020B0A04020102020204" pitchFamily="34" charset="0"/>
            </a:endParaRPr>
          </a:p>
          <a:p>
            <a:r>
              <a:rPr lang="en-US" sz="1600" dirty="0">
                <a:latin typeface="Arial Black" panose="020B0A04020102020204" pitchFamily="34" charset="0"/>
              </a:rPr>
              <a:t>print("ID3 Accuracy:", id3_tree.score(X, y))</a:t>
            </a:r>
          </a:p>
          <a:p>
            <a:r>
              <a:rPr lang="en-US" sz="1600" dirty="0">
                <a:latin typeface="Arial Black" panose="020B0A04020102020204" pitchFamily="34" charset="0"/>
              </a:rPr>
              <a:t>print("CART Accuracy:", </a:t>
            </a:r>
            <a:r>
              <a:rPr lang="en-US" sz="1600" dirty="0" err="1">
                <a:latin typeface="Arial Black" panose="020B0A04020102020204" pitchFamily="34" charset="0"/>
              </a:rPr>
              <a:t>cart_tree.score</a:t>
            </a:r>
            <a:r>
              <a:rPr lang="en-US" sz="1600" dirty="0">
                <a:latin typeface="Arial Black" panose="020B0A04020102020204" pitchFamily="34" charset="0"/>
              </a:rPr>
              <a:t>(X, y))</a:t>
            </a:r>
          </a:p>
        </p:txBody>
      </p:sp>
      <p:sp>
        <p:nvSpPr>
          <p:cNvPr id="8" name="TextBox 7">
            <a:extLst>
              <a:ext uri="{FF2B5EF4-FFF2-40B4-BE49-F238E27FC236}">
                <a16:creationId xmlns:a16="http://schemas.microsoft.com/office/drawing/2014/main" id="{CBC433AC-97E9-679B-A00D-186333EC9DFE}"/>
              </a:ext>
            </a:extLst>
          </p:cNvPr>
          <p:cNvSpPr txBox="1"/>
          <p:nvPr/>
        </p:nvSpPr>
        <p:spPr>
          <a:xfrm>
            <a:off x="7796982" y="2892520"/>
            <a:ext cx="4139380" cy="369332"/>
          </a:xfrm>
          <a:prstGeom prst="rect">
            <a:avLst/>
          </a:prstGeom>
          <a:noFill/>
        </p:spPr>
        <p:txBody>
          <a:bodyPr wrap="square">
            <a:spAutoFit/>
          </a:bodyPr>
          <a:lstStyle/>
          <a:p>
            <a:r>
              <a:rPr lang="en-US" dirty="0">
                <a:solidFill>
                  <a:srgbClr val="7030A0"/>
                </a:solidFill>
                <a:latin typeface="Arial Black" panose="020B0A04020102020204" pitchFamily="34" charset="0"/>
              </a:rPr>
              <a:t>Python Demonstration Snippet</a:t>
            </a:r>
          </a:p>
        </p:txBody>
      </p:sp>
    </p:spTree>
    <p:extLst>
      <p:ext uri="{BB962C8B-B14F-4D97-AF65-F5344CB8AC3E}">
        <p14:creationId xmlns:p14="http://schemas.microsoft.com/office/powerpoint/2010/main" val="179907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B9BE-2EB9-22D9-C25E-18FCCD1E7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4B770-B847-D7C6-29D4-33854079F98A}"/>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F19F3D76-4410-0B5F-C090-8B1E815EC44F}"/>
              </a:ext>
            </a:extLst>
          </p:cNvPr>
          <p:cNvSpPr txBox="1"/>
          <p:nvPr/>
        </p:nvSpPr>
        <p:spPr>
          <a:xfrm>
            <a:off x="737419" y="1241115"/>
            <a:ext cx="10481187" cy="2995692"/>
          </a:xfrm>
          <a:prstGeom prst="rect">
            <a:avLst/>
          </a:prstGeom>
          <a:noFill/>
        </p:spPr>
        <p:txBody>
          <a:bodyPr wrap="square">
            <a:spAutoFit/>
          </a:bodyPr>
          <a:lstStyle/>
          <a:p>
            <a:pPr algn="just" rtl="0" fontAlgn="base">
              <a:spcAft>
                <a:spcPts val="750"/>
              </a:spcAft>
              <a:buNone/>
            </a:pPr>
            <a:r>
              <a:rPr lang="en-US" b="0" i="0" dirty="0">
                <a:solidFill>
                  <a:srgbClr val="273239"/>
                </a:solidFill>
                <a:effectLst/>
                <a:latin typeface="Arial Black" panose="020B0A04020102020204" pitchFamily="34" charset="0"/>
              </a:rPr>
              <a:t>The ID3 algorithm constructs a decision tree by selecting the attribute that best splits the dataset at each step. It uses Entropy and Information Gain to measure impurity and determine the most informative feature for splitting the data.</a:t>
            </a:r>
          </a:p>
          <a:p>
            <a:pPr algn="just" rtl="0" fontAlgn="base">
              <a:spcAft>
                <a:spcPts val="750"/>
              </a:spcAft>
              <a:buNone/>
            </a:pPr>
            <a:r>
              <a:rPr lang="en-US" b="1" i="0" dirty="0">
                <a:solidFill>
                  <a:srgbClr val="FF0000"/>
                </a:solidFill>
                <a:effectLst/>
                <a:latin typeface="Arial Black" panose="020B0A04020102020204" pitchFamily="34" charset="0"/>
              </a:rPr>
              <a:t>Step 1: Initialize Root Node</a:t>
            </a:r>
            <a:endParaRPr lang="en-US" b="0" i="0" dirty="0">
              <a:solidFill>
                <a:srgbClr val="FF0000"/>
              </a:solidFill>
              <a:effectLst/>
              <a:latin typeface="Arial Black" panose="020B0A04020102020204" pitchFamily="34" charset="0"/>
            </a:endParaRPr>
          </a:p>
          <a:p>
            <a:pPr algn="just" rtl="0" fontAlgn="base">
              <a:spcAft>
                <a:spcPts val="750"/>
              </a:spcAft>
              <a:buNone/>
            </a:pPr>
            <a:r>
              <a:rPr lang="en-US" b="0" i="0" dirty="0">
                <a:solidFill>
                  <a:srgbClr val="273239"/>
                </a:solidFill>
                <a:effectLst/>
                <a:latin typeface="Arial Black" panose="020B0A04020102020204" pitchFamily="34" charset="0"/>
              </a:rPr>
              <a:t>The entire dataset is placed at the root node containing all training samples.</a:t>
            </a:r>
          </a:p>
          <a:p>
            <a:pPr algn="just" rtl="0" fontAlgn="base">
              <a:spcAft>
                <a:spcPts val="750"/>
              </a:spcAft>
              <a:buNone/>
            </a:pPr>
            <a:r>
              <a:rPr lang="en-US" b="1" i="0" dirty="0">
                <a:solidFill>
                  <a:srgbClr val="FF0000"/>
                </a:solidFill>
                <a:effectLst/>
                <a:latin typeface="Arial Black" panose="020B0A04020102020204" pitchFamily="34" charset="0"/>
              </a:rPr>
              <a:t>Step 2: Calculate Entropy</a:t>
            </a:r>
            <a:endParaRPr lang="en-US" b="0" i="0" dirty="0">
              <a:solidFill>
                <a:srgbClr val="FF0000"/>
              </a:solidFill>
              <a:effectLst/>
              <a:latin typeface="Arial Black" panose="020B0A04020102020204" pitchFamily="34" charset="0"/>
            </a:endParaRPr>
          </a:p>
          <a:p>
            <a:pPr algn="just" rtl="0" fontAlgn="base">
              <a:spcAft>
                <a:spcPts val="750"/>
              </a:spcAft>
              <a:buNone/>
            </a:pPr>
            <a:r>
              <a:rPr lang="en-US" b="0" i="0" dirty="0">
                <a:solidFill>
                  <a:srgbClr val="273239"/>
                </a:solidFill>
                <a:effectLst/>
                <a:latin typeface="Arial Black" panose="020B0A04020102020204" pitchFamily="34" charset="0"/>
              </a:rPr>
              <a:t>Entropy measures the amount of randomness or impurity in a dataset. If all data points belong to the same class, entropy is 0 (pure node). If the data is evenly distributed among classes, entropy is higher, indicating more disorder.</a:t>
            </a:r>
          </a:p>
        </p:txBody>
      </p:sp>
      <p:sp>
        <p:nvSpPr>
          <p:cNvPr id="7" name="TextBox 6">
            <a:extLst>
              <a:ext uri="{FF2B5EF4-FFF2-40B4-BE49-F238E27FC236}">
                <a16:creationId xmlns:a16="http://schemas.microsoft.com/office/drawing/2014/main" id="{E54B9002-D08B-FAA6-51B9-C912DE5D6F4C}"/>
              </a:ext>
            </a:extLst>
          </p:cNvPr>
          <p:cNvSpPr txBox="1"/>
          <p:nvPr/>
        </p:nvSpPr>
        <p:spPr>
          <a:xfrm>
            <a:off x="737419" y="4462259"/>
            <a:ext cx="10481187" cy="1754326"/>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Entropy in Decision Trees</a:t>
            </a:r>
          </a:p>
          <a:p>
            <a:pPr>
              <a:buNone/>
            </a:pPr>
            <a:endParaRPr lang="en-US" b="1" dirty="0">
              <a:solidFill>
                <a:srgbClr val="FF0000"/>
              </a:solidFill>
              <a:latin typeface="Arial Black" panose="020B0A04020102020204" pitchFamily="34" charset="0"/>
            </a:endParaRPr>
          </a:p>
          <a:p>
            <a:pPr>
              <a:buNone/>
            </a:pPr>
            <a:r>
              <a:rPr lang="en-US" b="1" dirty="0">
                <a:solidFill>
                  <a:srgbClr val="FF0000"/>
                </a:solidFill>
                <a:latin typeface="Arial Black" panose="020B0A04020102020204" pitchFamily="34" charset="0"/>
              </a:rPr>
              <a:t>Definition: </a:t>
            </a:r>
            <a:r>
              <a:rPr lang="en-US" dirty="0">
                <a:effectLst/>
                <a:latin typeface="Arial Black" panose="020B0A04020102020204" pitchFamily="34" charset="0"/>
              </a:rPr>
              <a:t>Entropy is a </a:t>
            </a:r>
            <a:r>
              <a:rPr lang="en-US" b="1" dirty="0">
                <a:effectLst/>
                <a:latin typeface="Arial Black" panose="020B0A04020102020204" pitchFamily="34" charset="0"/>
              </a:rPr>
              <a:t>measure of impurity or disorder</a:t>
            </a:r>
            <a:r>
              <a:rPr lang="en-US" dirty="0">
                <a:effectLst/>
                <a:latin typeface="Arial Black" panose="020B0A04020102020204" pitchFamily="34" charset="0"/>
              </a:rPr>
              <a:t> in a dataset. It quantifies how mixed the classes are within a subset of data.</a:t>
            </a:r>
          </a:p>
          <a:p>
            <a:pPr>
              <a:buNone/>
            </a:pPr>
            <a:endParaRPr lang="en-US" dirty="0">
              <a:latin typeface="Arial Black" panose="020B0A04020102020204" pitchFamily="34" charset="0"/>
            </a:endParaRPr>
          </a:p>
          <a:p>
            <a:pPr>
              <a:buNone/>
            </a:pPr>
            <a:r>
              <a:rPr lang="en-US" dirty="0">
                <a:solidFill>
                  <a:srgbClr val="FF0000"/>
                </a:solidFill>
                <a:effectLst/>
                <a:latin typeface="Arial Black" panose="020B0A04020102020204" pitchFamily="34" charset="0"/>
              </a:rPr>
              <a:t>In simple terms: Entropy tells us </a:t>
            </a:r>
            <a:r>
              <a:rPr lang="en-US" b="1" dirty="0">
                <a:solidFill>
                  <a:srgbClr val="FF0000"/>
                </a:solidFill>
                <a:effectLst/>
                <a:latin typeface="Arial Black" panose="020B0A04020102020204" pitchFamily="34" charset="0"/>
              </a:rPr>
              <a:t>how uncertain</a:t>
            </a:r>
            <a:r>
              <a:rPr lang="en-US" dirty="0">
                <a:solidFill>
                  <a:srgbClr val="FF0000"/>
                </a:solidFill>
                <a:effectLst/>
                <a:latin typeface="Arial Black" panose="020B0A04020102020204" pitchFamily="34" charset="0"/>
              </a:rPr>
              <a:t> we are about the outcome.</a:t>
            </a:r>
            <a:endParaRPr lang="en-US"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4030883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C472E-BC81-AAAB-BCFA-908F6F39E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6BFEA-8212-1D48-081C-5829329684C0}"/>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graphicFrame>
        <p:nvGraphicFramePr>
          <p:cNvPr id="3" name="Table 2">
            <a:extLst>
              <a:ext uri="{FF2B5EF4-FFF2-40B4-BE49-F238E27FC236}">
                <a16:creationId xmlns:a16="http://schemas.microsoft.com/office/drawing/2014/main" id="{2FA86EB1-33F5-915A-6AD3-88F5336E7264}"/>
              </a:ext>
            </a:extLst>
          </p:cNvPr>
          <p:cNvGraphicFramePr>
            <a:graphicFrameLocks noGrp="1"/>
          </p:cNvGraphicFramePr>
          <p:nvPr>
            <p:extLst>
              <p:ext uri="{D42A27DB-BD31-4B8C-83A1-F6EECF244321}">
                <p14:modId xmlns:p14="http://schemas.microsoft.com/office/powerpoint/2010/main" val="1035772896"/>
              </p:ext>
            </p:extLst>
          </p:nvPr>
        </p:nvGraphicFramePr>
        <p:xfrm>
          <a:off x="838200" y="2063790"/>
          <a:ext cx="10515600" cy="1645920"/>
        </p:xfrm>
        <a:graphic>
          <a:graphicData uri="http://schemas.openxmlformats.org/drawingml/2006/table">
            <a:tbl>
              <a:tblPr/>
              <a:tblGrid>
                <a:gridCol w="5257800">
                  <a:extLst>
                    <a:ext uri="{9D8B030D-6E8A-4147-A177-3AD203B41FA5}">
                      <a16:colId xmlns:a16="http://schemas.microsoft.com/office/drawing/2014/main" val="2394779585"/>
                    </a:ext>
                  </a:extLst>
                </a:gridCol>
                <a:gridCol w="5257800">
                  <a:extLst>
                    <a:ext uri="{9D8B030D-6E8A-4147-A177-3AD203B41FA5}">
                      <a16:colId xmlns:a16="http://schemas.microsoft.com/office/drawing/2014/main" val="1584802439"/>
                    </a:ext>
                  </a:extLst>
                </a:gridCol>
              </a:tblGrid>
              <a:tr h="0">
                <a:tc>
                  <a:txBody>
                    <a:bodyPr/>
                    <a:lstStyle/>
                    <a:p>
                      <a:pPr>
                        <a:buNone/>
                      </a:pPr>
                      <a:r>
                        <a:rPr lang="en-US" dirty="0">
                          <a:solidFill>
                            <a:srgbClr val="FF0000"/>
                          </a:solidFill>
                          <a:latin typeface="Arial Black" panose="020B0A04020102020204" pitchFamily="34" charset="0"/>
                        </a:rPr>
                        <a:t>Entropy Value</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Meaning</a:t>
                      </a:r>
                    </a:p>
                  </a:txBody>
                  <a:tcPr anchor="ctr">
                    <a:lnL>
                      <a:noFill/>
                    </a:lnL>
                    <a:lnR>
                      <a:noFill/>
                    </a:lnR>
                    <a:lnT>
                      <a:noFill/>
                    </a:lnT>
                    <a:lnB>
                      <a:noFill/>
                    </a:lnB>
                    <a:noFill/>
                  </a:tcPr>
                </a:tc>
                <a:extLst>
                  <a:ext uri="{0D108BD9-81ED-4DB2-BD59-A6C34878D82A}">
                    <a16:rowId xmlns:a16="http://schemas.microsoft.com/office/drawing/2014/main" val="3447797659"/>
                  </a:ext>
                </a:extLst>
              </a:tr>
              <a:tr h="0">
                <a:tc>
                  <a:txBody>
                    <a:bodyPr/>
                    <a:lstStyle/>
                    <a:p>
                      <a:pPr>
                        <a:buNone/>
                      </a:pPr>
                      <a:r>
                        <a:rPr lang="en-US" b="1" dirty="0">
                          <a:latin typeface="Arial Black" panose="020B0A04020102020204" pitchFamily="34" charset="0"/>
                        </a:rPr>
                        <a:t>0</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Perfectly pure (all samples belong to one class)</a:t>
                      </a:r>
                    </a:p>
                  </a:txBody>
                  <a:tcPr anchor="ctr">
                    <a:lnL>
                      <a:noFill/>
                    </a:lnL>
                    <a:lnR>
                      <a:noFill/>
                    </a:lnR>
                    <a:lnT>
                      <a:noFill/>
                    </a:lnT>
                    <a:lnB>
                      <a:noFill/>
                    </a:lnB>
                    <a:noFill/>
                  </a:tcPr>
                </a:tc>
                <a:extLst>
                  <a:ext uri="{0D108BD9-81ED-4DB2-BD59-A6C34878D82A}">
                    <a16:rowId xmlns:a16="http://schemas.microsoft.com/office/drawing/2014/main" val="994492497"/>
                  </a:ext>
                </a:extLst>
              </a:tr>
              <a:tr h="0">
                <a:tc>
                  <a:txBody>
                    <a:bodyPr/>
                    <a:lstStyle/>
                    <a:p>
                      <a:pPr>
                        <a:buNone/>
                      </a:pPr>
                      <a:r>
                        <a:rPr lang="en-US" b="1" dirty="0">
                          <a:latin typeface="Arial Black" panose="020B0A04020102020204" pitchFamily="34" charset="0"/>
                        </a:rPr>
                        <a:t>1</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Maximum disorder (equal mix of classes)</a:t>
                      </a:r>
                    </a:p>
                  </a:txBody>
                  <a:tcPr anchor="ctr">
                    <a:lnL>
                      <a:noFill/>
                    </a:lnL>
                    <a:lnR>
                      <a:noFill/>
                    </a:lnR>
                    <a:lnT>
                      <a:noFill/>
                    </a:lnT>
                    <a:lnB>
                      <a:noFill/>
                    </a:lnB>
                    <a:noFill/>
                  </a:tcPr>
                </a:tc>
                <a:extLst>
                  <a:ext uri="{0D108BD9-81ED-4DB2-BD59-A6C34878D82A}">
                    <a16:rowId xmlns:a16="http://schemas.microsoft.com/office/drawing/2014/main" val="1397358819"/>
                  </a:ext>
                </a:extLst>
              </a:tr>
            </a:tbl>
          </a:graphicData>
        </a:graphic>
      </p:graphicFrame>
      <p:sp>
        <p:nvSpPr>
          <p:cNvPr id="6" name="TextBox 5">
            <a:extLst>
              <a:ext uri="{FF2B5EF4-FFF2-40B4-BE49-F238E27FC236}">
                <a16:creationId xmlns:a16="http://schemas.microsoft.com/office/drawing/2014/main" id="{D1C81EC8-F0F2-805D-6B7F-8035FFB8322A}"/>
              </a:ext>
            </a:extLst>
          </p:cNvPr>
          <p:cNvSpPr txBox="1"/>
          <p:nvPr/>
        </p:nvSpPr>
        <p:spPr>
          <a:xfrm>
            <a:off x="2608006" y="1409738"/>
            <a:ext cx="6096000" cy="400110"/>
          </a:xfrm>
          <a:prstGeom prst="rect">
            <a:avLst/>
          </a:prstGeom>
          <a:noFill/>
        </p:spPr>
        <p:txBody>
          <a:bodyPr wrap="square">
            <a:spAutoFit/>
          </a:bodyPr>
          <a:lstStyle/>
          <a:p>
            <a:pPr algn="ctr">
              <a:buNone/>
            </a:pPr>
            <a:r>
              <a:rPr lang="en-US" sz="2000" b="1" dirty="0">
                <a:solidFill>
                  <a:srgbClr val="7030A0"/>
                </a:solidFill>
                <a:latin typeface="Arial Black" panose="020B0A04020102020204" pitchFamily="34" charset="0"/>
              </a:rPr>
              <a:t>Interpretation</a:t>
            </a:r>
          </a:p>
        </p:txBody>
      </p:sp>
      <p:sp>
        <p:nvSpPr>
          <p:cNvPr id="9" name="TextBox 8">
            <a:extLst>
              <a:ext uri="{FF2B5EF4-FFF2-40B4-BE49-F238E27FC236}">
                <a16:creationId xmlns:a16="http://schemas.microsoft.com/office/drawing/2014/main" id="{ADD4F5DB-A5F5-7EFF-1895-7056D78ABAA4}"/>
              </a:ext>
            </a:extLst>
          </p:cNvPr>
          <p:cNvSpPr txBox="1"/>
          <p:nvPr/>
        </p:nvSpPr>
        <p:spPr>
          <a:xfrm>
            <a:off x="838200" y="3963652"/>
            <a:ext cx="10734368" cy="615553"/>
          </a:xfrm>
          <a:prstGeom prst="rect">
            <a:avLst/>
          </a:prstGeom>
          <a:noFill/>
        </p:spPr>
        <p:txBody>
          <a:bodyPr wrap="square">
            <a:spAutoFit/>
          </a:bodyPr>
          <a:lstStyle/>
          <a:p>
            <a:pPr algn="just">
              <a:buNone/>
            </a:pPr>
            <a:r>
              <a:rPr lang="en-US" dirty="0">
                <a:solidFill>
                  <a:srgbClr val="FF0000"/>
                </a:solidFill>
                <a:effectLst/>
                <a:latin typeface="Arial Black" panose="020B0A04020102020204" pitchFamily="34" charset="0"/>
              </a:rPr>
              <a:t>Example:</a:t>
            </a:r>
            <a:r>
              <a:rPr lang="en-US" sz="1600" dirty="0">
                <a:effectLst/>
                <a:latin typeface="Arial Black" panose="020B0A04020102020204" pitchFamily="34" charset="0"/>
              </a:rPr>
              <a:t> If 100 passengers are all survivors → Entropy = 0 (pure). If 50 survived and 50 didn’t → Entropy = 1 (maximum uncertainty).</a:t>
            </a:r>
            <a:endParaRPr lang="en-US" sz="1600" dirty="0">
              <a:latin typeface="Arial Black" panose="020B0A04020102020204" pitchFamily="34" charset="0"/>
            </a:endParaRPr>
          </a:p>
        </p:txBody>
      </p:sp>
      <p:sp>
        <p:nvSpPr>
          <p:cNvPr id="11" name="TextBox 10">
            <a:extLst>
              <a:ext uri="{FF2B5EF4-FFF2-40B4-BE49-F238E27FC236}">
                <a16:creationId xmlns:a16="http://schemas.microsoft.com/office/drawing/2014/main" id="{DC785072-B086-95A8-07C0-4CC077919E4A}"/>
              </a:ext>
            </a:extLst>
          </p:cNvPr>
          <p:cNvSpPr txBox="1"/>
          <p:nvPr/>
        </p:nvSpPr>
        <p:spPr>
          <a:xfrm>
            <a:off x="727587" y="4848097"/>
            <a:ext cx="10734368" cy="923330"/>
          </a:xfrm>
          <a:prstGeom prst="rect">
            <a:avLst/>
          </a:prstGeom>
          <a:noFill/>
        </p:spPr>
        <p:txBody>
          <a:bodyPr wrap="square">
            <a:spAutoFit/>
          </a:bodyPr>
          <a:lstStyle/>
          <a:p>
            <a:pPr algn="just"/>
            <a:r>
              <a:rPr lang="en-US" dirty="0">
                <a:latin typeface="Arial Black" panose="020B0A04020102020204" pitchFamily="34" charset="0"/>
              </a:rPr>
              <a:t>“Entropy is like confusion in a classroom — if everyone agrees on the answer, confusion is zero. If half say ‘</a:t>
            </a:r>
            <a:r>
              <a:rPr lang="en-US" dirty="0" err="1">
                <a:latin typeface="Arial Black" panose="020B0A04020102020204" pitchFamily="34" charset="0"/>
              </a:rPr>
              <a:t>yes’</a:t>
            </a:r>
            <a:r>
              <a:rPr lang="en-US" dirty="0">
                <a:latin typeface="Arial Black" panose="020B0A04020102020204" pitchFamily="34" charset="0"/>
              </a:rPr>
              <a:t> and half say ‘no,’ confusion is maximum. Decision Trees aim to reduce that confusion step by step.”</a:t>
            </a:r>
          </a:p>
        </p:txBody>
      </p:sp>
    </p:spTree>
    <p:extLst>
      <p:ext uri="{BB962C8B-B14F-4D97-AF65-F5344CB8AC3E}">
        <p14:creationId xmlns:p14="http://schemas.microsoft.com/office/powerpoint/2010/main" val="2468391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D8791-F4BC-BAA3-87F1-AC6497542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D70F1-C025-B45D-87BC-26A99C9ED125}"/>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p:pic>
        <p:nvPicPr>
          <p:cNvPr id="5" name="Picture 4">
            <a:extLst>
              <a:ext uri="{FF2B5EF4-FFF2-40B4-BE49-F238E27FC236}">
                <a16:creationId xmlns:a16="http://schemas.microsoft.com/office/drawing/2014/main" id="{2F49FC72-F7DE-386B-4F76-2150C19C4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248" y="1406011"/>
            <a:ext cx="7573298" cy="5048865"/>
          </a:xfrm>
          <a:prstGeom prst="rect">
            <a:avLst/>
          </a:prstGeom>
        </p:spPr>
      </p:pic>
      <p:sp>
        <p:nvSpPr>
          <p:cNvPr id="12" name="TextBox 11">
            <a:extLst>
              <a:ext uri="{FF2B5EF4-FFF2-40B4-BE49-F238E27FC236}">
                <a16:creationId xmlns:a16="http://schemas.microsoft.com/office/drawing/2014/main" id="{EC3A2673-FD65-9A9A-677E-87FC11C77BF7}"/>
              </a:ext>
            </a:extLst>
          </p:cNvPr>
          <p:cNvSpPr txBox="1"/>
          <p:nvPr/>
        </p:nvSpPr>
        <p:spPr>
          <a:xfrm>
            <a:off x="7934632" y="2664145"/>
            <a:ext cx="3873910" cy="2308324"/>
          </a:xfrm>
          <a:prstGeom prst="rect">
            <a:avLst/>
          </a:prstGeom>
          <a:noFill/>
        </p:spPr>
        <p:txBody>
          <a:bodyPr wrap="square">
            <a:spAutoFit/>
          </a:bodyPr>
          <a:lstStyle/>
          <a:p>
            <a:pPr algn="just"/>
            <a:r>
              <a:rPr lang="en-US" dirty="0">
                <a:latin typeface="Arial Black" panose="020B0A04020102020204" pitchFamily="34" charset="0"/>
              </a:rPr>
              <a:t>“Entropy tells us how confused the data is. When we split smartly, confusion drops — that’s information gain. A good decision tree keeps asking questions that make the data purer each time.”</a:t>
            </a:r>
          </a:p>
        </p:txBody>
      </p:sp>
    </p:spTree>
    <p:extLst>
      <p:ext uri="{BB962C8B-B14F-4D97-AF65-F5344CB8AC3E}">
        <p14:creationId xmlns:p14="http://schemas.microsoft.com/office/powerpoint/2010/main" val="1486875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39411-7D30-E256-1DAD-4995F80D2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6C4AA-5007-CEC8-1AD1-34C664E09A42}"/>
              </a:ext>
            </a:extLst>
          </p:cNvPr>
          <p:cNvSpPr>
            <a:spLocks noGrp="1"/>
          </p:cNvSpPr>
          <p:nvPr>
            <p:ph type="ctrTitle"/>
          </p:nvPr>
        </p:nvSpPr>
        <p:spPr>
          <a:xfrm>
            <a:off x="1288026" y="0"/>
            <a:ext cx="9144000" cy="1248544"/>
          </a:xfrm>
        </p:spPr>
        <p:txBody>
          <a:bodyPr>
            <a:normAutofit/>
          </a:bodyPr>
          <a:lstStyle/>
          <a:p>
            <a:r>
              <a:rPr lang="en-US" sz="3600" dirty="0">
                <a:latin typeface="Arial Black" panose="020B0A04020102020204" pitchFamily="34" charset="0"/>
              </a:rPr>
              <a:t>DECISION TREES &amp; RANDOM FOREST</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29484DD-0927-D7C5-0622-D3BB7AB03CE0}"/>
                  </a:ext>
                </a:extLst>
              </p:cNvPr>
              <p:cNvSpPr txBox="1"/>
              <p:nvPr/>
            </p:nvSpPr>
            <p:spPr>
              <a:xfrm>
                <a:off x="894736" y="1390000"/>
                <a:ext cx="10137058" cy="3999172"/>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Slide Highlights</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Top Section:</a:t>
                </a:r>
                <a:endParaRPr lang="en-US" dirty="0">
                  <a:solidFill>
                    <a:srgbClr val="FF0000"/>
                  </a:solidFill>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Clear definition — </a:t>
                </a:r>
                <a:r>
                  <a:rPr lang="en-US" i="1" dirty="0">
                    <a:effectLst/>
                    <a:latin typeface="Arial Black" panose="020B0A04020102020204" pitchFamily="34" charset="0"/>
                  </a:rPr>
                  <a:t>Entropy measures impurity or disorder in a dataset.</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Formula displayed: </a:t>
                </a:r>
                <a14:m>
                  <m:oMath xmlns:m="http://schemas.openxmlformats.org/officeDocument/2006/math">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𝑆</m:t>
                        </m:r>
                      </m:e>
                    </m:d>
                    <m:r>
                      <a:rPr lang="en-US" i="0">
                        <a:latin typeface="Cambria Math" panose="02040503050406030204" pitchFamily="18" charset="0"/>
                      </a:rPr>
                      <m:t>=−</m:t>
                    </m:r>
                    <m:nary>
                      <m:naryPr>
                        <m:chr m:val="∑"/>
                        <m:grow m:val="on"/>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e>
                    </m:nary>
                    <m:sSub>
                      <m:sSubPr>
                        <m:ctrlPr>
                          <a:rPr lang="en-US" i="1">
                            <a:latin typeface="Cambria Math" panose="02040503050406030204" pitchFamily="18" charset="0"/>
                          </a:rPr>
                        </m:ctrlPr>
                      </m:sSubPr>
                      <m:e>
                        <m:func>
                          <m:funcPr>
                            <m:ctrlPr>
                              <a:rPr lang="en-US" i="1">
                                <a:latin typeface="Cambria Math" panose="02040503050406030204" pitchFamily="18" charset="0"/>
                              </a:rPr>
                            </m:ctrlPr>
                          </m:funcPr>
                          <m:fName>
                            <m:r>
                              <m:rPr>
                                <m:sty m:val="p"/>
                              </m:rPr>
                              <a:rPr lang="en-US" i="0">
                                <a:latin typeface="Cambria Math" panose="02040503050406030204" pitchFamily="18" charset="0"/>
                              </a:rPr>
                              <m:t>log</m:t>
                            </m:r>
                          </m:fName>
                          <m:e/>
                        </m:func>
                      </m:e>
                      <m:sub>
                        <m:r>
                          <a:rPr lang="en-US" i="0">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e>
                    </m:d>
                  </m:oMath>
                </a14:m>
                <a:r>
                  <a:rPr lang="en-US" dirty="0">
                    <a:effectLst/>
                    <a:latin typeface="Arial Black" panose="020B0A04020102020204" pitchFamily="34" charset="0"/>
                  </a:rPr>
                  <a:t>.</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Visual cues for </a:t>
                </a:r>
                <a:r>
                  <a:rPr lang="en-US" i="1" dirty="0">
                    <a:effectLst/>
                    <a:latin typeface="Arial Black" panose="020B0A04020102020204" pitchFamily="34" charset="0"/>
                  </a:rPr>
                  <a:t>Low Entropy = Pure</a:t>
                </a:r>
                <a:r>
                  <a:rPr lang="en-US" dirty="0">
                    <a:effectLst/>
                    <a:latin typeface="Arial Black" panose="020B0A04020102020204" pitchFamily="34" charset="0"/>
                  </a:rPr>
                  <a:t> and </a:t>
                </a:r>
                <a:r>
                  <a:rPr lang="en-US" i="1" dirty="0">
                    <a:effectLst/>
                    <a:latin typeface="Arial Black" panose="020B0A04020102020204" pitchFamily="34" charset="0"/>
                  </a:rPr>
                  <a:t>High Entropy = Impure</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Middle Section (Before Split):</a:t>
                </a:r>
                <a:endParaRPr lang="en-US" dirty="0">
                  <a:solidFill>
                    <a:srgbClr val="FF0000"/>
                  </a:solidFill>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Shows a mixed dataset (equal survivors and non‑survivors).</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Entropy = 1.0 → maximum uncertainty.</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Bottom Section (After Split):</a:t>
                </a:r>
                <a:endParaRPr lang="en-US" dirty="0">
                  <a:solidFill>
                    <a:srgbClr val="FF0000"/>
                  </a:solidFill>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Split on </a:t>
                </a:r>
                <a:r>
                  <a:rPr lang="en-US" i="1" dirty="0">
                    <a:effectLst/>
                    <a:latin typeface="Arial Black" panose="020B0A04020102020204" pitchFamily="34" charset="0"/>
                  </a:rPr>
                  <a:t>Age &lt; 10?</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Left branch pure (Entropy = 0.0), right branch partially pure (Entropy = 0.65).</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solidFill>
                      <a:srgbClr val="FF0000"/>
                    </a:solidFill>
                    <a:effectLst/>
                    <a:latin typeface="Arial Black" panose="020B0A04020102020204" pitchFamily="34" charset="0"/>
                  </a:rPr>
                  <a:t>Banner: </a:t>
                </a:r>
                <a:r>
                  <a:rPr lang="en-US" i="1" dirty="0">
                    <a:solidFill>
                      <a:srgbClr val="FF0000"/>
                    </a:solidFill>
                    <a:effectLst/>
                    <a:latin typeface="Arial Black" panose="020B0A04020102020204" pitchFamily="34" charset="0"/>
                  </a:rPr>
                  <a:t>Information Gain — Entropy Reduced After Split!</a:t>
                </a:r>
                <a:endParaRPr lang="en-US" dirty="0">
                  <a:solidFill>
                    <a:srgbClr val="FF0000"/>
                  </a:solidFill>
                  <a:latin typeface="Arial Black" panose="020B0A04020102020204" pitchFamily="34" charset="0"/>
                </a:endParaRPr>
              </a:p>
            </p:txBody>
          </p:sp>
        </mc:Choice>
        <mc:Fallback>
          <p:sp>
            <p:nvSpPr>
              <p:cNvPr id="4" name="TextBox 3">
                <a:extLst>
                  <a:ext uri="{FF2B5EF4-FFF2-40B4-BE49-F238E27FC236}">
                    <a16:creationId xmlns:a16="http://schemas.microsoft.com/office/drawing/2014/main" id="{029484DD-0927-D7C5-0622-D3BB7AB03CE0}"/>
                  </a:ext>
                </a:extLst>
              </p:cNvPr>
              <p:cNvSpPr txBox="1">
                <a:spLocks noRot="1" noChangeAspect="1" noMove="1" noResize="1" noEditPoints="1" noAdjustHandles="1" noChangeArrowheads="1" noChangeShapeType="1" noTextEdit="1"/>
              </p:cNvSpPr>
              <p:nvPr/>
            </p:nvSpPr>
            <p:spPr>
              <a:xfrm>
                <a:off x="894736" y="1390000"/>
                <a:ext cx="10137058" cy="3999172"/>
              </a:xfrm>
              <a:prstGeom prst="rect">
                <a:avLst/>
              </a:prstGeom>
              <a:blipFill>
                <a:blip r:embed="rId2"/>
                <a:stretch>
                  <a:fillRect l="-421" t="-762" r="-481" b="-1524"/>
                </a:stretch>
              </a:blipFill>
            </p:spPr>
            <p:txBody>
              <a:bodyPr/>
              <a:lstStyle/>
              <a:p>
                <a:r>
                  <a:rPr lang="en-US">
                    <a:noFill/>
                  </a:rPr>
                  <a:t> </a:t>
                </a:r>
              </a:p>
            </p:txBody>
          </p:sp>
        </mc:Fallback>
      </mc:AlternateContent>
    </p:spTree>
    <p:extLst>
      <p:ext uri="{BB962C8B-B14F-4D97-AF65-F5344CB8AC3E}">
        <p14:creationId xmlns:p14="http://schemas.microsoft.com/office/powerpoint/2010/main" val="2602764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FA9AD-48F4-9A56-EF15-48A37C1B0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EBD49E-D738-BE5E-4ACB-72FFF695833C}"/>
              </a:ext>
            </a:extLst>
          </p:cNvPr>
          <p:cNvSpPr>
            <a:spLocks noGrp="1"/>
          </p:cNvSpPr>
          <p:nvPr>
            <p:ph type="ctrTitle"/>
          </p:nvPr>
        </p:nvSpPr>
        <p:spPr>
          <a:xfrm>
            <a:off x="835742" y="-348552"/>
            <a:ext cx="9999407" cy="1248544"/>
          </a:xfrm>
        </p:spPr>
        <p:txBody>
          <a:bodyPr>
            <a:normAutofit/>
          </a:bodyPr>
          <a:lstStyle/>
          <a:p>
            <a:r>
              <a:rPr lang="en-US" sz="3600" dirty="0">
                <a:latin typeface="Arial Black" panose="020B0A04020102020204" pitchFamily="34" charset="0"/>
              </a:rPr>
              <a:t>DECISION TREES &amp; RANDOM FOREST</a:t>
            </a:r>
          </a:p>
        </p:txBody>
      </p:sp>
      <p:pic>
        <p:nvPicPr>
          <p:cNvPr id="5" name="Picture 4">
            <a:extLst>
              <a:ext uri="{FF2B5EF4-FFF2-40B4-BE49-F238E27FC236}">
                <a16:creationId xmlns:a16="http://schemas.microsoft.com/office/drawing/2014/main" id="{E727ACA2-41C5-2022-9662-11FB41F4D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752" y="1002323"/>
            <a:ext cx="7709719" cy="5139813"/>
          </a:xfrm>
          <a:prstGeom prst="rect">
            <a:avLst/>
          </a:prstGeom>
        </p:spPr>
      </p:pic>
      <p:sp>
        <p:nvSpPr>
          <p:cNvPr id="7" name="TextBox 6">
            <a:extLst>
              <a:ext uri="{FF2B5EF4-FFF2-40B4-BE49-F238E27FC236}">
                <a16:creationId xmlns:a16="http://schemas.microsoft.com/office/drawing/2014/main" id="{72773218-509D-926C-F8E1-12B55A3DF84A}"/>
              </a:ext>
            </a:extLst>
          </p:cNvPr>
          <p:cNvSpPr txBox="1"/>
          <p:nvPr/>
        </p:nvSpPr>
        <p:spPr>
          <a:xfrm>
            <a:off x="8121445" y="3273788"/>
            <a:ext cx="3894803" cy="2062103"/>
          </a:xfrm>
          <a:prstGeom prst="rect">
            <a:avLst/>
          </a:prstGeom>
          <a:noFill/>
        </p:spPr>
        <p:txBody>
          <a:bodyPr wrap="square">
            <a:spAutoFit/>
          </a:bodyPr>
          <a:lstStyle/>
          <a:p>
            <a:pPr>
              <a:buNone/>
            </a:pPr>
            <a:r>
              <a:rPr lang="en-US" sz="1600" dirty="0">
                <a:solidFill>
                  <a:srgbClr val="FF0000"/>
                </a:solidFill>
                <a:effectLst/>
                <a:latin typeface="Arial Black" panose="020B0A04020102020204" pitchFamily="34" charset="0"/>
              </a:rPr>
              <a:t>Left side: </a:t>
            </a:r>
            <a:r>
              <a:rPr lang="en-US" sz="1600" b="1" dirty="0">
                <a:effectLst/>
                <a:latin typeface="Arial Black" panose="020B0A04020102020204" pitchFamily="34" charset="0"/>
              </a:rPr>
              <a:t>Decision Tree</a:t>
            </a:r>
            <a:r>
              <a:rPr lang="en-US" sz="1600" dirty="0">
                <a:effectLst/>
                <a:latin typeface="Arial Black" panose="020B0A04020102020204" pitchFamily="34" charset="0"/>
              </a:rPr>
              <a:t> — intuitive, but prone to overfitting.</a:t>
            </a:r>
            <a:endParaRPr lang="en-US" sz="1600" dirty="0">
              <a:latin typeface="Arial Black" panose="020B0A04020102020204" pitchFamily="34" charset="0"/>
            </a:endParaRPr>
          </a:p>
          <a:p>
            <a:pPr>
              <a:buNone/>
            </a:pPr>
            <a:r>
              <a:rPr lang="en-US" sz="1600" dirty="0">
                <a:solidFill>
                  <a:srgbClr val="FF0000"/>
                </a:solidFill>
                <a:effectLst/>
                <a:latin typeface="Arial Black" panose="020B0A04020102020204" pitchFamily="34" charset="0"/>
              </a:rPr>
              <a:t>Right side: </a:t>
            </a:r>
            <a:r>
              <a:rPr lang="en-US" sz="1600" b="1" dirty="0">
                <a:effectLst/>
                <a:latin typeface="Arial Black" panose="020B0A04020102020204" pitchFamily="34" charset="0"/>
              </a:rPr>
              <a:t>Random Forest</a:t>
            </a:r>
            <a:r>
              <a:rPr lang="en-US" sz="1600" dirty="0">
                <a:effectLst/>
                <a:latin typeface="Arial Black" panose="020B0A04020102020204" pitchFamily="34" charset="0"/>
              </a:rPr>
              <a:t> — ensemble of many trees, more accurate and robust.</a:t>
            </a:r>
            <a:endParaRPr lang="en-US" sz="1600" dirty="0">
              <a:latin typeface="Arial Black" panose="020B0A04020102020204" pitchFamily="34" charset="0"/>
            </a:endParaRPr>
          </a:p>
          <a:p>
            <a:pPr>
              <a:buNone/>
            </a:pPr>
            <a:r>
              <a:rPr lang="en-US" sz="1600" dirty="0">
                <a:solidFill>
                  <a:srgbClr val="FF0000"/>
                </a:solidFill>
                <a:effectLst/>
                <a:latin typeface="Arial Black" panose="020B0A04020102020204" pitchFamily="34" charset="0"/>
              </a:rPr>
              <a:t>Bottom panels: </a:t>
            </a:r>
            <a:r>
              <a:rPr lang="en-US" sz="1600" dirty="0">
                <a:effectLst/>
                <a:latin typeface="Arial Black" panose="020B0A04020102020204" pitchFamily="34" charset="0"/>
              </a:rPr>
              <a:t>Titanic (social science context) vs. Iris (biology context).</a:t>
            </a:r>
            <a:endParaRPr lang="en-US" sz="1600" dirty="0">
              <a:latin typeface="Arial Black" panose="020B0A04020102020204" pitchFamily="34" charset="0"/>
            </a:endParaRPr>
          </a:p>
        </p:txBody>
      </p:sp>
      <p:sp>
        <p:nvSpPr>
          <p:cNvPr id="9" name="TextBox 8">
            <a:extLst>
              <a:ext uri="{FF2B5EF4-FFF2-40B4-BE49-F238E27FC236}">
                <a16:creationId xmlns:a16="http://schemas.microsoft.com/office/drawing/2014/main" id="{5F62815A-841A-FB80-7A03-A6515DC99BFE}"/>
              </a:ext>
            </a:extLst>
          </p:cNvPr>
          <p:cNvSpPr txBox="1"/>
          <p:nvPr/>
        </p:nvSpPr>
        <p:spPr>
          <a:xfrm>
            <a:off x="9302545" y="1375713"/>
            <a:ext cx="2536723" cy="1569660"/>
          </a:xfrm>
          <a:prstGeom prst="rect">
            <a:avLst/>
          </a:prstGeom>
          <a:noFill/>
        </p:spPr>
        <p:txBody>
          <a:bodyPr wrap="square">
            <a:spAutoFit/>
          </a:bodyPr>
          <a:lstStyle/>
          <a:p>
            <a:pPr algn="just"/>
            <a:r>
              <a:rPr lang="en-US" sz="1600" dirty="0">
                <a:latin typeface="Arial Black" panose="020B0A04020102020204" pitchFamily="34" charset="0"/>
              </a:rPr>
              <a:t>You need to grasp the difference between a single tree’s logic and the ensemble’s majority vote</a:t>
            </a:r>
            <a:r>
              <a:rPr lang="en-US" sz="1600" dirty="0"/>
              <a:t>.</a:t>
            </a:r>
          </a:p>
        </p:txBody>
      </p:sp>
      <p:sp>
        <p:nvSpPr>
          <p:cNvPr id="12" name="Arrow: Left 11">
            <a:extLst>
              <a:ext uri="{FF2B5EF4-FFF2-40B4-BE49-F238E27FC236}">
                <a16:creationId xmlns:a16="http://schemas.microsoft.com/office/drawing/2014/main" id="{ED08BA3B-DCD9-CEDB-95B9-13B140DDC03A}"/>
              </a:ext>
            </a:extLst>
          </p:cNvPr>
          <p:cNvSpPr/>
          <p:nvPr/>
        </p:nvSpPr>
        <p:spPr>
          <a:xfrm>
            <a:off x="8121445" y="1918227"/>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1565274-DCC7-15A9-505A-4182B70AA4A3}"/>
              </a:ext>
            </a:extLst>
          </p:cNvPr>
          <p:cNvSpPr txBox="1"/>
          <p:nvPr/>
        </p:nvSpPr>
        <p:spPr>
          <a:xfrm>
            <a:off x="1622323" y="6285885"/>
            <a:ext cx="9381203" cy="369332"/>
          </a:xfrm>
          <a:prstGeom prst="rect">
            <a:avLst/>
          </a:prstGeom>
          <a:noFill/>
        </p:spPr>
        <p:txBody>
          <a:bodyPr wrap="square">
            <a:spAutoFit/>
          </a:bodyPr>
          <a:lstStyle/>
          <a:p>
            <a:r>
              <a:rPr lang="en-US" dirty="0">
                <a:solidFill>
                  <a:srgbClr val="FF0000"/>
                </a:solidFill>
                <a:latin typeface="Arial Black" panose="020B0A04020102020204" pitchFamily="34" charset="0"/>
              </a:rPr>
              <a:t>Bottom panels: Titanic (social science context) vs. Iris (biology context).</a:t>
            </a:r>
          </a:p>
        </p:txBody>
      </p:sp>
    </p:spTree>
    <p:extLst>
      <p:ext uri="{BB962C8B-B14F-4D97-AF65-F5344CB8AC3E}">
        <p14:creationId xmlns:p14="http://schemas.microsoft.com/office/powerpoint/2010/main" val="3124722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60673-7CCA-F9DB-A227-D53835CB6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3354B-64CB-1897-BF1F-D8998C6F8E71}"/>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AFFD3D32-D199-8239-6B77-04DB2EB48583}"/>
              </a:ext>
            </a:extLst>
          </p:cNvPr>
          <p:cNvSpPr txBox="1"/>
          <p:nvPr/>
        </p:nvSpPr>
        <p:spPr>
          <a:xfrm>
            <a:off x="275304" y="897894"/>
            <a:ext cx="11484078" cy="5847755"/>
          </a:xfrm>
          <a:prstGeom prst="rect">
            <a:avLst/>
          </a:prstGeom>
          <a:noFill/>
        </p:spPr>
        <p:txBody>
          <a:bodyPr wrap="square">
            <a:spAutoFit/>
          </a:bodyPr>
          <a:lstStyle/>
          <a:p>
            <a:pPr algn="ctr">
              <a:buNone/>
            </a:pPr>
            <a:r>
              <a:rPr lang="en-US" sz="2000" b="1" dirty="0">
                <a:solidFill>
                  <a:srgbClr val="FF0000"/>
                </a:solidFill>
                <a:latin typeface="Arial Black" panose="020B0A04020102020204" pitchFamily="34" charset="0"/>
              </a:rPr>
              <a:t>Classroom Activity: “Build Your Own Forest”</a:t>
            </a:r>
          </a:p>
          <a:p>
            <a:pPr algn="ctr">
              <a:buNone/>
            </a:pPr>
            <a:endParaRPr lang="en-US" b="1" dirty="0">
              <a:solidFill>
                <a:srgbClr val="FF0000"/>
              </a:solidFill>
              <a:latin typeface="Arial Black" panose="020B0A04020102020204" pitchFamily="34" charset="0"/>
            </a:endParaRPr>
          </a:p>
          <a:p>
            <a:pPr algn="just">
              <a:buNone/>
            </a:pPr>
            <a:r>
              <a:rPr lang="en-US" sz="1600" b="1" dirty="0">
                <a:solidFill>
                  <a:srgbClr val="FF0000"/>
                </a:solidFill>
                <a:latin typeface="Arial Black" panose="020B0A04020102020204" pitchFamily="34" charset="0"/>
              </a:rPr>
              <a:t>Part 1 – Decision Tree Challenge </a:t>
            </a:r>
          </a:p>
          <a:p>
            <a:pPr algn="just">
              <a:buNone/>
            </a:pPr>
            <a:endParaRPr lang="en-US" sz="1600" b="1" dirty="0">
              <a:latin typeface="Arial Black" panose="020B0A04020102020204" pitchFamily="34" charset="0"/>
            </a:endParaRPr>
          </a:p>
          <a:p>
            <a:pPr algn="just">
              <a:buNone/>
            </a:pPr>
            <a:r>
              <a:rPr lang="en-US" sz="1600" b="1" dirty="0">
                <a:effectLst/>
                <a:latin typeface="Arial Black" panose="020B0A04020102020204" pitchFamily="34" charset="0"/>
              </a:rPr>
              <a:t>Objective:</a:t>
            </a:r>
            <a:r>
              <a:rPr lang="en-US" sz="1600" dirty="0">
                <a:effectLst/>
                <a:latin typeface="Arial Black" panose="020B0A04020102020204" pitchFamily="34" charset="0"/>
              </a:rPr>
              <a:t> Students manually create a mini decision tree.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Give each group a small dataset (e.g., Titanic passengers or Iris flowers).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Ask them to choose one feature to split on (Sex, Age, or Petal Length).</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They draw branches and predict outcomes.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solidFill>
                  <a:srgbClr val="FF0000"/>
                </a:solidFill>
                <a:effectLst/>
                <a:latin typeface="Arial Black" panose="020B0A04020102020204" pitchFamily="34" charset="0"/>
              </a:rPr>
              <a:t>Discuss: </a:t>
            </a:r>
            <a:r>
              <a:rPr lang="en-US" sz="1600" i="1" dirty="0">
                <a:solidFill>
                  <a:srgbClr val="FF0000"/>
                </a:solidFill>
                <a:effectLst/>
                <a:latin typeface="Arial Black" panose="020B0A04020102020204" pitchFamily="34" charset="0"/>
              </a:rPr>
              <a:t>What happens if the tree goes too deep?</a:t>
            </a:r>
            <a:r>
              <a:rPr lang="en-US" sz="1600" dirty="0">
                <a:solidFill>
                  <a:srgbClr val="FF0000"/>
                </a:solidFill>
                <a:effectLst/>
                <a:latin typeface="Arial Black" panose="020B0A04020102020204" pitchFamily="34" charset="0"/>
              </a:rPr>
              <a:t> → Introduce overfitting.</a:t>
            </a:r>
            <a:endParaRPr lang="en-US" sz="1600" dirty="0">
              <a:solidFill>
                <a:srgbClr val="FF0000"/>
              </a:solidFill>
              <a:latin typeface="Arial Black" panose="020B0A04020102020204" pitchFamily="34" charset="0"/>
            </a:endParaRPr>
          </a:p>
          <a:p>
            <a:pPr algn="just">
              <a:buNone/>
            </a:pPr>
            <a:endParaRPr lang="en-US" sz="1600" b="1" dirty="0">
              <a:solidFill>
                <a:srgbClr val="FF0000"/>
              </a:solidFill>
              <a:latin typeface="Arial Black" panose="020B0A04020102020204" pitchFamily="34" charset="0"/>
            </a:endParaRPr>
          </a:p>
          <a:p>
            <a:pPr algn="just">
              <a:buNone/>
            </a:pPr>
            <a:r>
              <a:rPr lang="en-US" sz="1600" b="1" dirty="0">
                <a:solidFill>
                  <a:srgbClr val="FF0000"/>
                </a:solidFill>
                <a:latin typeface="Arial Black" panose="020B0A04020102020204" pitchFamily="34" charset="0"/>
              </a:rPr>
              <a:t>Part 2 – Random Forest Simulation </a:t>
            </a:r>
          </a:p>
          <a:p>
            <a:pPr algn="just">
              <a:buNone/>
            </a:pPr>
            <a:endParaRPr lang="en-US" sz="1600" b="1" dirty="0">
              <a:latin typeface="Arial Black" panose="020B0A04020102020204" pitchFamily="34" charset="0"/>
            </a:endParaRPr>
          </a:p>
          <a:p>
            <a:pPr algn="just">
              <a:buNone/>
            </a:pPr>
            <a:r>
              <a:rPr lang="en-US" sz="1600" b="1" dirty="0">
                <a:effectLst/>
                <a:latin typeface="Arial Black" panose="020B0A04020102020204" pitchFamily="34" charset="0"/>
              </a:rPr>
              <a:t>Objective:</a:t>
            </a:r>
            <a:r>
              <a:rPr lang="en-US" sz="1600" dirty="0">
                <a:effectLst/>
                <a:latin typeface="Arial Black" panose="020B0A04020102020204" pitchFamily="34" charset="0"/>
              </a:rPr>
              <a:t> Experience ensemble voting.</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Each group builds a slightly different tree (using different features).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Combine all group predictions for one test case.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Majority vote decides the final outcome.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solidFill>
                  <a:srgbClr val="FF0000"/>
                </a:solidFill>
                <a:effectLst/>
                <a:latin typeface="Arial Black" panose="020B0A04020102020204" pitchFamily="34" charset="0"/>
              </a:rPr>
              <a:t>Discuss: </a:t>
            </a:r>
            <a:r>
              <a:rPr lang="en-US" sz="1600" i="1" dirty="0">
                <a:solidFill>
                  <a:srgbClr val="FF0000"/>
                </a:solidFill>
                <a:effectLst/>
                <a:latin typeface="Arial Black" panose="020B0A04020102020204" pitchFamily="34" charset="0"/>
              </a:rPr>
              <a:t>How does combining trees improve reliability?</a:t>
            </a:r>
            <a:endParaRPr lang="en-US" sz="1600" dirty="0">
              <a:solidFill>
                <a:srgbClr val="FF0000"/>
              </a:solidFill>
              <a:latin typeface="Arial Black" panose="020B0A04020102020204" pitchFamily="34" charset="0"/>
            </a:endParaRPr>
          </a:p>
          <a:p>
            <a:pPr algn="just">
              <a:buNone/>
            </a:pPr>
            <a:endParaRPr lang="en-US" sz="1600" b="1" dirty="0">
              <a:solidFill>
                <a:srgbClr val="FF0000"/>
              </a:solidFill>
              <a:latin typeface="Arial Black" panose="020B0A04020102020204" pitchFamily="34" charset="0"/>
            </a:endParaRPr>
          </a:p>
          <a:p>
            <a:pPr algn="just">
              <a:buNone/>
            </a:pPr>
            <a:r>
              <a:rPr lang="en-US" sz="1600" b="1" dirty="0">
                <a:solidFill>
                  <a:srgbClr val="FF0000"/>
                </a:solidFill>
                <a:latin typeface="Arial Black" panose="020B0A04020102020204" pitchFamily="34" charset="0"/>
              </a:rPr>
              <a:t>Part 3 – Reflection</a:t>
            </a:r>
          </a:p>
          <a:p>
            <a:pPr algn="just">
              <a:buNone/>
            </a:pPr>
            <a:endParaRPr lang="en-US" sz="1600" b="1" dirty="0">
              <a:latin typeface="Arial Black" panose="020B0A04020102020204" pitchFamily="34" charset="0"/>
            </a:endParaRPr>
          </a:p>
          <a:p>
            <a:pPr algn="just">
              <a:buNone/>
            </a:pPr>
            <a:r>
              <a:rPr lang="en-US" sz="1600" dirty="0">
                <a:effectLst/>
                <a:latin typeface="Arial Black" panose="020B0A04020102020204" pitchFamily="34" charset="0"/>
              </a:rPr>
              <a:t>Prompt students:</a:t>
            </a:r>
            <a:endParaRPr lang="en-US" sz="1600" dirty="0">
              <a:latin typeface="Arial Black" panose="020B0A04020102020204" pitchFamily="34" charset="0"/>
            </a:endParaRPr>
          </a:p>
          <a:p>
            <a:pPr algn="just">
              <a:buNone/>
            </a:pPr>
            <a:r>
              <a:rPr lang="en-US" sz="1600" dirty="0">
                <a:solidFill>
                  <a:srgbClr val="7030A0"/>
                </a:solidFill>
                <a:effectLst/>
                <a:latin typeface="Arial Black" panose="020B0A04020102020204" pitchFamily="34" charset="0"/>
              </a:rPr>
              <a:t>“If one tree makes a mistake, how does the forest correct it?”</a:t>
            </a:r>
            <a:endParaRPr lang="en-US" sz="1600" dirty="0">
              <a:solidFill>
                <a:srgbClr val="7030A0"/>
              </a:solidFill>
              <a:latin typeface="Arial Black" panose="020B0A04020102020204" pitchFamily="34" charset="0"/>
            </a:endParaRPr>
          </a:p>
          <a:p>
            <a:pPr algn="just">
              <a:buNone/>
            </a:pPr>
            <a:r>
              <a:rPr lang="en-US" sz="1600" dirty="0">
                <a:effectLst/>
                <a:latin typeface="Arial Black" panose="020B0A04020102020204" pitchFamily="34" charset="0"/>
              </a:rPr>
              <a:t>Encourage them to connect this to teamwork — multiple perspectives leading to better decisions.</a:t>
            </a:r>
            <a:endParaRPr lang="en-US" sz="1600" dirty="0">
              <a:latin typeface="Arial Black" panose="020B0A04020102020204" pitchFamily="34" charset="0"/>
            </a:endParaRPr>
          </a:p>
        </p:txBody>
      </p:sp>
    </p:spTree>
    <p:extLst>
      <p:ext uri="{BB962C8B-B14F-4D97-AF65-F5344CB8AC3E}">
        <p14:creationId xmlns:p14="http://schemas.microsoft.com/office/powerpoint/2010/main" val="1212432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3EC9A-419E-0613-6771-23B21906D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4460A-C0A5-DFF9-F75E-BCAB8D3C21AD}"/>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4CB44E86-43E1-B78D-2D9B-C668D8EA3BB0}"/>
              </a:ext>
            </a:extLst>
          </p:cNvPr>
          <p:cNvSpPr txBox="1"/>
          <p:nvPr/>
        </p:nvSpPr>
        <p:spPr>
          <a:xfrm>
            <a:off x="530940" y="820825"/>
            <a:ext cx="10510685" cy="1281633"/>
          </a:xfrm>
          <a:prstGeom prst="rect">
            <a:avLst/>
          </a:prstGeom>
          <a:noFill/>
        </p:spPr>
        <p:txBody>
          <a:bodyPr wrap="square">
            <a:spAutoFit/>
          </a:bodyPr>
          <a:lstStyle/>
          <a:p>
            <a:pPr algn="ctr">
              <a:lnSpc>
                <a:spcPts val="2250"/>
              </a:lnSpc>
              <a:buNone/>
            </a:pPr>
            <a:r>
              <a:rPr lang="en-US" b="1" i="0" dirty="0">
                <a:solidFill>
                  <a:srgbClr val="7030A0"/>
                </a:solidFill>
                <a:effectLst/>
                <a:latin typeface="Arial Black" panose="020B0A04020102020204" pitchFamily="34" charset="0"/>
              </a:rPr>
              <a:t>Pruning: Getting an Optimal Decision tree</a:t>
            </a:r>
          </a:p>
          <a:p>
            <a:pPr algn="ctr">
              <a:lnSpc>
                <a:spcPts val="2250"/>
              </a:lnSpc>
              <a:buNone/>
            </a:pPr>
            <a:endParaRPr lang="en-US" b="1" i="0" dirty="0">
              <a:solidFill>
                <a:srgbClr val="242424"/>
              </a:solidFill>
              <a:effectLst/>
              <a:latin typeface="Arial Black" panose="020B0A04020102020204" pitchFamily="34" charset="0"/>
            </a:endParaRPr>
          </a:p>
          <a:p>
            <a:pPr marL="285750" indent="-285750" algn="l">
              <a:lnSpc>
                <a:spcPts val="2400"/>
              </a:lnSpc>
              <a:buFont typeface="Arial" panose="020B0604020202020204" pitchFamily="34" charset="0"/>
              <a:buChar char="•"/>
            </a:pPr>
            <a:r>
              <a:rPr lang="en-US" b="0" i="1" dirty="0">
                <a:solidFill>
                  <a:srgbClr val="FF0000"/>
                </a:solidFill>
                <a:effectLst/>
                <a:latin typeface="Arial Black" panose="020B0A04020102020204" pitchFamily="34" charset="0"/>
              </a:rPr>
              <a:t>Pruning is a process of deleting the unnecessary nodes from a tree in order to get the optimal decision tree.</a:t>
            </a:r>
            <a:endParaRPr lang="en-US" b="0" i="0" dirty="0">
              <a:solidFill>
                <a:srgbClr val="FF0000"/>
              </a:solidFill>
              <a:effectLst/>
              <a:latin typeface="Arial Black" panose="020B0A04020102020204" pitchFamily="34" charset="0"/>
            </a:endParaRPr>
          </a:p>
        </p:txBody>
      </p:sp>
      <p:sp>
        <p:nvSpPr>
          <p:cNvPr id="7" name="TextBox 6">
            <a:extLst>
              <a:ext uri="{FF2B5EF4-FFF2-40B4-BE49-F238E27FC236}">
                <a16:creationId xmlns:a16="http://schemas.microsoft.com/office/drawing/2014/main" id="{AD65BC44-BDA6-D2BE-D820-6AB311878386}"/>
              </a:ext>
            </a:extLst>
          </p:cNvPr>
          <p:cNvSpPr txBox="1"/>
          <p:nvPr/>
        </p:nvSpPr>
        <p:spPr>
          <a:xfrm>
            <a:off x="530940" y="2494337"/>
            <a:ext cx="10913806" cy="1768946"/>
          </a:xfrm>
          <a:prstGeom prst="rect">
            <a:avLst/>
          </a:prstGeom>
          <a:noFill/>
        </p:spPr>
        <p:txBody>
          <a:bodyPr wrap="square">
            <a:spAutoFit/>
          </a:bodyPr>
          <a:lstStyle/>
          <a:p>
            <a:pPr algn="ctr">
              <a:lnSpc>
                <a:spcPts val="1800"/>
              </a:lnSpc>
              <a:buNone/>
            </a:pPr>
            <a:r>
              <a:rPr lang="en-US" b="1" i="0" dirty="0">
                <a:solidFill>
                  <a:srgbClr val="7030A0"/>
                </a:solidFill>
                <a:effectLst/>
                <a:latin typeface="Arial Black" panose="020B0A04020102020204" pitchFamily="34" charset="0"/>
              </a:rPr>
              <a:t>Points to remember:</a:t>
            </a:r>
          </a:p>
          <a:p>
            <a:pPr algn="l">
              <a:lnSpc>
                <a:spcPts val="1800"/>
              </a:lnSpc>
              <a:buNone/>
            </a:pPr>
            <a:endParaRPr lang="en-US" b="1" i="0" dirty="0">
              <a:solidFill>
                <a:srgbClr val="242424"/>
              </a:solidFill>
              <a:effectLst/>
              <a:latin typeface="Arial Black" panose="020B0A04020102020204" pitchFamily="34" charset="0"/>
            </a:endParaRPr>
          </a:p>
          <a:p>
            <a:pPr marL="285750" indent="-285750" algn="l">
              <a:lnSpc>
                <a:spcPts val="2400"/>
              </a:lnSpc>
              <a:buFont typeface="Arial" panose="020B0604020202020204" pitchFamily="34" charset="0"/>
              <a:buChar char="•"/>
            </a:pPr>
            <a:r>
              <a:rPr lang="en-US" b="0" i="0" dirty="0">
                <a:solidFill>
                  <a:srgbClr val="242424"/>
                </a:solidFill>
                <a:effectLst/>
                <a:latin typeface="Arial Black" panose="020B0A04020102020204" pitchFamily="34" charset="0"/>
              </a:rPr>
              <a:t>A leaf node is the one that has no entropy, or when the entropy is zero. No further splitting is done on a leaf node.</a:t>
            </a:r>
          </a:p>
          <a:p>
            <a:pPr marL="285750" indent="-285750" algn="l">
              <a:lnSpc>
                <a:spcPts val="2400"/>
              </a:lnSpc>
              <a:buFont typeface="Arial" panose="020B0604020202020204" pitchFamily="34" charset="0"/>
              <a:buChar char="•"/>
            </a:pPr>
            <a:r>
              <a:rPr lang="en-US" b="0" i="0" dirty="0">
                <a:solidFill>
                  <a:srgbClr val="242424"/>
                </a:solidFill>
                <a:effectLst/>
                <a:latin typeface="Arial Black" panose="020B0A04020102020204" pitchFamily="34" charset="0"/>
              </a:rPr>
              <a:t>Only the branch that needs further splitting, i.e. when the entropy &gt; 0 (when there’s impurity) needs to undergo this splitting process.</a:t>
            </a:r>
          </a:p>
        </p:txBody>
      </p:sp>
      <p:sp>
        <p:nvSpPr>
          <p:cNvPr id="9" name="TextBox 8">
            <a:extLst>
              <a:ext uri="{FF2B5EF4-FFF2-40B4-BE49-F238E27FC236}">
                <a16:creationId xmlns:a16="http://schemas.microsoft.com/office/drawing/2014/main" id="{DA0E6F9B-5A62-666F-893E-74B60465A912}"/>
              </a:ext>
            </a:extLst>
          </p:cNvPr>
          <p:cNvSpPr txBox="1"/>
          <p:nvPr/>
        </p:nvSpPr>
        <p:spPr>
          <a:xfrm>
            <a:off x="530940" y="4263283"/>
            <a:ext cx="10323871" cy="923330"/>
          </a:xfrm>
          <a:prstGeom prst="rect">
            <a:avLst/>
          </a:prstGeom>
          <a:noFill/>
        </p:spPr>
        <p:txBody>
          <a:bodyPr wrap="square">
            <a:spAutoFit/>
          </a:bodyPr>
          <a:lstStyle/>
          <a:p>
            <a:pPr marL="285750" indent="-285750" algn="just">
              <a:buFont typeface="Arial" panose="020B0604020202020204" pitchFamily="34" charset="0"/>
              <a:buChar char="•"/>
            </a:pPr>
            <a:r>
              <a:rPr lang="en-US" b="0" i="1" dirty="0">
                <a:effectLst/>
                <a:latin typeface="Arial Black" panose="020B0A04020102020204" pitchFamily="34" charset="0"/>
              </a:rPr>
              <a:t>ID3 algorithm uses entropy to calculate the homogeneity of a sample. If the sample is </a:t>
            </a:r>
            <a:r>
              <a:rPr lang="en-US" b="0" i="1" dirty="0">
                <a:solidFill>
                  <a:srgbClr val="FF0000"/>
                </a:solidFill>
                <a:effectLst/>
                <a:latin typeface="Arial Black" panose="020B0A04020102020204" pitchFamily="34" charset="0"/>
              </a:rPr>
              <a:t>completely homogeneous the entropy is zero </a:t>
            </a:r>
            <a:r>
              <a:rPr lang="en-US" b="0" i="1" dirty="0">
                <a:effectLst/>
                <a:latin typeface="Arial Black" panose="020B0A04020102020204" pitchFamily="34" charset="0"/>
              </a:rPr>
              <a:t>and if the </a:t>
            </a:r>
            <a:r>
              <a:rPr lang="en-US" b="0" i="1" dirty="0">
                <a:solidFill>
                  <a:srgbClr val="FF0000"/>
                </a:solidFill>
                <a:effectLst/>
                <a:latin typeface="Arial Black" panose="020B0A04020102020204" pitchFamily="34" charset="0"/>
              </a:rPr>
              <a:t>sample is an equally divided it has entropy of one.</a:t>
            </a:r>
            <a:endParaRPr lang="en-US" dirty="0">
              <a:solidFill>
                <a:srgbClr val="FF0000"/>
              </a:solidFill>
              <a:latin typeface="Arial Black" panose="020B0A04020102020204" pitchFamily="34" charset="0"/>
            </a:endParaRPr>
          </a:p>
        </p:txBody>
      </p:sp>
      <p:sp>
        <p:nvSpPr>
          <p:cNvPr id="11" name="TextBox 10">
            <a:extLst>
              <a:ext uri="{FF2B5EF4-FFF2-40B4-BE49-F238E27FC236}">
                <a16:creationId xmlns:a16="http://schemas.microsoft.com/office/drawing/2014/main" id="{8BB09886-B5A3-9A69-6B29-8A4F171F6444}"/>
              </a:ext>
            </a:extLst>
          </p:cNvPr>
          <p:cNvSpPr txBox="1"/>
          <p:nvPr/>
        </p:nvSpPr>
        <p:spPr>
          <a:xfrm>
            <a:off x="555522" y="5461130"/>
            <a:ext cx="10756490" cy="1200329"/>
          </a:xfrm>
          <a:prstGeom prst="rect">
            <a:avLst/>
          </a:prstGeom>
          <a:noFill/>
        </p:spPr>
        <p:txBody>
          <a:bodyPr wrap="square">
            <a:spAutoFit/>
          </a:bodyPr>
          <a:lstStyle/>
          <a:p>
            <a:pPr marL="285750" indent="-285750" algn="just">
              <a:buFont typeface="Arial" panose="020B0604020202020204" pitchFamily="34" charset="0"/>
              <a:buChar char="•"/>
            </a:pPr>
            <a:r>
              <a:rPr lang="en-US" b="0" i="1" dirty="0">
                <a:solidFill>
                  <a:srgbClr val="242424"/>
                </a:solidFill>
                <a:effectLst/>
                <a:latin typeface="Arial Black" panose="020B0A04020102020204" pitchFamily="34" charset="0"/>
              </a:rPr>
              <a:t>Decision trees are upside down which means the root is at the top and then this root is split into various several nodes. Decision trees are nothing but a bunch of if-else statements in layman terms. It checks if the condition is true and if it is then it goes to the next node attached to that decision.</a:t>
            </a:r>
            <a:endParaRPr lang="en-US" dirty="0">
              <a:latin typeface="Arial Black" panose="020B0A04020102020204" pitchFamily="34" charset="0"/>
            </a:endParaRPr>
          </a:p>
        </p:txBody>
      </p:sp>
    </p:spTree>
    <p:extLst>
      <p:ext uri="{BB962C8B-B14F-4D97-AF65-F5344CB8AC3E}">
        <p14:creationId xmlns:p14="http://schemas.microsoft.com/office/powerpoint/2010/main" val="611228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1CC7-636B-7030-F9D1-17647088A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8D7BD-69AC-26E6-D5E3-55E80D4E9CCD}"/>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3015147E-28D1-E667-73F0-EEA7CC886204}"/>
              </a:ext>
            </a:extLst>
          </p:cNvPr>
          <p:cNvSpPr txBox="1"/>
          <p:nvPr/>
        </p:nvSpPr>
        <p:spPr>
          <a:xfrm>
            <a:off x="3293807" y="847722"/>
            <a:ext cx="6096000" cy="400110"/>
          </a:xfrm>
          <a:prstGeom prst="rect">
            <a:avLst/>
          </a:prstGeom>
          <a:noFill/>
        </p:spPr>
        <p:txBody>
          <a:bodyPr wrap="square">
            <a:spAutoFit/>
          </a:bodyPr>
          <a:lstStyle/>
          <a:p>
            <a:r>
              <a:rPr lang="en-US" sz="2000" dirty="0">
                <a:solidFill>
                  <a:srgbClr val="7030A0"/>
                </a:solidFill>
                <a:latin typeface="Arial Black" panose="020B0A04020102020204" pitchFamily="34" charset="0"/>
              </a:rPr>
              <a:t>Why Data Cleansing Matters Before Trees</a:t>
            </a:r>
          </a:p>
        </p:txBody>
      </p:sp>
      <p:sp>
        <p:nvSpPr>
          <p:cNvPr id="8" name="TextBox 7">
            <a:extLst>
              <a:ext uri="{FF2B5EF4-FFF2-40B4-BE49-F238E27FC236}">
                <a16:creationId xmlns:a16="http://schemas.microsoft.com/office/drawing/2014/main" id="{4F2EF1C9-3C96-C1C9-84CA-8BAB0A073B10}"/>
              </a:ext>
            </a:extLst>
          </p:cNvPr>
          <p:cNvSpPr txBox="1"/>
          <p:nvPr/>
        </p:nvSpPr>
        <p:spPr>
          <a:xfrm>
            <a:off x="791497" y="1630910"/>
            <a:ext cx="10609006" cy="1754326"/>
          </a:xfrm>
          <a:prstGeom prst="rect">
            <a:avLst/>
          </a:prstGeom>
          <a:noFill/>
        </p:spPr>
        <p:txBody>
          <a:bodyPr wrap="square">
            <a:spAutoFit/>
          </a:bodyPr>
          <a:lstStyle/>
          <a:p>
            <a:pPr algn="just">
              <a:buNone/>
            </a:pPr>
            <a:r>
              <a:rPr lang="en-US" dirty="0">
                <a:effectLst/>
                <a:latin typeface="Arial Black" panose="020B0A04020102020204" pitchFamily="34" charset="0"/>
              </a:rPr>
              <a:t>Decision Trees are sensitive to noisy or missing data. If the Titanic dataset had inconsistent entries (e.g., “male” vs. “M”), or missing ages, the splits would be unreliable.</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Unclean data → misleading splits.</a:t>
            </a:r>
            <a:endParaRPr lang="en-US" dirty="0">
              <a:solidFill>
                <a:srgbClr val="FF0000"/>
              </a:solidFill>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Clean data → meaningful branches</a:t>
            </a:r>
            <a:r>
              <a:rPr lang="en-US" b="1" dirty="0">
                <a:effectLst/>
                <a:latin typeface="Arial Black" panose="020B0A04020102020204" pitchFamily="34" charset="0"/>
              </a:rPr>
              <a:t>.</a:t>
            </a:r>
            <a:endParaRPr lang="en-US" dirty="0">
              <a:latin typeface="Arial Black" panose="020B0A04020102020204" pitchFamily="34" charset="0"/>
            </a:endParaRPr>
          </a:p>
        </p:txBody>
      </p:sp>
      <p:sp>
        <p:nvSpPr>
          <p:cNvPr id="12" name="TextBox 11">
            <a:extLst>
              <a:ext uri="{FF2B5EF4-FFF2-40B4-BE49-F238E27FC236}">
                <a16:creationId xmlns:a16="http://schemas.microsoft.com/office/drawing/2014/main" id="{AA75F332-0A55-9821-E462-7CD2C41B2261}"/>
              </a:ext>
            </a:extLst>
          </p:cNvPr>
          <p:cNvSpPr txBox="1"/>
          <p:nvPr/>
        </p:nvSpPr>
        <p:spPr>
          <a:xfrm>
            <a:off x="791497" y="3612787"/>
            <a:ext cx="10609006" cy="2585323"/>
          </a:xfrm>
          <a:prstGeom prst="rect">
            <a:avLst/>
          </a:prstGeom>
          <a:noFill/>
        </p:spPr>
        <p:txBody>
          <a:bodyPr wrap="square">
            <a:spAutoFit/>
          </a:bodyPr>
          <a:lstStyle/>
          <a:p>
            <a:pPr algn="ctr">
              <a:buNone/>
            </a:pPr>
            <a:r>
              <a:rPr lang="en-US" b="1" dirty="0">
                <a:solidFill>
                  <a:srgbClr val="7030A0"/>
                </a:solidFill>
                <a:latin typeface="Arial Black" panose="020B0A04020102020204" pitchFamily="34" charset="0"/>
              </a:rPr>
              <a:t>Decision Tree in Cleansing</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Detecting Outliers:</a:t>
            </a:r>
            <a:r>
              <a:rPr lang="en-US" dirty="0">
                <a:effectLst/>
                <a:latin typeface="Arial Black" panose="020B0A04020102020204" pitchFamily="34" charset="0"/>
              </a:rPr>
              <a:t> A tree split that isolates a single record (e.g., Fare = 512) signals an outlier.</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Handling Missing Values:</a:t>
            </a:r>
            <a:r>
              <a:rPr lang="en-US" dirty="0">
                <a:effectLst/>
                <a:latin typeface="Arial Black" panose="020B0A04020102020204" pitchFamily="34" charset="0"/>
              </a:rPr>
              <a:t> Trees can either:</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Ignore rows with missing values.</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Use surrogate splits (alternative features when primary is missing).</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Feature Importance:</a:t>
            </a:r>
            <a:r>
              <a:rPr lang="en-US" dirty="0">
                <a:effectLst/>
                <a:latin typeface="Arial Black" panose="020B0A04020102020204" pitchFamily="34" charset="0"/>
              </a:rPr>
              <a:t> Trees highlight which features matter most (Sex, Age, Class in Titanic). This guides which variables to clean carefully.</a:t>
            </a:r>
            <a:endParaRPr lang="en-US" dirty="0">
              <a:latin typeface="Arial Black" panose="020B0A04020102020204" pitchFamily="34" charset="0"/>
            </a:endParaRPr>
          </a:p>
        </p:txBody>
      </p:sp>
    </p:spTree>
    <p:extLst>
      <p:ext uri="{BB962C8B-B14F-4D97-AF65-F5344CB8AC3E}">
        <p14:creationId xmlns:p14="http://schemas.microsoft.com/office/powerpoint/2010/main" val="1221845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1175D-5CE1-4651-3DAD-0FB017947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F2262-109B-6F9C-F0EE-0FA8FBDD2686}"/>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674B85AE-177E-CC4B-9B9B-B11E19B96D14}"/>
              </a:ext>
            </a:extLst>
          </p:cNvPr>
          <p:cNvSpPr txBox="1"/>
          <p:nvPr/>
        </p:nvSpPr>
        <p:spPr>
          <a:xfrm>
            <a:off x="3293807" y="847722"/>
            <a:ext cx="6096000" cy="400110"/>
          </a:xfrm>
          <a:prstGeom prst="rect">
            <a:avLst/>
          </a:prstGeom>
          <a:noFill/>
        </p:spPr>
        <p:txBody>
          <a:bodyPr wrap="square">
            <a:spAutoFit/>
          </a:bodyPr>
          <a:lstStyle/>
          <a:p>
            <a:r>
              <a:rPr lang="en-US" sz="2000" dirty="0">
                <a:solidFill>
                  <a:srgbClr val="7030A0"/>
                </a:solidFill>
                <a:latin typeface="Arial Black" panose="020B0A04020102020204" pitchFamily="34" charset="0"/>
              </a:rPr>
              <a:t>Why Data Cleansing Matters Before Trees</a:t>
            </a:r>
          </a:p>
        </p:txBody>
      </p:sp>
      <p:sp>
        <p:nvSpPr>
          <p:cNvPr id="5" name="TextBox 4">
            <a:extLst>
              <a:ext uri="{FF2B5EF4-FFF2-40B4-BE49-F238E27FC236}">
                <a16:creationId xmlns:a16="http://schemas.microsoft.com/office/drawing/2014/main" id="{DEBF8CDF-042B-C124-5E84-0AA49B4D5359}"/>
              </a:ext>
            </a:extLst>
          </p:cNvPr>
          <p:cNvSpPr txBox="1"/>
          <p:nvPr/>
        </p:nvSpPr>
        <p:spPr>
          <a:xfrm>
            <a:off x="845574" y="1510380"/>
            <a:ext cx="10717161" cy="2862322"/>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Random Forest in Cleansing</a:t>
            </a:r>
          </a:p>
          <a:p>
            <a:pPr algn="ctr">
              <a:buNone/>
            </a:pPr>
            <a:endParaRPr lang="en-US" b="1" dirty="0">
              <a:solidFill>
                <a:srgbClr val="FF0000"/>
              </a:solidFill>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Robustness to Noise:</a:t>
            </a:r>
            <a:r>
              <a:rPr lang="en-US" dirty="0">
                <a:effectLst/>
                <a:latin typeface="Arial Black" panose="020B0A04020102020204" pitchFamily="34" charset="0"/>
              </a:rPr>
              <a:t> Because forests average across many trees, they reduce the impact of dirty data.</a:t>
            </a:r>
          </a:p>
          <a:p>
            <a:pPr algn="just">
              <a:buFont typeface="Arial" panose="020B0604020202020204" pitchFamily="34" charset="0"/>
              <a:buChar char="•"/>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Feature Selection Aid:</a:t>
            </a:r>
            <a:r>
              <a:rPr lang="en-US" dirty="0">
                <a:effectLst/>
                <a:latin typeface="Arial Black" panose="020B0A04020102020204" pitchFamily="34" charset="0"/>
              </a:rPr>
              <a:t> Random Forest feature importance helps identify irrelevant or redundant variables — useful in cleansing.</a:t>
            </a:r>
          </a:p>
          <a:p>
            <a:pPr algn="just">
              <a:buFont typeface="Arial" panose="020B0604020202020204" pitchFamily="34" charset="0"/>
              <a:buChar char="•"/>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Imputation Support:</a:t>
            </a:r>
            <a:r>
              <a:rPr lang="en-US" dirty="0">
                <a:effectLst/>
                <a:latin typeface="Arial Black" panose="020B0A04020102020204" pitchFamily="34" charset="0"/>
              </a:rPr>
              <a:t> Forests can predict missing values by treating them as targets in auxiliary models.</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D1211A9A-2534-2489-959A-97ECD4BBE7A3}"/>
              </a:ext>
            </a:extLst>
          </p:cNvPr>
          <p:cNvSpPr txBox="1"/>
          <p:nvPr/>
        </p:nvSpPr>
        <p:spPr>
          <a:xfrm>
            <a:off x="1069256" y="5146043"/>
            <a:ext cx="10269795" cy="584775"/>
          </a:xfrm>
          <a:prstGeom prst="rect">
            <a:avLst/>
          </a:prstGeom>
          <a:noFill/>
        </p:spPr>
        <p:txBody>
          <a:bodyPr wrap="square">
            <a:spAutoFit/>
          </a:bodyPr>
          <a:lstStyle/>
          <a:p>
            <a:pPr algn="ctr"/>
            <a:r>
              <a:rPr lang="en-US" sz="1600" dirty="0">
                <a:solidFill>
                  <a:srgbClr val="FF0000"/>
                </a:solidFill>
                <a:latin typeface="Arial Black" panose="020B0A04020102020204" pitchFamily="34" charset="0"/>
              </a:rPr>
              <a:t>“Before planting a tree, we clear the ground. Similarly, before building a Decision Tree, we cleanse the dataset.”</a:t>
            </a:r>
          </a:p>
        </p:txBody>
      </p:sp>
    </p:spTree>
    <p:extLst>
      <p:ext uri="{BB962C8B-B14F-4D97-AF65-F5344CB8AC3E}">
        <p14:creationId xmlns:p14="http://schemas.microsoft.com/office/powerpoint/2010/main" val="570459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FF7D6-96FF-08F4-162F-AD9F61122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C482F-775E-C627-1E81-120842AECCFD}"/>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pic>
        <p:nvPicPr>
          <p:cNvPr id="6" name="Picture 5">
            <a:extLst>
              <a:ext uri="{FF2B5EF4-FFF2-40B4-BE49-F238E27FC236}">
                <a16:creationId xmlns:a16="http://schemas.microsoft.com/office/drawing/2014/main" id="{841A5163-0059-81A6-599B-2A800EB47D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255" y="1189703"/>
            <a:ext cx="7396316" cy="4930877"/>
          </a:xfrm>
          <a:prstGeom prst="rect">
            <a:avLst/>
          </a:prstGeom>
        </p:spPr>
      </p:pic>
      <p:sp>
        <p:nvSpPr>
          <p:cNvPr id="9" name="TextBox 8">
            <a:extLst>
              <a:ext uri="{FF2B5EF4-FFF2-40B4-BE49-F238E27FC236}">
                <a16:creationId xmlns:a16="http://schemas.microsoft.com/office/drawing/2014/main" id="{F3F9BEC2-7BAC-67E6-7A68-4DD922C79290}"/>
              </a:ext>
            </a:extLst>
          </p:cNvPr>
          <p:cNvSpPr txBox="1"/>
          <p:nvPr/>
        </p:nvSpPr>
        <p:spPr>
          <a:xfrm>
            <a:off x="7737988" y="1946981"/>
            <a:ext cx="4100052" cy="3416320"/>
          </a:xfrm>
          <a:prstGeom prst="rect">
            <a:avLst/>
          </a:prstGeom>
          <a:noFill/>
        </p:spPr>
        <p:txBody>
          <a:bodyPr wrap="square">
            <a:spAutoFit/>
          </a:bodyPr>
          <a:lstStyle/>
          <a:p>
            <a:pPr algn="just">
              <a:buNone/>
            </a:pPr>
            <a:r>
              <a:rPr lang="en-US" b="1" dirty="0">
                <a:solidFill>
                  <a:srgbClr val="FF0000"/>
                </a:solidFill>
                <a:effectLst/>
                <a:latin typeface="Arial Black" panose="020B0A04020102020204" pitchFamily="34" charset="0"/>
              </a:rPr>
              <a:t>Dirty Data?</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Missing values, inconsistent entries, outliers.</a:t>
            </a:r>
          </a:p>
          <a:p>
            <a:pPr algn="just">
              <a:buNone/>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Decision Tree to the Rescue!</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Splits reveal issues, detect outliers, impute missing values, find patterns.</a:t>
            </a:r>
          </a:p>
          <a:p>
            <a:pPr algn="just">
              <a:buNone/>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Cleaner Data!</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Outliers removed, missing values filled, consistent entries → ready for better models.</a:t>
            </a:r>
            <a:endParaRPr lang="en-US" dirty="0">
              <a:latin typeface="Arial Black" panose="020B0A04020102020204" pitchFamily="34" charset="0"/>
            </a:endParaRPr>
          </a:p>
        </p:txBody>
      </p:sp>
    </p:spTree>
    <p:extLst>
      <p:ext uri="{BB962C8B-B14F-4D97-AF65-F5344CB8AC3E}">
        <p14:creationId xmlns:p14="http://schemas.microsoft.com/office/powerpoint/2010/main" val="1979204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5048E-7B6F-5A1D-4766-FA5609C73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315AA-A267-8B44-00C2-10320AC50018}"/>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CBEF041F-C7D6-96B6-20E6-CE371F0D4915}"/>
              </a:ext>
            </a:extLst>
          </p:cNvPr>
          <p:cNvSpPr txBox="1"/>
          <p:nvPr/>
        </p:nvSpPr>
        <p:spPr>
          <a:xfrm>
            <a:off x="2713703" y="1005037"/>
            <a:ext cx="7157883" cy="400110"/>
          </a:xfrm>
          <a:prstGeom prst="rect">
            <a:avLst/>
          </a:prstGeom>
          <a:noFill/>
        </p:spPr>
        <p:txBody>
          <a:bodyPr wrap="square">
            <a:spAutoFit/>
          </a:bodyPr>
          <a:lstStyle/>
          <a:p>
            <a:r>
              <a:rPr lang="en-US" sz="2000" dirty="0">
                <a:solidFill>
                  <a:srgbClr val="FF0000"/>
                </a:solidFill>
                <a:latin typeface="Arial Black" panose="020B0A04020102020204" pitchFamily="34" charset="0"/>
              </a:rPr>
              <a:t>Worksheet: </a:t>
            </a:r>
            <a:r>
              <a:rPr lang="en-US" sz="2000" i="1" dirty="0">
                <a:latin typeface="Arial Black" panose="020B0A04020102020204" pitchFamily="34" charset="0"/>
              </a:rPr>
              <a:t>Data Cleansing with Decision Trees</a:t>
            </a:r>
            <a:endParaRPr lang="en-US" sz="2000" dirty="0">
              <a:latin typeface="Arial Black" panose="020B0A04020102020204" pitchFamily="34" charset="0"/>
            </a:endParaRPr>
          </a:p>
        </p:txBody>
      </p:sp>
      <p:sp>
        <p:nvSpPr>
          <p:cNvPr id="7" name="TextBox 6">
            <a:extLst>
              <a:ext uri="{FF2B5EF4-FFF2-40B4-BE49-F238E27FC236}">
                <a16:creationId xmlns:a16="http://schemas.microsoft.com/office/drawing/2014/main" id="{113E773B-E4D4-50D4-3239-35ED4FCD6DE5}"/>
              </a:ext>
            </a:extLst>
          </p:cNvPr>
          <p:cNvSpPr txBox="1"/>
          <p:nvPr/>
        </p:nvSpPr>
        <p:spPr>
          <a:xfrm>
            <a:off x="2369572" y="1564627"/>
            <a:ext cx="6597447" cy="923330"/>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Section 1 – Spot the Dirty Data </a:t>
            </a:r>
          </a:p>
          <a:p>
            <a:pPr algn="ctr">
              <a:buNone/>
            </a:pPr>
            <a:endParaRPr lang="en-US" b="1" dirty="0">
              <a:solidFill>
                <a:srgbClr val="FF0000"/>
              </a:solidFill>
              <a:latin typeface="Arial Black" panose="020B0A04020102020204" pitchFamily="34" charset="0"/>
            </a:endParaRPr>
          </a:p>
          <a:p>
            <a:pPr>
              <a:buNone/>
            </a:pPr>
            <a:r>
              <a:rPr lang="en-US" b="1" dirty="0">
                <a:solidFill>
                  <a:srgbClr val="FF0000"/>
                </a:solidFill>
                <a:effectLst/>
                <a:latin typeface="Arial Black" panose="020B0A04020102020204" pitchFamily="34" charset="0"/>
              </a:rPr>
              <a:t>Task:</a:t>
            </a:r>
            <a:r>
              <a:rPr lang="en-US" dirty="0">
                <a:effectLst/>
                <a:latin typeface="Arial Black" panose="020B0A04020102020204" pitchFamily="34" charset="0"/>
              </a:rPr>
              <a:t> Identify issues in the sample dataset below.</a:t>
            </a:r>
            <a:endParaRPr lang="en-US" dirty="0">
              <a:latin typeface="Arial Black" panose="020B0A04020102020204" pitchFamily="34" charset="0"/>
            </a:endParaRPr>
          </a:p>
        </p:txBody>
      </p:sp>
      <p:graphicFrame>
        <p:nvGraphicFramePr>
          <p:cNvPr id="8" name="Table 7">
            <a:extLst>
              <a:ext uri="{FF2B5EF4-FFF2-40B4-BE49-F238E27FC236}">
                <a16:creationId xmlns:a16="http://schemas.microsoft.com/office/drawing/2014/main" id="{468AA16A-625D-663B-F4F4-DA144F50E0C9}"/>
              </a:ext>
            </a:extLst>
          </p:cNvPr>
          <p:cNvGraphicFramePr>
            <a:graphicFrameLocks noGrp="1"/>
          </p:cNvGraphicFramePr>
          <p:nvPr>
            <p:extLst>
              <p:ext uri="{D42A27DB-BD31-4B8C-83A1-F6EECF244321}">
                <p14:modId xmlns:p14="http://schemas.microsoft.com/office/powerpoint/2010/main" val="3011372350"/>
              </p:ext>
            </p:extLst>
          </p:nvPr>
        </p:nvGraphicFramePr>
        <p:xfrm>
          <a:off x="934063" y="2988572"/>
          <a:ext cx="10505766" cy="1676400"/>
        </p:xfrm>
        <a:graphic>
          <a:graphicData uri="http://schemas.openxmlformats.org/drawingml/2006/table">
            <a:tbl>
              <a:tblPr/>
              <a:tblGrid>
                <a:gridCol w="2093286">
                  <a:extLst>
                    <a:ext uri="{9D8B030D-6E8A-4147-A177-3AD203B41FA5}">
                      <a16:colId xmlns:a16="http://schemas.microsoft.com/office/drawing/2014/main" val="195171224"/>
                    </a:ext>
                  </a:extLst>
                </a:gridCol>
                <a:gridCol w="2103120">
                  <a:extLst>
                    <a:ext uri="{9D8B030D-6E8A-4147-A177-3AD203B41FA5}">
                      <a16:colId xmlns:a16="http://schemas.microsoft.com/office/drawing/2014/main" val="3504042831"/>
                    </a:ext>
                  </a:extLst>
                </a:gridCol>
                <a:gridCol w="2103120">
                  <a:extLst>
                    <a:ext uri="{9D8B030D-6E8A-4147-A177-3AD203B41FA5}">
                      <a16:colId xmlns:a16="http://schemas.microsoft.com/office/drawing/2014/main" val="3022283291"/>
                    </a:ext>
                  </a:extLst>
                </a:gridCol>
                <a:gridCol w="2103120">
                  <a:extLst>
                    <a:ext uri="{9D8B030D-6E8A-4147-A177-3AD203B41FA5}">
                      <a16:colId xmlns:a16="http://schemas.microsoft.com/office/drawing/2014/main" val="1179286783"/>
                    </a:ext>
                  </a:extLst>
                </a:gridCol>
                <a:gridCol w="2103120">
                  <a:extLst>
                    <a:ext uri="{9D8B030D-6E8A-4147-A177-3AD203B41FA5}">
                      <a16:colId xmlns:a16="http://schemas.microsoft.com/office/drawing/2014/main" val="2936775888"/>
                    </a:ext>
                  </a:extLst>
                </a:gridCol>
              </a:tblGrid>
              <a:tr h="0">
                <a:tc>
                  <a:txBody>
                    <a:bodyPr/>
                    <a:lstStyle/>
                    <a:p>
                      <a:pPr>
                        <a:buNone/>
                      </a:pPr>
                      <a:r>
                        <a:rPr lang="en-US" sz="1600" dirty="0">
                          <a:solidFill>
                            <a:srgbClr val="FF0000"/>
                          </a:solidFill>
                          <a:latin typeface="Arial Black" panose="020B0A04020102020204" pitchFamily="34" charset="0"/>
                        </a:rPr>
                        <a:t>Passenger</a:t>
                      </a:r>
                    </a:p>
                  </a:txBody>
                  <a:tcPr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Sex</a:t>
                      </a:r>
                    </a:p>
                  </a:txBody>
                  <a:tcPr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Age</a:t>
                      </a:r>
                    </a:p>
                  </a:txBody>
                  <a:tcPr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Fare</a:t>
                      </a:r>
                    </a:p>
                  </a:txBody>
                  <a:tcPr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Survived</a:t>
                      </a:r>
                    </a:p>
                  </a:txBody>
                  <a:tcPr anchor="ctr">
                    <a:lnL>
                      <a:noFill/>
                    </a:lnL>
                    <a:lnR>
                      <a:noFill/>
                    </a:lnR>
                    <a:lnT>
                      <a:noFill/>
                    </a:lnT>
                    <a:lnB>
                      <a:noFill/>
                    </a:lnB>
                    <a:noFill/>
                  </a:tcPr>
                </a:tc>
                <a:extLst>
                  <a:ext uri="{0D108BD9-81ED-4DB2-BD59-A6C34878D82A}">
                    <a16:rowId xmlns:a16="http://schemas.microsoft.com/office/drawing/2014/main" val="889816641"/>
                  </a:ext>
                </a:extLst>
              </a:tr>
              <a:tr h="0">
                <a:tc>
                  <a:txBody>
                    <a:bodyPr/>
                    <a:lstStyle/>
                    <a:p>
                      <a:pPr>
                        <a:buNone/>
                      </a:pPr>
                      <a:r>
                        <a:rPr lang="en-US" sz="1600" dirty="0">
                          <a:latin typeface="Arial Black" panose="020B0A04020102020204" pitchFamily="34" charset="0"/>
                        </a:rPr>
                        <a:t>1</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male</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512</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0</a:t>
                      </a:r>
                    </a:p>
                  </a:txBody>
                  <a:tcPr anchor="ctr">
                    <a:lnL>
                      <a:noFill/>
                    </a:lnL>
                    <a:lnR>
                      <a:noFill/>
                    </a:lnR>
                    <a:lnT>
                      <a:noFill/>
                    </a:lnT>
                    <a:lnB>
                      <a:noFill/>
                    </a:lnB>
                    <a:noFill/>
                  </a:tcPr>
                </a:tc>
                <a:extLst>
                  <a:ext uri="{0D108BD9-81ED-4DB2-BD59-A6C34878D82A}">
                    <a16:rowId xmlns:a16="http://schemas.microsoft.com/office/drawing/2014/main" val="4000445217"/>
                  </a:ext>
                </a:extLst>
              </a:tr>
              <a:tr h="0">
                <a:tc>
                  <a:txBody>
                    <a:bodyPr/>
                    <a:lstStyle/>
                    <a:p>
                      <a:pPr>
                        <a:buNone/>
                      </a:pPr>
                      <a:r>
                        <a:rPr lang="en-US" sz="1600">
                          <a:latin typeface="Arial Black" panose="020B0A04020102020204" pitchFamily="34" charset="0"/>
                        </a:rPr>
                        <a:t>2</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Female</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25</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71</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1</a:t>
                      </a:r>
                    </a:p>
                  </a:txBody>
                  <a:tcPr anchor="ctr">
                    <a:lnL>
                      <a:noFill/>
                    </a:lnL>
                    <a:lnR>
                      <a:noFill/>
                    </a:lnR>
                    <a:lnT>
                      <a:noFill/>
                    </a:lnT>
                    <a:lnB>
                      <a:noFill/>
                    </a:lnB>
                    <a:noFill/>
                  </a:tcPr>
                </a:tc>
                <a:extLst>
                  <a:ext uri="{0D108BD9-81ED-4DB2-BD59-A6C34878D82A}">
                    <a16:rowId xmlns:a16="http://schemas.microsoft.com/office/drawing/2014/main" val="3682712585"/>
                  </a:ext>
                </a:extLst>
              </a:tr>
              <a:tr h="0">
                <a:tc>
                  <a:txBody>
                    <a:bodyPr/>
                    <a:lstStyle/>
                    <a:p>
                      <a:pPr>
                        <a:buNone/>
                      </a:pPr>
                      <a:r>
                        <a:rPr lang="en-US" sz="1600">
                          <a:latin typeface="Arial Black" panose="020B0A04020102020204" pitchFamily="34" charset="0"/>
                        </a:rPr>
                        <a:t>3</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M</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8</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21</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1</a:t>
                      </a:r>
                    </a:p>
                  </a:txBody>
                  <a:tcPr anchor="ctr">
                    <a:lnL>
                      <a:noFill/>
                    </a:lnL>
                    <a:lnR>
                      <a:noFill/>
                    </a:lnR>
                    <a:lnT>
                      <a:noFill/>
                    </a:lnT>
                    <a:lnB>
                      <a:noFill/>
                    </a:lnB>
                    <a:noFill/>
                  </a:tcPr>
                </a:tc>
                <a:extLst>
                  <a:ext uri="{0D108BD9-81ED-4DB2-BD59-A6C34878D82A}">
                    <a16:rowId xmlns:a16="http://schemas.microsoft.com/office/drawing/2014/main" val="3970189068"/>
                  </a:ext>
                </a:extLst>
              </a:tr>
              <a:tr h="0">
                <a:tc>
                  <a:txBody>
                    <a:bodyPr/>
                    <a:lstStyle/>
                    <a:p>
                      <a:pPr>
                        <a:buNone/>
                      </a:pPr>
                      <a:r>
                        <a:rPr lang="en-US" sz="1600">
                          <a:latin typeface="Arial Black" panose="020B0A04020102020204" pitchFamily="34" charset="0"/>
                        </a:rPr>
                        <a:t>4</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male</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35</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0</a:t>
                      </a:r>
                    </a:p>
                  </a:txBody>
                  <a:tcPr anchor="ctr">
                    <a:lnL>
                      <a:noFill/>
                    </a:lnL>
                    <a:lnR>
                      <a:noFill/>
                    </a:lnR>
                    <a:lnT>
                      <a:noFill/>
                    </a:lnT>
                    <a:lnB>
                      <a:noFill/>
                    </a:lnB>
                    <a:noFill/>
                  </a:tcPr>
                </a:tc>
                <a:extLst>
                  <a:ext uri="{0D108BD9-81ED-4DB2-BD59-A6C34878D82A}">
                    <a16:rowId xmlns:a16="http://schemas.microsoft.com/office/drawing/2014/main" val="3805798309"/>
                  </a:ext>
                </a:extLst>
              </a:tr>
            </a:tbl>
          </a:graphicData>
        </a:graphic>
      </p:graphicFrame>
      <p:sp>
        <p:nvSpPr>
          <p:cNvPr id="11" name="TextBox 10">
            <a:extLst>
              <a:ext uri="{FF2B5EF4-FFF2-40B4-BE49-F238E27FC236}">
                <a16:creationId xmlns:a16="http://schemas.microsoft.com/office/drawing/2014/main" id="{6813EE45-88D7-9A73-CEE7-4185FE0A3463}"/>
              </a:ext>
            </a:extLst>
          </p:cNvPr>
          <p:cNvSpPr txBox="1"/>
          <p:nvPr/>
        </p:nvSpPr>
        <p:spPr>
          <a:xfrm>
            <a:off x="734959" y="5514409"/>
            <a:ext cx="10903974" cy="338554"/>
          </a:xfrm>
          <a:prstGeom prst="rect">
            <a:avLst/>
          </a:prstGeom>
          <a:noFill/>
        </p:spPr>
        <p:txBody>
          <a:bodyPr wrap="square">
            <a:spAutoFit/>
          </a:bodyPr>
          <a:lstStyle/>
          <a:p>
            <a:r>
              <a:rPr lang="en-US" sz="1600" i="1" dirty="0">
                <a:solidFill>
                  <a:srgbClr val="FF0000"/>
                </a:solidFill>
                <a:latin typeface="Arial Black" panose="020B0A04020102020204" pitchFamily="34" charset="0"/>
              </a:rPr>
              <a:t>Reflection:</a:t>
            </a:r>
            <a:r>
              <a:rPr lang="en-US" sz="1600" dirty="0">
                <a:solidFill>
                  <a:srgbClr val="FF0000"/>
                </a:solidFill>
                <a:latin typeface="Arial Black" panose="020B0A04020102020204" pitchFamily="34" charset="0"/>
              </a:rPr>
              <a:t> What kinds of problems do you see? (Missing values, inconsistent entries, outliers)</a:t>
            </a:r>
          </a:p>
        </p:txBody>
      </p:sp>
    </p:spTree>
    <p:extLst>
      <p:ext uri="{BB962C8B-B14F-4D97-AF65-F5344CB8AC3E}">
        <p14:creationId xmlns:p14="http://schemas.microsoft.com/office/powerpoint/2010/main" val="2833962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5E2A-4C8B-4D33-2645-DDEF1C2B7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A094C-356C-B0B7-6F78-370D5E6957C5}"/>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10D510BA-155A-AD7C-E353-8F5255C6331D}"/>
              </a:ext>
            </a:extLst>
          </p:cNvPr>
          <p:cNvSpPr txBox="1"/>
          <p:nvPr/>
        </p:nvSpPr>
        <p:spPr>
          <a:xfrm>
            <a:off x="2713703" y="1005037"/>
            <a:ext cx="7157883" cy="400110"/>
          </a:xfrm>
          <a:prstGeom prst="rect">
            <a:avLst/>
          </a:prstGeom>
          <a:noFill/>
        </p:spPr>
        <p:txBody>
          <a:bodyPr wrap="square">
            <a:spAutoFit/>
          </a:bodyPr>
          <a:lstStyle/>
          <a:p>
            <a:r>
              <a:rPr lang="en-US" sz="2000" dirty="0">
                <a:solidFill>
                  <a:srgbClr val="FF0000"/>
                </a:solidFill>
                <a:latin typeface="Arial Black" panose="020B0A04020102020204" pitchFamily="34" charset="0"/>
              </a:rPr>
              <a:t>Worksheet: </a:t>
            </a:r>
            <a:r>
              <a:rPr lang="en-US" sz="2000" i="1" dirty="0">
                <a:latin typeface="Arial Black" panose="020B0A04020102020204" pitchFamily="34" charset="0"/>
              </a:rPr>
              <a:t>Data Cleansing with Decision Trees</a:t>
            </a:r>
            <a:endParaRPr lang="en-US" sz="2000" dirty="0">
              <a:latin typeface="Arial Black" panose="020B0A04020102020204" pitchFamily="34" charset="0"/>
            </a:endParaRPr>
          </a:p>
        </p:txBody>
      </p:sp>
      <p:sp>
        <p:nvSpPr>
          <p:cNvPr id="5" name="TextBox 4">
            <a:extLst>
              <a:ext uri="{FF2B5EF4-FFF2-40B4-BE49-F238E27FC236}">
                <a16:creationId xmlns:a16="http://schemas.microsoft.com/office/drawing/2014/main" id="{F28DD60D-DAA4-EECC-81D1-D139BEDB231A}"/>
              </a:ext>
            </a:extLst>
          </p:cNvPr>
          <p:cNvSpPr txBox="1"/>
          <p:nvPr/>
        </p:nvSpPr>
        <p:spPr>
          <a:xfrm>
            <a:off x="1278193" y="1749745"/>
            <a:ext cx="9635613" cy="1477328"/>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Section 2 – Tree‑Based Cleansing </a:t>
            </a:r>
          </a:p>
          <a:p>
            <a:pPr>
              <a:buNone/>
            </a:pPr>
            <a:endParaRPr lang="en-US" b="1" dirty="0">
              <a:effectLst/>
              <a:latin typeface="Arial Black" panose="020B0A04020102020204" pitchFamily="34" charset="0"/>
            </a:endParaRPr>
          </a:p>
          <a:p>
            <a:pPr>
              <a:buNone/>
            </a:pPr>
            <a:r>
              <a:rPr lang="en-US" b="1" dirty="0">
                <a:solidFill>
                  <a:srgbClr val="FF0000"/>
                </a:solidFill>
                <a:effectLst/>
                <a:latin typeface="Arial Black" panose="020B0A04020102020204" pitchFamily="34" charset="0"/>
              </a:rPr>
              <a:t>Task:</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Use a Decision Tree to guide corrections.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Split on </a:t>
            </a:r>
            <a:r>
              <a:rPr lang="en-US" b="1" dirty="0">
                <a:effectLst/>
                <a:latin typeface="Arial Black" panose="020B0A04020102020204" pitchFamily="34" charset="0"/>
              </a:rPr>
              <a:t>Sex</a:t>
            </a:r>
            <a:r>
              <a:rPr lang="en-US" dirty="0">
                <a:effectLst/>
                <a:latin typeface="Arial Black" panose="020B0A04020102020204" pitchFamily="34" charset="0"/>
              </a:rPr>
              <a:t>, </a:t>
            </a:r>
            <a:r>
              <a:rPr lang="en-US" b="1" dirty="0">
                <a:effectLst/>
                <a:latin typeface="Arial Black" panose="020B0A04020102020204" pitchFamily="34" charset="0"/>
              </a:rPr>
              <a:t>Age</a:t>
            </a:r>
            <a:r>
              <a:rPr lang="en-US" dirty="0">
                <a:effectLst/>
                <a:latin typeface="Arial Black" panose="020B0A04020102020204" pitchFamily="34" charset="0"/>
              </a:rPr>
              <a:t>, and </a:t>
            </a:r>
            <a:r>
              <a:rPr lang="en-US" b="1" dirty="0">
                <a:effectLst/>
                <a:latin typeface="Arial Black" panose="020B0A04020102020204" pitchFamily="34" charset="0"/>
              </a:rPr>
              <a:t>Fare</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Predict missing values or flag outliers.</a:t>
            </a:r>
            <a:endParaRPr lang="en-US" dirty="0">
              <a:latin typeface="Arial Black" panose="020B0A04020102020204" pitchFamily="34" charset="0"/>
            </a:endParaRPr>
          </a:p>
        </p:txBody>
      </p:sp>
      <p:graphicFrame>
        <p:nvGraphicFramePr>
          <p:cNvPr id="6" name="Table 5">
            <a:extLst>
              <a:ext uri="{FF2B5EF4-FFF2-40B4-BE49-F238E27FC236}">
                <a16:creationId xmlns:a16="http://schemas.microsoft.com/office/drawing/2014/main" id="{79693655-6710-6E67-95DC-375087221438}"/>
              </a:ext>
            </a:extLst>
          </p:cNvPr>
          <p:cNvGraphicFramePr>
            <a:graphicFrameLocks noGrp="1"/>
          </p:cNvGraphicFramePr>
          <p:nvPr>
            <p:extLst>
              <p:ext uri="{D42A27DB-BD31-4B8C-83A1-F6EECF244321}">
                <p14:modId xmlns:p14="http://schemas.microsoft.com/office/powerpoint/2010/main" val="2546835703"/>
              </p:ext>
            </p:extLst>
          </p:nvPr>
        </p:nvGraphicFramePr>
        <p:xfrm>
          <a:off x="838199" y="3534434"/>
          <a:ext cx="10515600" cy="1463040"/>
        </p:xfrm>
        <a:graphic>
          <a:graphicData uri="http://schemas.openxmlformats.org/drawingml/2006/table">
            <a:tbl>
              <a:tblPr/>
              <a:tblGrid>
                <a:gridCol w="3505200">
                  <a:extLst>
                    <a:ext uri="{9D8B030D-6E8A-4147-A177-3AD203B41FA5}">
                      <a16:colId xmlns:a16="http://schemas.microsoft.com/office/drawing/2014/main" val="4198867270"/>
                    </a:ext>
                  </a:extLst>
                </a:gridCol>
                <a:gridCol w="3505200">
                  <a:extLst>
                    <a:ext uri="{9D8B030D-6E8A-4147-A177-3AD203B41FA5}">
                      <a16:colId xmlns:a16="http://schemas.microsoft.com/office/drawing/2014/main" val="2734491323"/>
                    </a:ext>
                  </a:extLst>
                </a:gridCol>
                <a:gridCol w="3505200">
                  <a:extLst>
                    <a:ext uri="{9D8B030D-6E8A-4147-A177-3AD203B41FA5}">
                      <a16:colId xmlns:a16="http://schemas.microsoft.com/office/drawing/2014/main" val="1206981477"/>
                    </a:ext>
                  </a:extLst>
                </a:gridCol>
              </a:tblGrid>
              <a:tr h="0">
                <a:tc>
                  <a:txBody>
                    <a:bodyPr/>
                    <a:lstStyle/>
                    <a:p>
                      <a:pPr>
                        <a:buNone/>
                      </a:pPr>
                      <a:r>
                        <a:rPr lang="en-US" dirty="0">
                          <a:solidFill>
                            <a:srgbClr val="FF0000"/>
                          </a:solidFill>
                          <a:latin typeface="Arial Black" panose="020B0A04020102020204" pitchFamily="34" charset="0"/>
                        </a:rPr>
                        <a:t>Feature</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Split Condition</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Cleansing Action</a:t>
                      </a:r>
                    </a:p>
                  </a:txBody>
                  <a:tcPr anchor="ctr">
                    <a:lnL>
                      <a:noFill/>
                    </a:lnL>
                    <a:lnR>
                      <a:noFill/>
                    </a:lnR>
                    <a:lnT>
                      <a:noFill/>
                    </a:lnT>
                    <a:lnB>
                      <a:noFill/>
                    </a:lnB>
                    <a:noFill/>
                  </a:tcPr>
                </a:tc>
                <a:extLst>
                  <a:ext uri="{0D108BD9-81ED-4DB2-BD59-A6C34878D82A}">
                    <a16:rowId xmlns:a16="http://schemas.microsoft.com/office/drawing/2014/main" val="1796855126"/>
                  </a:ext>
                </a:extLst>
              </a:tr>
              <a:tr h="0">
                <a:tc>
                  <a:txBody>
                    <a:bodyPr/>
                    <a:lstStyle/>
                    <a:p>
                      <a:pPr>
                        <a:buNone/>
                      </a:pPr>
                      <a:r>
                        <a:rPr lang="en-US">
                          <a:latin typeface="Arial Black" panose="020B0A04020102020204" pitchFamily="34" charset="0"/>
                        </a:rPr>
                        <a:t>Sex</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male vs Female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Standardize labels</a:t>
                      </a:r>
                    </a:p>
                  </a:txBody>
                  <a:tcPr anchor="ctr">
                    <a:lnL>
                      <a:noFill/>
                    </a:lnL>
                    <a:lnR>
                      <a:noFill/>
                    </a:lnR>
                    <a:lnT>
                      <a:noFill/>
                    </a:lnT>
                    <a:lnB>
                      <a:noFill/>
                    </a:lnB>
                    <a:noFill/>
                  </a:tcPr>
                </a:tc>
                <a:extLst>
                  <a:ext uri="{0D108BD9-81ED-4DB2-BD59-A6C34878D82A}">
                    <a16:rowId xmlns:a16="http://schemas.microsoft.com/office/drawing/2014/main" val="3188591888"/>
                  </a:ext>
                </a:extLst>
              </a:tr>
              <a:tr h="0">
                <a:tc>
                  <a:txBody>
                    <a:bodyPr/>
                    <a:lstStyle/>
                    <a:p>
                      <a:pPr>
                        <a:buNone/>
                      </a:pPr>
                      <a:r>
                        <a:rPr lang="en-US">
                          <a:latin typeface="Arial Black" panose="020B0A04020102020204" pitchFamily="34" charset="0"/>
                        </a:rPr>
                        <a:t>Age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&lt; 10</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Impute missing ages</a:t>
                      </a:r>
                    </a:p>
                  </a:txBody>
                  <a:tcPr anchor="ctr">
                    <a:lnL>
                      <a:noFill/>
                    </a:lnL>
                    <a:lnR>
                      <a:noFill/>
                    </a:lnR>
                    <a:lnT>
                      <a:noFill/>
                    </a:lnT>
                    <a:lnB>
                      <a:noFill/>
                    </a:lnB>
                    <a:noFill/>
                  </a:tcPr>
                </a:tc>
                <a:extLst>
                  <a:ext uri="{0D108BD9-81ED-4DB2-BD59-A6C34878D82A}">
                    <a16:rowId xmlns:a16="http://schemas.microsoft.com/office/drawing/2014/main" val="4252733230"/>
                  </a:ext>
                </a:extLst>
              </a:tr>
              <a:tr h="0">
                <a:tc>
                  <a:txBody>
                    <a:bodyPr/>
                    <a:lstStyle/>
                    <a:p>
                      <a:pPr>
                        <a:buNone/>
                      </a:pPr>
                      <a:r>
                        <a:rPr lang="en-US">
                          <a:latin typeface="Arial Black" panose="020B0A04020102020204" pitchFamily="34" charset="0"/>
                        </a:rPr>
                        <a:t>Fare</a:t>
                      </a:r>
                    </a:p>
                  </a:txBody>
                  <a:tcPr anchor="ctr">
                    <a:lnL>
                      <a:noFill/>
                    </a:lnL>
                    <a:lnR>
                      <a:noFill/>
                    </a:lnR>
                    <a:lnT>
                      <a:noFill/>
                    </a:lnT>
                    <a:lnB>
                      <a:noFill/>
                    </a:lnB>
                    <a:noFill/>
                  </a:tcPr>
                </a:tc>
                <a:tc>
                  <a:txBody>
                    <a:bodyPr/>
                    <a:lstStyle/>
                    <a:p>
                      <a:pPr>
                        <a:buNone/>
                      </a:pPr>
                      <a:r>
                        <a:rPr lang="en-US">
                          <a:latin typeface="Arial Black" panose="020B0A04020102020204" pitchFamily="34" charset="0"/>
                        </a:rPr>
                        <a:t>&gt; 300</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Flag as outlier</a:t>
                      </a:r>
                    </a:p>
                  </a:txBody>
                  <a:tcPr anchor="ctr">
                    <a:lnL>
                      <a:noFill/>
                    </a:lnL>
                    <a:lnR>
                      <a:noFill/>
                    </a:lnR>
                    <a:lnT>
                      <a:noFill/>
                    </a:lnT>
                    <a:lnB>
                      <a:noFill/>
                    </a:lnB>
                    <a:noFill/>
                  </a:tcPr>
                </a:tc>
                <a:extLst>
                  <a:ext uri="{0D108BD9-81ED-4DB2-BD59-A6C34878D82A}">
                    <a16:rowId xmlns:a16="http://schemas.microsoft.com/office/drawing/2014/main" val="439368944"/>
                  </a:ext>
                </a:extLst>
              </a:tr>
            </a:tbl>
          </a:graphicData>
        </a:graphic>
      </p:graphicFrame>
      <p:sp>
        <p:nvSpPr>
          <p:cNvPr id="10" name="TextBox 9">
            <a:extLst>
              <a:ext uri="{FF2B5EF4-FFF2-40B4-BE49-F238E27FC236}">
                <a16:creationId xmlns:a16="http://schemas.microsoft.com/office/drawing/2014/main" id="{935F70AE-57C5-C7D6-7BC9-66A44911C3B2}"/>
              </a:ext>
            </a:extLst>
          </p:cNvPr>
          <p:cNvSpPr txBox="1"/>
          <p:nvPr/>
        </p:nvSpPr>
        <p:spPr>
          <a:xfrm>
            <a:off x="2477727" y="5768766"/>
            <a:ext cx="7236543" cy="369332"/>
          </a:xfrm>
          <a:prstGeom prst="rect">
            <a:avLst/>
          </a:prstGeom>
          <a:noFill/>
        </p:spPr>
        <p:txBody>
          <a:bodyPr wrap="square">
            <a:spAutoFit/>
          </a:bodyPr>
          <a:lstStyle/>
          <a:p>
            <a:r>
              <a:rPr lang="en-US" i="1" dirty="0">
                <a:solidFill>
                  <a:srgbClr val="FF0000"/>
                </a:solidFill>
                <a:latin typeface="Arial Black" panose="020B0A04020102020204" pitchFamily="34" charset="0"/>
              </a:rPr>
              <a:t>Reflection:</a:t>
            </a:r>
            <a:r>
              <a:rPr lang="en-US" dirty="0">
                <a:solidFill>
                  <a:srgbClr val="FF0000"/>
                </a:solidFill>
                <a:latin typeface="Arial Black" panose="020B0A04020102020204" pitchFamily="34" charset="0"/>
              </a:rPr>
              <a:t> How do tree splits help reveal data issues?</a:t>
            </a:r>
          </a:p>
        </p:txBody>
      </p:sp>
    </p:spTree>
    <p:extLst>
      <p:ext uri="{BB962C8B-B14F-4D97-AF65-F5344CB8AC3E}">
        <p14:creationId xmlns:p14="http://schemas.microsoft.com/office/powerpoint/2010/main" val="2477551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8C88-4E3C-A52B-D699-1D72C7EE6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51BE3-B025-E4C8-4A40-EB59E0F184A3}"/>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4" name="TextBox 3">
            <a:extLst>
              <a:ext uri="{FF2B5EF4-FFF2-40B4-BE49-F238E27FC236}">
                <a16:creationId xmlns:a16="http://schemas.microsoft.com/office/drawing/2014/main" id="{EDD7693A-5074-E2BD-776B-E4F468D02231}"/>
              </a:ext>
            </a:extLst>
          </p:cNvPr>
          <p:cNvSpPr txBox="1"/>
          <p:nvPr/>
        </p:nvSpPr>
        <p:spPr>
          <a:xfrm>
            <a:off x="2713703" y="1005037"/>
            <a:ext cx="7157883" cy="400110"/>
          </a:xfrm>
          <a:prstGeom prst="rect">
            <a:avLst/>
          </a:prstGeom>
          <a:noFill/>
        </p:spPr>
        <p:txBody>
          <a:bodyPr wrap="square">
            <a:spAutoFit/>
          </a:bodyPr>
          <a:lstStyle/>
          <a:p>
            <a:r>
              <a:rPr lang="en-US" sz="2000" dirty="0">
                <a:solidFill>
                  <a:srgbClr val="FF0000"/>
                </a:solidFill>
                <a:latin typeface="Arial Black" panose="020B0A04020102020204" pitchFamily="34" charset="0"/>
              </a:rPr>
              <a:t>Worksheet: </a:t>
            </a:r>
            <a:r>
              <a:rPr lang="en-US" sz="2000" i="1" dirty="0">
                <a:latin typeface="Arial Black" panose="020B0A04020102020204" pitchFamily="34" charset="0"/>
              </a:rPr>
              <a:t>Data Cleansing with Decision Trees</a:t>
            </a:r>
            <a:endParaRPr lang="en-US" sz="2000" dirty="0">
              <a:latin typeface="Arial Black" panose="020B0A04020102020204" pitchFamily="34" charset="0"/>
            </a:endParaRPr>
          </a:p>
        </p:txBody>
      </p:sp>
      <p:sp>
        <p:nvSpPr>
          <p:cNvPr id="7" name="TextBox 6">
            <a:extLst>
              <a:ext uri="{FF2B5EF4-FFF2-40B4-BE49-F238E27FC236}">
                <a16:creationId xmlns:a16="http://schemas.microsoft.com/office/drawing/2014/main" id="{24D8D458-6555-32EB-DED8-3869A71AFFDE}"/>
              </a:ext>
            </a:extLst>
          </p:cNvPr>
          <p:cNvSpPr txBox="1"/>
          <p:nvPr/>
        </p:nvSpPr>
        <p:spPr>
          <a:xfrm>
            <a:off x="1499419" y="1999449"/>
            <a:ext cx="9193161" cy="3970318"/>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Section 3 – Random Forest Robustness </a:t>
            </a:r>
          </a:p>
          <a:p>
            <a:pPr algn="ctr">
              <a:buNone/>
            </a:pPr>
            <a:endParaRPr lang="en-US" b="1" dirty="0">
              <a:solidFill>
                <a:srgbClr val="FF0000"/>
              </a:solidFill>
              <a:latin typeface="Arial Black" panose="020B0A04020102020204" pitchFamily="34" charset="0"/>
            </a:endParaRPr>
          </a:p>
          <a:p>
            <a:pPr>
              <a:buNone/>
            </a:pPr>
            <a:r>
              <a:rPr lang="en-US" b="1" dirty="0">
                <a:solidFill>
                  <a:srgbClr val="FF0000"/>
                </a:solidFill>
                <a:effectLst/>
                <a:latin typeface="Arial Black" panose="020B0A04020102020204" pitchFamily="34" charset="0"/>
              </a:rPr>
              <a:t>Task:</a:t>
            </a:r>
            <a:r>
              <a:rPr lang="en-US" dirty="0">
                <a:effectLst/>
                <a:latin typeface="Arial Black" panose="020B0A04020102020204" pitchFamily="34" charset="0"/>
              </a:rPr>
              <a:t> Discuss how multiple trees handle noisy data.</a:t>
            </a:r>
          </a:p>
          <a:p>
            <a:pPr>
              <a:buNone/>
            </a:pP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Each tree uses different subsets of features.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Majority vote reduces the effect of errors.</a:t>
            </a:r>
            <a:endParaRPr lang="en-US" dirty="0">
              <a:latin typeface="Arial Black" panose="020B0A04020102020204" pitchFamily="34" charset="0"/>
            </a:endParaRPr>
          </a:p>
          <a:p>
            <a:pPr>
              <a:buNone/>
            </a:pPr>
            <a:endParaRPr lang="en-US" i="1" dirty="0">
              <a:effectLst/>
              <a:latin typeface="Arial Black" panose="020B0A04020102020204" pitchFamily="34" charset="0"/>
            </a:endParaRPr>
          </a:p>
          <a:p>
            <a:pPr>
              <a:buNone/>
            </a:pPr>
            <a:r>
              <a:rPr lang="en-US" i="1" dirty="0">
                <a:solidFill>
                  <a:srgbClr val="FF0000"/>
                </a:solidFill>
                <a:effectLst/>
                <a:latin typeface="Arial Black" panose="020B0A04020102020204" pitchFamily="34" charset="0"/>
              </a:rPr>
              <a:t>Reflection:</a:t>
            </a:r>
            <a:r>
              <a:rPr lang="en-US" dirty="0">
                <a:effectLst/>
                <a:latin typeface="Arial Black" panose="020B0A04020102020204" pitchFamily="34" charset="0"/>
              </a:rPr>
              <a:t> Why is ensemble learning more reliable for messy datasets?</a:t>
            </a:r>
            <a:endParaRPr lang="en-US" dirty="0">
              <a:latin typeface="Arial Black" panose="020B0A04020102020204" pitchFamily="34" charset="0"/>
            </a:endParaRPr>
          </a:p>
          <a:p>
            <a:pPr algn="ctr">
              <a:buNone/>
            </a:pPr>
            <a:endParaRPr lang="en-US" b="1" dirty="0">
              <a:solidFill>
                <a:srgbClr val="FF0000"/>
              </a:solidFill>
              <a:latin typeface="Arial Black" panose="020B0A04020102020204" pitchFamily="34" charset="0"/>
            </a:endParaRPr>
          </a:p>
          <a:p>
            <a:pPr algn="ctr">
              <a:buNone/>
            </a:pPr>
            <a:r>
              <a:rPr lang="en-US" b="1" dirty="0">
                <a:solidFill>
                  <a:srgbClr val="FF0000"/>
                </a:solidFill>
                <a:latin typeface="Arial Black" panose="020B0A04020102020204" pitchFamily="34" charset="0"/>
              </a:rPr>
              <a:t>Section 4 – Summary </a:t>
            </a:r>
          </a:p>
          <a:p>
            <a:pPr algn="ctr">
              <a:buNone/>
            </a:pPr>
            <a:endParaRPr lang="en-US" b="1"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Decision Tree:</a:t>
            </a:r>
            <a:r>
              <a:rPr lang="en-US" dirty="0">
                <a:effectLst/>
                <a:latin typeface="Arial Black" panose="020B0A04020102020204" pitchFamily="34" charset="0"/>
              </a:rPr>
              <a:t> Detects patterns and anomalies.</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Random Forest:</a:t>
            </a:r>
            <a:r>
              <a:rPr lang="en-US" dirty="0">
                <a:effectLst/>
                <a:latin typeface="Arial Black" panose="020B0A04020102020204" pitchFamily="34" charset="0"/>
              </a:rPr>
              <a:t> Smooths out noise and improves accuracy.</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Outcome:</a:t>
            </a:r>
            <a:r>
              <a:rPr lang="en-US" dirty="0">
                <a:effectLst/>
                <a:latin typeface="Arial Black" panose="020B0A04020102020204" pitchFamily="34" charset="0"/>
              </a:rPr>
              <a:t> Cleaner, more trustworthy data for modeling.</a:t>
            </a:r>
            <a:endParaRPr lang="en-US" dirty="0">
              <a:latin typeface="Arial Black" panose="020B0A04020102020204" pitchFamily="34" charset="0"/>
            </a:endParaRPr>
          </a:p>
        </p:txBody>
      </p:sp>
    </p:spTree>
    <p:extLst>
      <p:ext uri="{BB962C8B-B14F-4D97-AF65-F5344CB8AC3E}">
        <p14:creationId xmlns:p14="http://schemas.microsoft.com/office/powerpoint/2010/main" val="2763417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7DE9-D960-337C-E41E-F3A566F9C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8EC84-1E5B-A413-61DD-860FD798285E}"/>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EC7589BE-D893-BFFD-3364-71A9AEDF9710}"/>
              </a:ext>
            </a:extLst>
          </p:cNvPr>
          <p:cNvSpPr txBox="1"/>
          <p:nvPr/>
        </p:nvSpPr>
        <p:spPr>
          <a:xfrm>
            <a:off x="5223840" y="2814317"/>
            <a:ext cx="6542433" cy="369332"/>
          </a:xfrm>
          <a:prstGeom prst="rect">
            <a:avLst/>
          </a:prstGeom>
          <a:noFill/>
        </p:spPr>
        <p:txBody>
          <a:bodyPr wrap="square">
            <a:spAutoFit/>
          </a:bodyPr>
          <a:lstStyle/>
          <a:p>
            <a:r>
              <a:rPr lang="en-US" dirty="0">
                <a:solidFill>
                  <a:srgbClr val="7030A0"/>
                </a:solidFill>
                <a:latin typeface="Arial Black" panose="020B0A04020102020204" pitchFamily="34" charset="0"/>
              </a:rPr>
              <a:t>Decision Tree for Classification (Titanic Example)</a:t>
            </a:r>
          </a:p>
        </p:txBody>
      </p:sp>
      <p:sp>
        <p:nvSpPr>
          <p:cNvPr id="8" name="TextBox 7">
            <a:extLst>
              <a:ext uri="{FF2B5EF4-FFF2-40B4-BE49-F238E27FC236}">
                <a16:creationId xmlns:a16="http://schemas.microsoft.com/office/drawing/2014/main" id="{E159B702-C3D7-2427-5453-3941C39BBBC6}"/>
              </a:ext>
            </a:extLst>
          </p:cNvPr>
          <p:cNvSpPr txBox="1"/>
          <p:nvPr/>
        </p:nvSpPr>
        <p:spPr>
          <a:xfrm>
            <a:off x="425727" y="832372"/>
            <a:ext cx="11161642" cy="5478423"/>
          </a:xfrm>
          <a:prstGeom prst="rect">
            <a:avLst/>
          </a:prstGeom>
          <a:noFill/>
        </p:spPr>
        <p:txBody>
          <a:bodyPr wrap="square">
            <a:spAutoFit/>
          </a:bodyPr>
          <a:lstStyle/>
          <a:p>
            <a:r>
              <a:rPr lang="en-US" sz="1400" dirty="0"/>
              <a:t>from </a:t>
            </a:r>
            <a:r>
              <a:rPr lang="en-US" sz="1400" dirty="0" err="1"/>
              <a:t>sklearn.tree</a:t>
            </a:r>
            <a:r>
              <a:rPr lang="en-US" sz="1400" dirty="0"/>
              <a:t> import </a:t>
            </a:r>
            <a:r>
              <a:rPr lang="en-US" sz="1400" dirty="0" err="1"/>
              <a:t>DecisionTreeClassifier</a:t>
            </a:r>
            <a:r>
              <a:rPr lang="en-US" sz="1400" dirty="0"/>
              <a:t>, </a:t>
            </a:r>
            <a:r>
              <a:rPr lang="en-US" sz="1400" dirty="0" err="1"/>
              <a:t>plot_tree</a:t>
            </a:r>
            <a:endParaRPr lang="en-US" sz="1400" dirty="0"/>
          </a:p>
          <a:p>
            <a:r>
              <a:rPr lang="en-US" sz="1400" dirty="0"/>
              <a:t>from </a:t>
            </a:r>
            <a:r>
              <a:rPr lang="en-US" sz="1400" dirty="0" err="1"/>
              <a:t>sklearn.model_selection</a:t>
            </a:r>
            <a:r>
              <a:rPr lang="en-US" sz="1400" dirty="0"/>
              <a:t> import </a:t>
            </a:r>
            <a:r>
              <a:rPr lang="en-US" sz="1400" dirty="0" err="1"/>
              <a:t>train_test_split</a:t>
            </a:r>
            <a:endParaRPr lang="en-US" sz="1400" dirty="0"/>
          </a:p>
          <a:p>
            <a:r>
              <a:rPr lang="en-US" sz="1400" dirty="0"/>
              <a:t>from </a:t>
            </a:r>
            <a:r>
              <a:rPr lang="en-US" sz="1400" dirty="0" err="1"/>
              <a:t>sklearn.metrics</a:t>
            </a:r>
            <a:r>
              <a:rPr lang="en-US" sz="1400" dirty="0"/>
              <a:t> import </a:t>
            </a:r>
            <a:r>
              <a:rPr lang="en-US" sz="1400" dirty="0" err="1"/>
              <a:t>accuracy_score</a:t>
            </a:r>
            <a:endParaRPr lang="en-US" sz="1400" dirty="0"/>
          </a:p>
          <a:p>
            <a:r>
              <a:rPr lang="en-US" sz="1400" dirty="0"/>
              <a:t>import pandas as pd</a:t>
            </a:r>
          </a:p>
          <a:p>
            <a:r>
              <a:rPr lang="en-US" sz="1400" dirty="0"/>
              <a:t>import </a:t>
            </a:r>
            <a:r>
              <a:rPr lang="en-US" sz="1400" dirty="0" err="1"/>
              <a:t>matplotlib.pyplot</a:t>
            </a:r>
            <a:r>
              <a:rPr lang="en-US" sz="1400" dirty="0"/>
              <a:t> as </a:t>
            </a:r>
            <a:r>
              <a:rPr lang="en-US" sz="1400" dirty="0" err="1"/>
              <a:t>plt</a:t>
            </a:r>
            <a:endParaRPr lang="en-US" sz="1400" dirty="0"/>
          </a:p>
          <a:p>
            <a:endParaRPr lang="en-US" sz="1400" dirty="0"/>
          </a:p>
          <a:p>
            <a:r>
              <a:rPr lang="en-US" sz="1400" b="1" dirty="0">
                <a:solidFill>
                  <a:srgbClr val="FF0000"/>
                </a:solidFill>
              </a:rPr>
              <a:t># Load Titanic dataset (preprocessed)</a:t>
            </a:r>
          </a:p>
          <a:p>
            <a:r>
              <a:rPr lang="en-US" sz="1400" dirty="0"/>
              <a:t>data = </a:t>
            </a:r>
            <a:r>
              <a:rPr lang="en-US" sz="1400" dirty="0" err="1"/>
              <a:t>pd.read_csv</a:t>
            </a:r>
            <a:r>
              <a:rPr lang="en-US" sz="1400" dirty="0"/>
              <a:t>("titanic_clean.csv")</a:t>
            </a:r>
          </a:p>
          <a:p>
            <a:r>
              <a:rPr lang="en-US" sz="1400" dirty="0"/>
              <a:t>X = </a:t>
            </a:r>
            <a:r>
              <a:rPr lang="en-US" sz="1400" dirty="0" err="1"/>
              <a:t>data.drop</a:t>
            </a:r>
            <a:r>
              <a:rPr lang="en-US" sz="1400" dirty="0"/>
              <a:t>("Survived", axis=1)</a:t>
            </a:r>
          </a:p>
          <a:p>
            <a:r>
              <a:rPr lang="en-US" sz="1400" dirty="0"/>
              <a:t>y = data["Survived"]</a:t>
            </a:r>
          </a:p>
          <a:p>
            <a:endParaRPr lang="en-US" sz="1400" dirty="0"/>
          </a:p>
          <a:p>
            <a:r>
              <a:rPr lang="en-US" sz="1400" b="1" dirty="0">
                <a:solidFill>
                  <a:srgbClr val="FF0000"/>
                </a:solidFill>
              </a:rPr>
              <a:t># Split data</a:t>
            </a:r>
          </a:p>
          <a:p>
            <a:r>
              <a:rPr lang="en-US" sz="1400" dirty="0" err="1"/>
              <a:t>X_train</a:t>
            </a:r>
            <a:r>
              <a:rPr lang="en-US" sz="1400" dirty="0"/>
              <a:t>, </a:t>
            </a:r>
            <a:r>
              <a:rPr lang="en-US" sz="1400" dirty="0" err="1"/>
              <a:t>X_test</a:t>
            </a:r>
            <a:r>
              <a:rPr lang="en-US" sz="1400" dirty="0"/>
              <a:t>, </a:t>
            </a:r>
            <a:r>
              <a:rPr lang="en-US" sz="1400" dirty="0" err="1"/>
              <a:t>y_train</a:t>
            </a:r>
            <a:r>
              <a:rPr lang="en-US" sz="1400" dirty="0"/>
              <a:t>, </a:t>
            </a:r>
            <a:r>
              <a:rPr lang="en-US" sz="1400" dirty="0" err="1"/>
              <a:t>y_test</a:t>
            </a:r>
            <a:r>
              <a:rPr lang="en-US" sz="1400" dirty="0"/>
              <a:t> = </a:t>
            </a:r>
            <a:r>
              <a:rPr lang="en-US" sz="1400" dirty="0" err="1"/>
              <a:t>train_test_split</a:t>
            </a:r>
            <a:r>
              <a:rPr lang="en-US" sz="1400" dirty="0"/>
              <a:t>(X, y, </a:t>
            </a:r>
            <a:r>
              <a:rPr lang="en-US" sz="1400" dirty="0" err="1"/>
              <a:t>test_size</a:t>
            </a:r>
            <a:r>
              <a:rPr lang="en-US" sz="1400" dirty="0"/>
              <a:t>=0.2, </a:t>
            </a:r>
            <a:r>
              <a:rPr lang="en-US" sz="1400" dirty="0" err="1"/>
              <a:t>random_state</a:t>
            </a:r>
            <a:r>
              <a:rPr lang="en-US" sz="1400" dirty="0"/>
              <a:t>=42)</a:t>
            </a:r>
          </a:p>
          <a:p>
            <a:endParaRPr lang="en-US" sz="1400" dirty="0"/>
          </a:p>
          <a:p>
            <a:r>
              <a:rPr lang="en-US" sz="1400" b="1" dirty="0">
                <a:solidFill>
                  <a:srgbClr val="FF0000"/>
                </a:solidFill>
              </a:rPr>
              <a:t># Train Decision Tree</a:t>
            </a:r>
          </a:p>
          <a:p>
            <a:r>
              <a:rPr lang="en-US" sz="1400" dirty="0"/>
              <a:t>dt = </a:t>
            </a:r>
            <a:r>
              <a:rPr lang="en-US" sz="1400" dirty="0" err="1"/>
              <a:t>DecisionTreeClassifier</a:t>
            </a:r>
            <a:r>
              <a:rPr lang="en-US" sz="1400" dirty="0"/>
              <a:t>(</a:t>
            </a:r>
            <a:r>
              <a:rPr lang="en-US" sz="1400" dirty="0" err="1"/>
              <a:t>max_depth</a:t>
            </a:r>
            <a:r>
              <a:rPr lang="en-US" sz="1400" dirty="0"/>
              <a:t>=3, criterion='</a:t>
            </a:r>
            <a:r>
              <a:rPr lang="en-US" sz="1400" dirty="0" err="1"/>
              <a:t>gini</a:t>
            </a:r>
            <a:r>
              <a:rPr lang="en-US" sz="1400" dirty="0"/>
              <a:t>', </a:t>
            </a:r>
            <a:r>
              <a:rPr lang="en-US" sz="1400" dirty="0" err="1"/>
              <a:t>random_state</a:t>
            </a:r>
            <a:r>
              <a:rPr lang="en-US" sz="1400" dirty="0"/>
              <a:t>=42)</a:t>
            </a:r>
          </a:p>
          <a:p>
            <a:r>
              <a:rPr lang="en-US" sz="1400" dirty="0" err="1"/>
              <a:t>dt.fit</a:t>
            </a:r>
            <a:r>
              <a:rPr lang="en-US" sz="1400" dirty="0"/>
              <a:t>(</a:t>
            </a:r>
            <a:r>
              <a:rPr lang="en-US" sz="1400" dirty="0" err="1"/>
              <a:t>X_train</a:t>
            </a:r>
            <a:r>
              <a:rPr lang="en-US" sz="1400" dirty="0"/>
              <a:t>, </a:t>
            </a:r>
            <a:r>
              <a:rPr lang="en-US" sz="1400" dirty="0" err="1"/>
              <a:t>y_train</a:t>
            </a:r>
            <a:r>
              <a:rPr lang="en-US" sz="1400" dirty="0"/>
              <a:t>)</a:t>
            </a:r>
          </a:p>
          <a:p>
            <a:endParaRPr lang="en-US" sz="1400" dirty="0"/>
          </a:p>
          <a:p>
            <a:r>
              <a:rPr lang="en-US" sz="1400" b="1" dirty="0">
                <a:solidFill>
                  <a:srgbClr val="FF0000"/>
                </a:solidFill>
              </a:rPr>
              <a:t># Evaluate</a:t>
            </a:r>
          </a:p>
          <a:p>
            <a:r>
              <a:rPr lang="en-US" sz="1400" dirty="0"/>
              <a:t>print("Decision Tree Accuracy:", </a:t>
            </a:r>
            <a:r>
              <a:rPr lang="en-US" sz="1400" dirty="0" err="1"/>
              <a:t>accuracy_score</a:t>
            </a:r>
            <a:r>
              <a:rPr lang="en-US" sz="1400" dirty="0"/>
              <a:t>(</a:t>
            </a:r>
            <a:r>
              <a:rPr lang="en-US" sz="1400" dirty="0" err="1"/>
              <a:t>y_test</a:t>
            </a:r>
            <a:r>
              <a:rPr lang="en-US" sz="1400" dirty="0"/>
              <a:t>, </a:t>
            </a:r>
            <a:r>
              <a:rPr lang="en-US" sz="1400" dirty="0" err="1"/>
              <a:t>dt.predict</a:t>
            </a:r>
            <a:r>
              <a:rPr lang="en-US" sz="1400" dirty="0"/>
              <a:t>(</a:t>
            </a:r>
            <a:r>
              <a:rPr lang="en-US" sz="1400" dirty="0" err="1"/>
              <a:t>X_test</a:t>
            </a:r>
            <a:r>
              <a:rPr lang="en-US" sz="1400" dirty="0"/>
              <a:t>)))</a:t>
            </a:r>
          </a:p>
          <a:p>
            <a:endParaRPr lang="en-US" sz="1400" dirty="0"/>
          </a:p>
          <a:p>
            <a:r>
              <a:rPr lang="en-US" sz="1400" b="1" dirty="0">
                <a:solidFill>
                  <a:srgbClr val="FF0000"/>
                </a:solidFill>
              </a:rPr>
              <a:t># Visualize</a:t>
            </a:r>
          </a:p>
          <a:p>
            <a:r>
              <a:rPr lang="en-US" sz="1400" dirty="0" err="1"/>
              <a:t>plt.figure</a:t>
            </a:r>
            <a:r>
              <a:rPr lang="en-US" sz="1400" dirty="0"/>
              <a:t>(</a:t>
            </a:r>
            <a:r>
              <a:rPr lang="en-US" sz="1400" dirty="0" err="1"/>
              <a:t>figsize</a:t>
            </a:r>
            <a:r>
              <a:rPr lang="en-US" sz="1400" dirty="0"/>
              <a:t>=(12,6))</a:t>
            </a:r>
          </a:p>
          <a:p>
            <a:r>
              <a:rPr lang="en-US" sz="1400" dirty="0" err="1"/>
              <a:t>plot_tree</a:t>
            </a:r>
            <a:r>
              <a:rPr lang="en-US" sz="1400" dirty="0"/>
              <a:t>(dt, </a:t>
            </a:r>
            <a:r>
              <a:rPr lang="en-US" sz="1400" dirty="0" err="1"/>
              <a:t>feature_names</a:t>
            </a:r>
            <a:r>
              <a:rPr lang="en-US" sz="1400" dirty="0"/>
              <a:t>=</a:t>
            </a:r>
            <a:r>
              <a:rPr lang="en-US" sz="1400" dirty="0" err="1"/>
              <a:t>X.columns</a:t>
            </a:r>
            <a:r>
              <a:rPr lang="en-US" sz="1400" dirty="0"/>
              <a:t>, </a:t>
            </a:r>
            <a:r>
              <a:rPr lang="en-US" sz="1400" dirty="0" err="1"/>
              <a:t>class_names</a:t>
            </a:r>
            <a:r>
              <a:rPr lang="en-US" sz="1400" dirty="0"/>
              <a:t>=['Not Survived', 'Survived'], filled=True)</a:t>
            </a:r>
          </a:p>
          <a:p>
            <a:r>
              <a:rPr lang="en-US" sz="1400" dirty="0" err="1"/>
              <a:t>plt.show</a:t>
            </a:r>
            <a:r>
              <a:rPr lang="en-US" sz="1400" dirty="0"/>
              <a:t>()</a:t>
            </a:r>
          </a:p>
        </p:txBody>
      </p:sp>
    </p:spTree>
    <p:extLst>
      <p:ext uri="{BB962C8B-B14F-4D97-AF65-F5344CB8AC3E}">
        <p14:creationId xmlns:p14="http://schemas.microsoft.com/office/powerpoint/2010/main" val="1729236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E7252-CE71-F76A-6A17-86020FC55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D95C2-01C8-F960-C374-301B358ADC93}"/>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5C3203E8-A994-4080-B60B-1874D2CFC9A5}"/>
              </a:ext>
            </a:extLst>
          </p:cNvPr>
          <p:cNvSpPr txBox="1"/>
          <p:nvPr/>
        </p:nvSpPr>
        <p:spPr>
          <a:xfrm>
            <a:off x="2662550" y="737039"/>
            <a:ext cx="6542433" cy="369332"/>
          </a:xfrm>
          <a:prstGeom prst="rect">
            <a:avLst/>
          </a:prstGeom>
          <a:noFill/>
        </p:spPr>
        <p:txBody>
          <a:bodyPr wrap="square">
            <a:spAutoFit/>
          </a:bodyPr>
          <a:lstStyle/>
          <a:p>
            <a:r>
              <a:rPr lang="en-US" dirty="0">
                <a:solidFill>
                  <a:srgbClr val="7030A0"/>
                </a:solidFill>
                <a:latin typeface="Arial Black" panose="020B0A04020102020204" pitchFamily="34" charset="0"/>
              </a:rPr>
              <a:t>Decision Tree for Classification (Titanic Example)</a:t>
            </a:r>
          </a:p>
        </p:txBody>
      </p:sp>
      <p:sp>
        <p:nvSpPr>
          <p:cNvPr id="4" name="TextBox 3">
            <a:extLst>
              <a:ext uri="{FF2B5EF4-FFF2-40B4-BE49-F238E27FC236}">
                <a16:creationId xmlns:a16="http://schemas.microsoft.com/office/drawing/2014/main" id="{93972E0A-B43D-C1D5-5319-50DBC3D6AF70}"/>
              </a:ext>
            </a:extLst>
          </p:cNvPr>
          <p:cNvSpPr txBox="1"/>
          <p:nvPr/>
        </p:nvSpPr>
        <p:spPr>
          <a:xfrm>
            <a:off x="3182438" y="1350930"/>
            <a:ext cx="5502656" cy="400110"/>
          </a:xfrm>
          <a:prstGeom prst="rect">
            <a:avLst/>
          </a:prstGeom>
          <a:noFill/>
        </p:spPr>
        <p:txBody>
          <a:bodyPr wrap="square">
            <a:spAutoFit/>
          </a:bodyPr>
          <a:lstStyle/>
          <a:p>
            <a:r>
              <a:rPr lang="en-US" sz="2000" dirty="0">
                <a:latin typeface="Arial Black" panose="020B0A04020102020204" pitchFamily="34" charset="0"/>
              </a:rPr>
              <a:t>Random Forest for Ensemble Learning</a:t>
            </a:r>
          </a:p>
        </p:txBody>
      </p:sp>
      <p:sp>
        <p:nvSpPr>
          <p:cNvPr id="7" name="TextBox 6">
            <a:extLst>
              <a:ext uri="{FF2B5EF4-FFF2-40B4-BE49-F238E27FC236}">
                <a16:creationId xmlns:a16="http://schemas.microsoft.com/office/drawing/2014/main" id="{898F5367-885B-DF56-FC2A-CBDCEC97EFF1}"/>
              </a:ext>
            </a:extLst>
          </p:cNvPr>
          <p:cNvSpPr txBox="1"/>
          <p:nvPr/>
        </p:nvSpPr>
        <p:spPr>
          <a:xfrm>
            <a:off x="934063" y="2150643"/>
            <a:ext cx="10207701" cy="3416320"/>
          </a:xfrm>
          <a:prstGeom prst="rect">
            <a:avLst/>
          </a:prstGeom>
          <a:noFill/>
        </p:spPr>
        <p:txBody>
          <a:bodyPr wrap="square">
            <a:spAutoFit/>
          </a:bodyPr>
          <a:lstStyle/>
          <a:p>
            <a:r>
              <a:rPr lang="en-US" dirty="0"/>
              <a:t>from </a:t>
            </a:r>
            <a:r>
              <a:rPr lang="en-US" dirty="0" err="1"/>
              <a:t>sklearn.ensemble</a:t>
            </a:r>
            <a:r>
              <a:rPr lang="en-US" dirty="0"/>
              <a:t> import </a:t>
            </a:r>
            <a:r>
              <a:rPr lang="en-US" dirty="0" err="1"/>
              <a:t>RandomForestClassifier</a:t>
            </a:r>
            <a:endParaRPr lang="en-US" dirty="0"/>
          </a:p>
          <a:p>
            <a:endParaRPr lang="en-US" dirty="0"/>
          </a:p>
          <a:p>
            <a:r>
              <a:rPr lang="en-US" b="1" dirty="0">
                <a:solidFill>
                  <a:srgbClr val="FF0000"/>
                </a:solidFill>
              </a:rPr>
              <a:t># Train Random Forest</a:t>
            </a:r>
          </a:p>
          <a:p>
            <a:r>
              <a:rPr lang="en-US" dirty="0"/>
              <a:t>rf = </a:t>
            </a:r>
            <a:r>
              <a:rPr lang="en-US" dirty="0" err="1"/>
              <a:t>RandomForestClassifier</a:t>
            </a:r>
            <a:r>
              <a:rPr lang="en-US" dirty="0"/>
              <a:t>(</a:t>
            </a:r>
            <a:r>
              <a:rPr lang="en-US" dirty="0" err="1"/>
              <a:t>n_estimators</a:t>
            </a:r>
            <a:r>
              <a:rPr lang="en-US" dirty="0"/>
              <a:t>=100, </a:t>
            </a:r>
            <a:r>
              <a:rPr lang="en-US" dirty="0" err="1"/>
              <a:t>max_depth</a:t>
            </a:r>
            <a:r>
              <a:rPr lang="en-US" dirty="0"/>
              <a:t>=5, </a:t>
            </a:r>
            <a:r>
              <a:rPr lang="en-US" dirty="0" err="1"/>
              <a:t>random_state</a:t>
            </a:r>
            <a:r>
              <a:rPr lang="en-US" dirty="0"/>
              <a:t>=42)</a:t>
            </a:r>
          </a:p>
          <a:p>
            <a:r>
              <a:rPr lang="en-US" dirty="0" err="1"/>
              <a:t>rf.fit</a:t>
            </a:r>
            <a:r>
              <a:rPr lang="en-US" dirty="0"/>
              <a:t>(</a:t>
            </a:r>
            <a:r>
              <a:rPr lang="en-US" dirty="0" err="1"/>
              <a:t>X_train</a:t>
            </a:r>
            <a:r>
              <a:rPr lang="en-US" dirty="0"/>
              <a:t>, </a:t>
            </a:r>
            <a:r>
              <a:rPr lang="en-US" dirty="0" err="1"/>
              <a:t>y_train</a:t>
            </a:r>
            <a:r>
              <a:rPr lang="en-US" dirty="0"/>
              <a:t>)</a:t>
            </a:r>
          </a:p>
          <a:p>
            <a:endParaRPr lang="en-US" dirty="0"/>
          </a:p>
          <a:p>
            <a:r>
              <a:rPr lang="en-US" b="1" dirty="0">
                <a:solidFill>
                  <a:srgbClr val="FF0000"/>
                </a:solidFill>
              </a:rPr>
              <a:t># Evaluate</a:t>
            </a:r>
          </a:p>
          <a:p>
            <a:r>
              <a:rPr lang="en-US" dirty="0"/>
              <a:t>print("Random Forest Accuracy:", </a:t>
            </a:r>
            <a:r>
              <a:rPr lang="en-US" dirty="0" err="1"/>
              <a:t>accuracy_score</a:t>
            </a:r>
            <a:r>
              <a:rPr lang="en-US" dirty="0"/>
              <a:t>(</a:t>
            </a:r>
            <a:r>
              <a:rPr lang="en-US" dirty="0" err="1"/>
              <a:t>y_test</a:t>
            </a:r>
            <a:r>
              <a:rPr lang="en-US" dirty="0"/>
              <a:t>, </a:t>
            </a:r>
            <a:r>
              <a:rPr lang="en-US" dirty="0" err="1"/>
              <a:t>rf.predict</a:t>
            </a:r>
            <a:r>
              <a:rPr lang="en-US" dirty="0"/>
              <a:t>(</a:t>
            </a:r>
            <a:r>
              <a:rPr lang="en-US" dirty="0" err="1"/>
              <a:t>X_test</a:t>
            </a:r>
            <a:r>
              <a:rPr lang="en-US" dirty="0"/>
              <a:t>)))</a:t>
            </a:r>
          </a:p>
          <a:p>
            <a:endParaRPr lang="en-US" dirty="0"/>
          </a:p>
          <a:p>
            <a:r>
              <a:rPr lang="en-US" dirty="0"/>
              <a:t># Feature Importance</a:t>
            </a:r>
          </a:p>
          <a:p>
            <a:r>
              <a:rPr lang="en-US" dirty="0"/>
              <a:t>importances = </a:t>
            </a:r>
            <a:r>
              <a:rPr lang="en-US" dirty="0" err="1"/>
              <a:t>pd.Series</a:t>
            </a:r>
            <a:r>
              <a:rPr lang="en-US" dirty="0"/>
              <a:t>(</a:t>
            </a:r>
            <a:r>
              <a:rPr lang="en-US" dirty="0" err="1"/>
              <a:t>rf.feature_importances</a:t>
            </a:r>
            <a:r>
              <a:rPr lang="en-US" dirty="0"/>
              <a:t>_, index=</a:t>
            </a:r>
            <a:r>
              <a:rPr lang="en-US" dirty="0" err="1"/>
              <a:t>X.columns</a:t>
            </a:r>
            <a:r>
              <a:rPr lang="en-US" dirty="0"/>
              <a:t>)</a:t>
            </a:r>
          </a:p>
          <a:p>
            <a:r>
              <a:rPr lang="en-US" dirty="0"/>
              <a:t>print(</a:t>
            </a:r>
            <a:r>
              <a:rPr lang="en-US" dirty="0" err="1"/>
              <a:t>importances.sort_values</a:t>
            </a:r>
            <a:r>
              <a:rPr lang="en-US" dirty="0"/>
              <a:t>(ascending=False))</a:t>
            </a:r>
          </a:p>
        </p:txBody>
      </p:sp>
    </p:spTree>
    <p:extLst>
      <p:ext uri="{BB962C8B-B14F-4D97-AF65-F5344CB8AC3E}">
        <p14:creationId xmlns:p14="http://schemas.microsoft.com/office/powerpoint/2010/main" val="2890658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C7208-92CD-890F-3261-511D6DCFD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60D83-D634-C9D2-769B-12B2BC67A25C}"/>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45065AF1-B802-C86B-6CFD-977079075C5D}"/>
              </a:ext>
            </a:extLst>
          </p:cNvPr>
          <p:cNvSpPr txBox="1"/>
          <p:nvPr/>
        </p:nvSpPr>
        <p:spPr>
          <a:xfrm>
            <a:off x="2662550" y="737039"/>
            <a:ext cx="6542433" cy="369332"/>
          </a:xfrm>
          <a:prstGeom prst="rect">
            <a:avLst/>
          </a:prstGeom>
          <a:noFill/>
        </p:spPr>
        <p:txBody>
          <a:bodyPr wrap="square">
            <a:spAutoFit/>
          </a:bodyPr>
          <a:lstStyle/>
          <a:p>
            <a:r>
              <a:rPr lang="en-US" dirty="0">
                <a:solidFill>
                  <a:srgbClr val="7030A0"/>
                </a:solidFill>
                <a:latin typeface="Arial Black" panose="020B0A04020102020204" pitchFamily="34" charset="0"/>
              </a:rPr>
              <a:t>Decision Tree for Classification (Titanic Example)</a:t>
            </a:r>
          </a:p>
        </p:txBody>
      </p:sp>
      <p:sp>
        <p:nvSpPr>
          <p:cNvPr id="6" name="TextBox 5">
            <a:extLst>
              <a:ext uri="{FF2B5EF4-FFF2-40B4-BE49-F238E27FC236}">
                <a16:creationId xmlns:a16="http://schemas.microsoft.com/office/drawing/2014/main" id="{D365535B-2484-BD62-A5FF-7E784B3DAB40}"/>
              </a:ext>
            </a:extLst>
          </p:cNvPr>
          <p:cNvSpPr txBox="1"/>
          <p:nvPr/>
        </p:nvSpPr>
        <p:spPr>
          <a:xfrm>
            <a:off x="3313562" y="1211781"/>
            <a:ext cx="5240407" cy="369332"/>
          </a:xfrm>
          <a:prstGeom prst="rect">
            <a:avLst/>
          </a:prstGeom>
          <a:noFill/>
        </p:spPr>
        <p:txBody>
          <a:bodyPr wrap="square">
            <a:spAutoFit/>
          </a:bodyPr>
          <a:lstStyle/>
          <a:p>
            <a:r>
              <a:rPr lang="en-US" dirty="0">
                <a:solidFill>
                  <a:srgbClr val="FF0000"/>
                </a:solidFill>
                <a:latin typeface="Arial Black" panose="020B0A04020102020204" pitchFamily="34" charset="0"/>
              </a:rPr>
              <a:t>Decision Tree for Data Cleansing</a:t>
            </a:r>
          </a:p>
        </p:txBody>
      </p:sp>
      <p:sp>
        <p:nvSpPr>
          <p:cNvPr id="9" name="TextBox 8">
            <a:extLst>
              <a:ext uri="{FF2B5EF4-FFF2-40B4-BE49-F238E27FC236}">
                <a16:creationId xmlns:a16="http://schemas.microsoft.com/office/drawing/2014/main" id="{51FBC4FE-C218-86D0-A036-312F1E9384BE}"/>
              </a:ext>
            </a:extLst>
          </p:cNvPr>
          <p:cNvSpPr txBox="1"/>
          <p:nvPr/>
        </p:nvSpPr>
        <p:spPr>
          <a:xfrm>
            <a:off x="848139" y="2229899"/>
            <a:ext cx="10495722" cy="3416320"/>
          </a:xfrm>
          <a:prstGeom prst="rect">
            <a:avLst/>
          </a:prstGeom>
          <a:noFill/>
        </p:spPr>
        <p:txBody>
          <a:bodyPr wrap="square">
            <a:spAutoFit/>
          </a:bodyPr>
          <a:lstStyle/>
          <a:p>
            <a:r>
              <a:rPr lang="en-US" b="1" dirty="0">
                <a:solidFill>
                  <a:srgbClr val="FF0000"/>
                </a:solidFill>
              </a:rPr>
              <a:t>import </a:t>
            </a:r>
            <a:r>
              <a:rPr lang="en-US" b="1" dirty="0" err="1">
                <a:solidFill>
                  <a:srgbClr val="FF0000"/>
                </a:solidFill>
              </a:rPr>
              <a:t>numpy</a:t>
            </a:r>
            <a:r>
              <a:rPr lang="en-US" b="1" dirty="0">
                <a:solidFill>
                  <a:srgbClr val="FF0000"/>
                </a:solidFill>
              </a:rPr>
              <a:t> as np</a:t>
            </a:r>
          </a:p>
          <a:p>
            <a:endParaRPr lang="en-US" dirty="0"/>
          </a:p>
          <a:p>
            <a:r>
              <a:rPr lang="en-US" b="1" dirty="0">
                <a:solidFill>
                  <a:srgbClr val="FF0000"/>
                </a:solidFill>
              </a:rPr>
              <a:t># Detect missing values</a:t>
            </a:r>
          </a:p>
          <a:p>
            <a:r>
              <a:rPr lang="en-US" dirty="0" err="1"/>
              <a:t>missing_summary</a:t>
            </a:r>
            <a:r>
              <a:rPr lang="en-US" dirty="0"/>
              <a:t> = </a:t>
            </a:r>
            <a:r>
              <a:rPr lang="en-US" dirty="0" err="1"/>
              <a:t>data.isnull</a:t>
            </a:r>
            <a:r>
              <a:rPr lang="en-US" dirty="0"/>
              <a:t>().sum()</a:t>
            </a:r>
          </a:p>
          <a:p>
            <a:r>
              <a:rPr lang="en-US" dirty="0"/>
              <a:t>print("Missing Values:\n", </a:t>
            </a:r>
            <a:r>
              <a:rPr lang="en-US" dirty="0" err="1"/>
              <a:t>missing_summary</a:t>
            </a:r>
            <a:r>
              <a:rPr lang="en-US" dirty="0"/>
              <a:t>)</a:t>
            </a:r>
          </a:p>
          <a:p>
            <a:endParaRPr lang="en-US" dirty="0"/>
          </a:p>
          <a:p>
            <a:r>
              <a:rPr lang="en-US" b="1" dirty="0">
                <a:solidFill>
                  <a:srgbClr val="FF0000"/>
                </a:solidFill>
              </a:rPr>
              <a:t># Detect outliers using IQR</a:t>
            </a:r>
          </a:p>
          <a:p>
            <a:r>
              <a:rPr lang="en-US" dirty="0"/>
              <a:t>Q1 = data['Fare'].quantile(0.25)</a:t>
            </a:r>
          </a:p>
          <a:p>
            <a:r>
              <a:rPr lang="en-US" dirty="0"/>
              <a:t>Q3 = data['Fare'].quantile(0.75)</a:t>
            </a:r>
          </a:p>
          <a:p>
            <a:r>
              <a:rPr lang="en-US" dirty="0"/>
              <a:t>IQR = Q3 - Q1</a:t>
            </a:r>
          </a:p>
          <a:p>
            <a:r>
              <a:rPr lang="en-US" dirty="0"/>
              <a:t>outliers = data[(data['Fare'] &lt; (Q1 - 1.5 * IQR)) | (data['Fare'] &gt; (Q3 + 1.5 * IQR))]</a:t>
            </a:r>
          </a:p>
          <a:p>
            <a:r>
              <a:rPr lang="en-US" dirty="0"/>
              <a:t>print("Outliers detected:\n", outliers[['</a:t>
            </a:r>
            <a:r>
              <a:rPr lang="en-US" dirty="0" err="1"/>
              <a:t>PassengerId</a:t>
            </a:r>
            <a:r>
              <a:rPr lang="en-US" dirty="0"/>
              <a:t>', 'Fare']])</a:t>
            </a:r>
          </a:p>
        </p:txBody>
      </p:sp>
    </p:spTree>
    <p:extLst>
      <p:ext uri="{BB962C8B-B14F-4D97-AF65-F5344CB8AC3E}">
        <p14:creationId xmlns:p14="http://schemas.microsoft.com/office/powerpoint/2010/main" val="37288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81774-C5CE-8528-C216-1CBF95D83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316A1-A295-749E-AB40-C807CC5949B4}"/>
              </a:ext>
            </a:extLst>
          </p:cNvPr>
          <p:cNvSpPr>
            <a:spLocks noGrp="1"/>
          </p:cNvSpPr>
          <p:nvPr>
            <p:ph type="ctrTitle"/>
          </p:nvPr>
        </p:nvSpPr>
        <p:spPr>
          <a:xfrm>
            <a:off x="934063" y="-511505"/>
            <a:ext cx="9999408" cy="1248544"/>
          </a:xfrm>
        </p:spPr>
        <p:txBody>
          <a:bodyPr>
            <a:normAutofit/>
          </a:bodyPr>
          <a:lstStyle/>
          <a:p>
            <a:r>
              <a:rPr lang="en-US" sz="3600" dirty="0">
                <a:latin typeface="Arial Black" panose="020B0A04020102020204" pitchFamily="34" charset="0"/>
              </a:rPr>
              <a:t>DECISION TREES &amp; RANDOM FOREST</a:t>
            </a:r>
          </a:p>
        </p:txBody>
      </p:sp>
      <p:sp>
        <p:nvSpPr>
          <p:cNvPr id="5" name="TextBox 4">
            <a:extLst>
              <a:ext uri="{FF2B5EF4-FFF2-40B4-BE49-F238E27FC236}">
                <a16:creationId xmlns:a16="http://schemas.microsoft.com/office/drawing/2014/main" id="{2EBA1E25-384B-907D-25E6-AF94B96A279E}"/>
              </a:ext>
            </a:extLst>
          </p:cNvPr>
          <p:cNvSpPr txBox="1"/>
          <p:nvPr/>
        </p:nvSpPr>
        <p:spPr>
          <a:xfrm>
            <a:off x="530941" y="1052161"/>
            <a:ext cx="11031793" cy="2554545"/>
          </a:xfrm>
          <a:prstGeom prst="rect">
            <a:avLst/>
          </a:prstGeom>
          <a:noFill/>
        </p:spPr>
        <p:txBody>
          <a:bodyPr wrap="square">
            <a:spAutoFit/>
          </a:bodyPr>
          <a:lstStyle/>
          <a:p>
            <a:pPr algn="just">
              <a:buNone/>
            </a:pPr>
            <a:r>
              <a:rPr lang="en-US" sz="1600" dirty="0">
                <a:effectLst/>
                <a:latin typeface="Arial Black" panose="020B0A04020102020204" pitchFamily="34" charset="0"/>
              </a:rPr>
              <a:t>Today’s session explored how </a:t>
            </a:r>
            <a:r>
              <a:rPr lang="en-US" sz="1600" b="1" dirty="0">
                <a:solidFill>
                  <a:srgbClr val="FF0000"/>
                </a:solidFill>
                <a:effectLst/>
                <a:latin typeface="Arial Black" panose="020B0A04020102020204" pitchFamily="34" charset="0"/>
              </a:rPr>
              <a:t>Decision Trees </a:t>
            </a:r>
            <a:r>
              <a:rPr lang="en-US" sz="1600" b="1" dirty="0">
                <a:effectLst/>
                <a:latin typeface="Arial Black" panose="020B0A04020102020204" pitchFamily="34" charset="0"/>
              </a:rPr>
              <a:t>and </a:t>
            </a:r>
            <a:r>
              <a:rPr lang="en-US" sz="1600" b="1" dirty="0">
                <a:solidFill>
                  <a:srgbClr val="FF0000"/>
                </a:solidFill>
                <a:effectLst/>
                <a:latin typeface="Arial Black" panose="020B0A04020102020204" pitchFamily="34" charset="0"/>
              </a:rPr>
              <a:t>Random Forests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serve as powerful tools for understanding and improving data quality. We began by revisiting the Titanic dataset, where each split in a tree revealed meaningful patterns — gender, age, and class — that shaped survival outcomes. This intuitive structure helped us see how decision trees mimic human reasoning, turning raw data into clear, interpretable rules.</a:t>
            </a:r>
            <a:endParaRPr lang="en-US" sz="1600" dirty="0">
              <a:latin typeface="Arial Black" panose="020B0A04020102020204" pitchFamily="34" charset="0"/>
            </a:endParaRPr>
          </a:p>
          <a:p>
            <a:pPr algn="just">
              <a:buNone/>
            </a:pPr>
            <a:endParaRPr lang="en-US" sz="1600" dirty="0">
              <a:effectLst/>
              <a:latin typeface="Arial Black" panose="020B0A04020102020204" pitchFamily="34" charset="0"/>
            </a:endParaRPr>
          </a:p>
          <a:p>
            <a:pPr algn="just">
              <a:buNone/>
            </a:pPr>
            <a:r>
              <a:rPr lang="en-US" sz="1600" dirty="0">
                <a:effectLst/>
                <a:latin typeface="Arial Black" panose="020B0A04020102020204" pitchFamily="34" charset="0"/>
              </a:rPr>
              <a:t>We then extended the concept to </a:t>
            </a:r>
            <a:r>
              <a:rPr lang="en-US" sz="1600" b="1" dirty="0">
                <a:effectLst/>
                <a:latin typeface="Arial Black" panose="020B0A04020102020204" pitchFamily="34" charset="0"/>
              </a:rPr>
              <a:t>Random Forests</a:t>
            </a:r>
            <a:r>
              <a:rPr lang="en-US" sz="1600" dirty="0">
                <a:effectLst/>
                <a:latin typeface="Arial Black" panose="020B0A04020102020204" pitchFamily="34" charset="0"/>
              </a:rPr>
              <a:t>, showing how multiple trees working together overcome the limitations of a single model. Through ensemble learning, the forest reduces noise, balances bias and variance, and delivers more reliable predictions. Students saw how collective wisdom — many perspectives — leads to stronger decisions, both in data science and in life.</a:t>
            </a:r>
            <a:endParaRPr lang="en-US" sz="1600" dirty="0">
              <a:latin typeface="Arial Black" panose="020B0A04020102020204" pitchFamily="34" charset="0"/>
            </a:endParaRPr>
          </a:p>
        </p:txBody>
      </p:sp>
      <p:sp>
        <p:nvSpPr>
          <p:cNvPr id="8" name="TextBox 7">
            <a:extLst>
              <a:ext uri="{FF2B5EF4-FFF2-40B4-BE49-F238E27FC236}">
                <a16:creationId xmlns:a16="http://schemas.microsoft.com/office/drawing/2014/main" id="{F83B4D2B-96E2-7FFA-53DC-FBDD6F156A8E}"/>
              </a:ext>
            </a:extLst>
          </p:cNvPr>
          <p:cNvSpPr txBox="1"/>
          <p:nvPr/>
        </p:nvSpPr>
        <p:spPr>
          <a:xfrm>
            <a:off x="530941" y="3803841"/>
            <a:ext cx="10943304" cy="2308324"/>
          </a:xfrm>
          <a:prstGeom prst="rect">
            <a:avLst/>
          </a:prstGeom>
          <a:noFill/>
        </p:spPr>
        <p:txBody>
          <a:bodyPr wrap="square">
            <a:spAutoFit/>
          </a:bodyPr>
          <a:lstStyle/>
          <a:p>
            <a:pPr>
              <a:buNone/>
            </a:pPr>
            <a:r>
              <a:rPr lang="en-US" sz="1600" dirty="0">
                <a:effectLst/>
                <a:latin typeface="Arial Black" panose="020B0A04020102020204" pitchFamily="34" charset="0"/>
              </a:rPr>
              <a:t>Finally, we connected these models to </a:t>
            </a:r>
            <a:r>
              <a:rPr lang="en-US" sz="1600" b="1" dirty="0">
                <a:solidFill>
                  <a:srgbClr val="FF0000"/>
                </a:solidFill>
                <a:effectLst/>
                <a:latin typeface="Arial Black" panose="020B0A04020102020204" pitchFamily="34" charset="0"/>
              </a:rPr>
              <a:t>data cleansing</a:t>
            </a:r>
            <a:r>
              <a:rPr lang="en-US" sz="1600" dirty="0">
                <a:effectLst/>
                <a:latin typeface="Arial Black" panose="020B0A04020102020204" pitchFamily="34" charset="0"/>
              </a:rPr>
              <a:t>, emphasizing that clean data is the foundation of trustworthy analytics. Decision Trees can detect outliers, impute missing values, and highlight inconsistencies, while Random Forests smooth out errors through aggregation. The message was clear: before building models, we must first nurture the data itself.</a:t>
            </a:r>
          </a:p>
          <a:p>
            <a:pPr>
              <a:buNone/>
            </a:pPr>
            <a:endParaRPr lang="en-US" sz="1600" dirty="0">
              <a:latin typeface="Arial Black" panose="020B0A04020102020204" pitchFamily="34" charset="0"/>
            </a:endParaRPr>
          </a:p>
          <a:p>
            <a:pPr>
              <a:buNone/>
            </a:pPr>
            <a:r>
              <a:rPr lang="en-US" sz="1600" dirty="0">
                <a:effectLst/>
                <a:latin typeface="Arial Black" panose="020B0A04020102020204" pitchFamily="34" charset="0"/>
              </a:rPr>
              <a:t>In essence, today’s lecture bridged theory and practice — from understanding how trees learn to how they help us clean and refine datasets. As we move forward, let’s remember that every branch and leaf in a tree represents a decision shaped by data integrity, and that the forest’s strength lies in diversity and collaboration.</a:t>
            </a:r>
            <a:endParaRPr lang="en-US" sz="1600" dirty="0">
              <a:latin typeface="Arial Black" panose="020B0A04020102020204" pitchFamily="34" charset="0"/>
            </a:endParaRPr>
          </a:p>
        </p:txBody>
      </p:sp>
    </p:spTree>
    <p:extLst>
      <p:ext uri="{BB962C8B-B14F-4D97-AF65-F5344CB8AC3E}">
        <p14:creationId xmlns:p14="http://schemas.microsoft.com/office/powerpoint/2010/main" val="61229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A8246-ABEC-4BB5-AF66-FFB6098FC63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E8088AA-F5CF-86B0-F121-F4AC42ABC2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8775"/>
            <a:ext cx="12192000" cy="6839226"/>
          </a:xfrm>
          <a:prstGeom prst="rect">
            <a:avLst/>
          </a:prstGeom>
        </p:spPr>
      </p:pic>
    </p:spTree>
    <p:extLst>
      <p:ext uri="{BB962C8B-B14F-4D97-AF65-F5344CB8AC3E}">
        <p14:creationId xmlns:p14="http://schemas.microsoft.com/office/powerpoint/2010/main" val="3896172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3077</Words>
  <Application>Microsoft Office PowerPoint</Application>
  <PresentationFormat>Widescreen</PresentationFormat>
  <Paragraphs>376</Paragraphs>
  <Slides>26</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Arial Black</vt:lpstr>
      <vt:lpstr>Cambria Math</vt:lpstr>
      <vt:lpstr>Roboto</vt:lpstr>
      <vt:lpstr>Office Theme</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DECISION TREES &amp; RANDOM FOREST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2026-06-25T03:09:59Z</dcterms:created>
  <dcterms:modified xsi:type="dcterms:W3CDTF">2026-06-25T06:19:27Z</dcterms:modified>
</cp:coreProperties>
</file>
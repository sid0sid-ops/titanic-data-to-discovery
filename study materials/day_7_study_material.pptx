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9" r:id="rId3"/>
    <p:sldId id="261" r:id="rId4"/>
    <p:sldId id="260" r:id="rId5"/>
    <p:sldId id="257" r:id="rId6"/>
    <p:sldId id="258"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F41144-114D-453F-A8FC-15A14FF8F625}" v="29" dt="2026-06-22T07:31:45.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delSld modSld">
      <pc:chgData name="Ashok Gopalakrishnan" userId="d8b748a0ad7c7b3a" providerId="LiveId" clId="{59FD0868-84F1-432F-883D-B36E85A19EB2}" dt="2026-06-22T07:43:25.756" v="1108" actId="14100"/>
      <pc:docMkLst>
        <pc:docMk/>
      </pc:docMkLst>
      <pc:sldChg chg="addSp delSp modSp add mod">
        <pc:chgData name="Ashok Gopalakrishnan" userId="d8b748a0ad7c7b3a" providerId="LiveId" clId="{59FD0868-84F1-432F-883D-B36E85A19EB2}" dt="2026-06-22T04:22:57.324" v="23" actId="207"/>
        <pc:sldMkLst>
          <pc:docMk/>
          <pc:sldMk cId="1425977409" sldId="257"/>
        </pc:sldMkLst>
        <pc:spChg chg="mod">
          <ac:chgData name="Ashok Gopalakrishnan" userId="d8b748a0ad7c7b3a" providerId="LiveId" clId="{59FD0868-84F1-432F-883D-B36E85A19EB2}" dt="2026-06-22T04:18:44.409" v="5" actId="1076"/>
          <ac:spMkLst>
            <pc:docMk/>
            <pc:sldMk cId="1425977409" sldId="257"/>
            <ac:spMk id="2" creationId="{EF71E1A8-F1FD-C1FD-B281-E49539EF39CE}"/>
          </ac:spMkLst>
        </pc:spChg>
        <pc:spChg chg="del">
          <ac:chgData name="Ashok Gopalakrishnan" userId="d8b748a0ad7c7b3a" providerId="LiveId" clId="{59FD0868-84F1-432F-883D-B36E85A19EB2}" dt="2026-06-22T04:18:33.186" v="3" actId="478"/>
          <ac:spMkLst>
            <pc:docMk/>
            <pc:sldMk cId="1425977409" sldId="257"/>
            <ac:spMk id="3" creationId="{FE3549FF-793E-D00E-BA45-6C82DFD9E423}"/>
          </ac:spMkLst>
        </pc:spChg>
        <pc:spChg chg="add del mod">
          <ac:chgData name="Ashok Gopalakrishnan" userId="d8b748a0ad7c7b3a" providerId="LiveId" clId="{59FD0868-84F1-432F-883D-B36E85A19EB2}" dt="2026-06-22T04:18:38.754" v="4" actId="478"/>
          <ac:spMkLst>
            <pc:docMk/>
            <pc:sldMk cId="1425977409" sldId="257"/>
            <ac:spMk id="6" creationId="{7D6C97DE-24B0-6AF8-24B7-FF17BF684AC6}"/>
          </ac:spMkLst>
        </pc:spChg>
        <pc:spChg chg="add mod">
          <ac:chgData name="Ashok Gopalakrishnan" userId="d8b748a0ad7c7b3a" providerId="LiveId" clId="{59FD0868-84F1-432F-883D-B36E85A19EB2}" dt="2026-06-22T04:21:33.375" v="16" actId="12"/>
          <ac:spMkLst>
            <pc:docMk/>
            <pc:sldMk cId="1425977409" sldId="257"/>
            <ac:spMk id="8" creationId="{0DC0F65C-EB60-0199-B6F2-951604C41173}"/>
          </ac:spMkLst>
        </pc:spChg>
        <pc:spChg chg="add mod">
          <ac:chgData name="Ashok Gopalakrishnan" userId="d8b748a0ad7c7b3a" providerId="LiveId" clId="{59FD0868-84F1-432F-883D-B36E85A19EB2}" dt="2026-06-22T04:22:57.324" v="23" actId="207"/>
          <ac:spMkLst>
            <pc:docMk/>
            <pc:sldMk cId="1425977409" sldId="257"/>
            <ac:spMk id="10" creationId="{4A79AF3A-098D-730B-9336-2C75D2041C22}"/>
          </ac:spMkLst>
        </pc:spChg>
        <pc:picChg chg="del">
          <ac:chgData name="Ashok Gopalakrishnan" userId="d8b748a0ad7c7b3a" providerId="LiveId" clId="{59FD0868-84F1-432F-883D-B36E85A19EB2}" dt="2026-06-22T04:18:26.945" v="2" actId="478"/>
          <ac:picMkLst>
            <pc:docMk/>
            <pc:sldMk cId="1425977409" sldId="257"/>
            <ac:picMk id="5" creationId="{7C7FC633-40B1-B464-F8E8-97EFEB88A2DC}"/>
          </ac:picMkLst>
        </pc:picChg>
      </pc:sldChg>
      <pc:sldChg chg="del">
        <pc:chgData name="Ashok Gopalakrishnan" userId="d8b748a0ad7c7b3a" providerId="LiveId" clId="{59FD0868-84F1-432F-883D-B36E85A19EB2}" dt="2026-06-22T04:18:17.066" v="0" actId="47"/>
        <pc:sldMkLst>
          <pc:docMk/>
          <pc:sldMk cId="3443708151" sldId="257"/>
        </pc:sldMkLst>
      </pc:sldChg>
      <pc:sldChg chg="addSp delSp modSp add mod">
        <pc:chgData name="Ashok Gopalakrishnan" userId="d8b748a0ad7c7b3a" providerId="LiveId" clId="{59FD0868-84F1-432F-883D-B36E85A19EB2}" dt="2026-06-22T04:37:08.599" v="110" actId="12"/>
        <pc:sldMkLst>
          <pc:docMk/>
          <pc:sldMk cId="2125519955" sldId="258"/>
        </pc:sldMkLst>
        <pc:spChg chg="add mod">
          <ac:chgData name="Ashok Gopalakrishnan" userId="d8b748a0ad7c7b3a" providerId="LiveId" clId="{59FD0868-84F1-432F-883D-B36E85A19EB2}" dt="2026-06-22T04:37:08.599" v="110" actId="12"/>
          <ac:spMkLst>
            <pc:docMk/>
            <pc:sldMk cId="2125519955" sldId="258"/>
            <ac:spMk id="4" creationId="{27A19073-976F-E6C4-F72E-878705E4414A}"/>
          </ac:spMkLst>
        </pc:spChg>
        <pc:spChg chg="del">
          <ac:chgData name="Ashok Gopalakrishnan" userId="d8b748a0ad7c7b3a" providerId="LiveId" clId="{59FD0868-84F1-432F-883D-B36E85A19EB2}" dt="2026-06-22T04:35:44.156" v="89" actId="478"/>
          <ac:spMkLst>
            <pc:docMk/>
            <pc:sldMk cId="2125519955" sldId="258"/>
            <ac:spMk id="8" creationId="{26347EC1-D02F-900C-AB8C-402574BEA091}"/>
          </ac:spMkLst>
        </pc:spChg>
        <pc:spChg chg="del">
          <ac:chgData name="Ashok Gopalakrishnan" userId="d8b748a0ad7c7b3a" providerId="LiveId" clId="{59FD0868-84F1-432F-883D-B36E85A19EB2}" dt="2026-06-22T04:35:47.908" v="90" actId="478"/>
          <ac:spMkLst>
            <pc:docMk/>
            <pc:sldMk cId="2125519955" sldId="258"/>
            <ac:spMk id="10" creationId="{24592FB5-6DC4-A087-E88F-E4F4763A0D0E}"/>
          </ac:spMkLst>
        </pc:spChg>
      </pc:sldChg>
      <pc:sldChg chg="addSp delSp modSp add mod">
        <pc:chgData name="Ashok Gopalakrishnan" userId="d8b748a0ad7c7b3a" providerId="LiveId" clId="{59FD0868-84F1-432F-883D-B36E85A19EB2}" dt="2026-06-22T04:28:57.404" v="59" actId="207"/>
        <pc:sldMkLst>
          <pc:docMk/>
          <pc:sldMk cId="1367796022" sldId="259"/>
        </pc:sldMkLst>
        <pc:spChg chg="del">
          <ac:chgData name="Ashok Gopalakrishnan" userId="d8b748a0ad7c7b3a" providerId="LiveId" clId="{59FD0868-84F1-432F-883D-B36E85A19EB2}" dt="2026-06-22T04:23:38.628" v="27" actId="478"/>
          <ac:spMkLst>
            <pc:docMk/>
            <pc:sldMk cId="1367796022" sldId="259"/>
            <ac:spMk id="3" creationId="{C9DB02CA-D7DD-B664-32AC-FD653CF304AD}"/>
          </ac:spMkLst>
        </pc:spChg>
        <pc:spChg chg="add del mod">
          <ac:chgData name="Ashok Gopalakrishnan" userId="d8b748a0ad7c7b3a" providerId="LiveId" clId="{59FD0868-84F1-432F-883D-B36E85A19EB2}" dt="2026-06-22T04:23:42.439" v="28" actId="478"/>
          <ac:spMkLst>
            <pc:docMk/>
            <pc:sldMk cId="1367796022" sldId="259"/>
            <ac:spMk id="6" creationId="{A8AA9582-FDED-6289-88C0-CE89AF2026C1}"/>
          </ac:spMkLst>
        </pc:spChg>
        <pc:spChg chg="add mod">
          <ac:chgData name="Ashok Gopalakrishnan" userId="d8b748a0ad7c7b3a" providerId="LiveId" clId="{59FD0868-84F1-432F-883D-B36E85A19EB2}" dt="2026-06-22T04:28:57.404" v="59" actId="207"/>
          <ac:spMkLst>
            <pc:docMk/>
            <pc:sldMk cId="1367796022" sldId="259"/>
            <ac:spMk id="8" creationId="{85D9DFFE-6614-2CD5-CEB0-3AD2D365ACF9}"/>
          </ac:spMkLst>
        </pc:spChg>
        <pc:picChg chg="del">
          <ac:chgData name="Ashok Gopalakrishnan" userId="d8b748a0ad7c7b3a" providerId="LiveId" clId="{59FD0868-84F1-432F-883D-B36E85A19EB2}" dt="2026-06-22T04:23:31.992" v="26" actId="478"/>
          <ac:picMkLst>
            <pc:docMk/>
            <pc:sldMk cId="1367796022" sldId="259"/>
            <ac:picMk id="5" creationId="{38E50BF3-F2EF-1015-5A91-0DEA280805E7}"/>
          </ac:picMkLst>
        </pc:picChg>
      </pc:sldChg>
      <pc:sldChg chg="addSp delSp modSp add mod">
        <pc:chgData name="Ashok Gopalakrishnan" userId="d8b748a0ad7c7b3a" providerId="LiveId" clId="{59FD0868-84F1-432F-883D-B36E85A19EB2}" dt="2026-06-22T04:41:37.942" v="123" actId="478"/>
        <pc:sldMkLst>
          <pc:docMk/>
          <pc:sldMk cId="2853754982" sldId="260"/>
        </pc:sldMkLst>
        <pc:spChg chg="add mod">
          <ac:chgData name="Ashok Gopalakrishnan" userId="d8b748a0ad7c7b3a" providerId="LiveId" clId="{59FD0868-84F1-432F-883D-B36E85A19EB2}" dt="2026-06-22T04:30:46.589" v="72" actId="1076"/>
          <ac:spMkLst>
            <pc:docMk/>
            <pc:sldMk cId="2853754982" sldId="260"/>
            <ac:spMk id="4" creationId="{6ED2A95A-61B5-4682-2997-9C5B622DA0F2}"/>
          </ac:spMkLst>
        </pc:spChg>
        <pc:spChg chg="add del">
          <ac:chgData name="Ashok Gopalakrishnan" userId="d8b748a0ad7c7b3a" providerId="LiveId" clId="{59FD0868-84F1-432F-883D-B36E85A19EB2}" dt="2026-06-22T04:41:37.942" v="123" actId="478"/>
          <ac:spMkLst>
            <pc:docMk/>
            <pc:sldMk cId="2853754982" sldId="260"/>
            <ac:spMk id="6" creationId="{797F497D-47D6-F64D-1CF2-663206C2D647}"/>
          </ac:spMkLst>
        </pc:spChg>
        <pc:spChg chg="del">
          <ac:chgData name="Ashok Gopalakrishnan" userId="d8b748a0ad7c7b3a" providerId="LiveId" clId="{59FD0868-84F1-432F-883D-B36E85A19EB2}" dt="2026-06-22T04:29:18.675" v="61" actId="478"/>
          <ac:spMkLst>
            <pc:docMk/>
            <pc:sldMk cId="2853754982" sldId="260"/>
            <ac:spMk id="8" creationId="{1B66C8F8-4729-B862-C954-6E4194507187}"/>
          </ac:spMkLst>
        </pc:spChg>
      </pc:sldChg>
      <pc:sldChg chg="addSp delSp modSp add mod">
        <pc:chgData name="Ashok Gopalakrishnan" userId="d8b748a0ad7c7b3a" providerId="LiveId" clId="{59FD0868-84F1-432F-883D-B36E85A19EB2}" dt="2026-06-22T04:38:57.353" v="120" actId="1076"/>
        <pc:sldMkLst>
          <pc:docMk/>
          <pc:sldMk cId="506824479" sldId="261"/>
        </pc:sldMkLst>
        <pc:spChg chg="add mod">
          <ac:chgData name="Ashok Gopalakrishnan" userId="d8b748a0ad7c7b3a" providerId="LiveId" clId="{59FD0868-84F1-432F-883D-B36E85A19EB2}" dt="2026-06-22T04:38:57.353" v="120" actId="1076"/>
          <ac:spMkLst>
            <pc:docMk/>
            <pc:sldMk cId="506824479" sldId="261"/>
            <ac:spMk id="6" creationId="{6F1747DC-40CF-A203-9773-7520711CF7CC}"/>
          </ac:spMkLst>
        </pc:spChg>
        <pc:spChg chg="del">
          <ac:chgData name="Ashok Gopalakrishnan" userId="d8b748a0ad7c7b3a" providerId="LiveId" clId="{59FD0868-84F1-432F-883D-B36E85A19EB2}" dt="2026-06-22T04:32:49.773" v="74" actId="478"/>
          <ac:spMkLst>
            <pc:docMk/>
            <pc:sldMk cId="506824479" sldId="261"/>
            <ac:spMk id="8" creationId="{3DBE4A08-DFE2-26BA-0DA0-4C19233D6B7D}"/>
          </ac:spMkLst>
        </pc:spChg>
        <pc:spChg chg="add mod">
          <ac:chgData name="Ashok Gopalakrishnan" userId="d8b748a0ad7c7b3a" providerId="LiveId" clId="{59FD0868-84F1-432F-883D-B36E85A19EB2}" dt="2026-06-22T04:38:37.815" v="118" actId="1076"/>
          <ac:spMkLst>
            <pc:docMk/>
            <pc:sldMk cId="506824479" sldId="261"/>
            <ac:spMk id="9" creationId="{43222288-08DE-1FE0-C8DE-FD3450EF55D5}"/>
          </ac:spMkLst>
        </pc:spChg>
        <pc:picChg chg="add mod">
          <ac:chgData name="Ashok Gopalakrishnan" userId="d8b748a0ad7c7b3a" providerId="LiveId" clId="{59FD0868-84F1-432F-883D-B36E85A19EB2}" dt="2026-06-22T04:34:27.602" v="86" actId="14100"/>
          <ac:picMkLst>
            <pc:docMk/>
            <pc:sldMk cId="506824479" sldId="261"/>
            <ac:picMk id="4" creationId="{C91AF8F5-8D75-EFC3-EE2D-61448D8019BD}"/>
          </ac:picMkLst>
        </pc:picChg>
      </pc:sldChg>
      <pc:sldChg chg="addSp delSp modSp add mod">
        <pc:chgData name="Ashok Gopalakrishnan" userId="d8b748a0ad7c7b3a" providerId="LiveId" clId="{59FD0868-84F1-432F-883D-B36E85A19EB2}" dt="2026-06-22T05:26:50.946" v="463" actId="20577"/>
        <pc:sldMkLst>
          <pc:docMk/>
          <pc:sldMk cId="905678859" sldId="262"/>
        </pc:sldMkLst>
        <pc:spChg chg="mod">
          <ac:chgData name="Ashok Gopalakrishnan" userId="d8b748a0ad7c7b3a" providerId="LiveId" clId="{59FD0868-84F1-432F-883D-B36E85A19EB2}" dt="2026-06-22T05:26:50.946" v="463" actId="20577"/>
          <ac:spMkLst>
            <pc:docMk/>
            <pc:sldMk cId="905678859" sldId="262"/>
            <ac:spMk id="2" creationId="{7D5869A1-13AE-7A16-2A51-5C69861902C8}"/>
          </ac:spMkLst>
        </pc:spChg>
        <pc:spChg chg="del">
          <ac:chgData name="Ashok Gopalakrishnan" userId="d8b748a0ad7c7b3a" providerId="LiveId" clId="{59FD0868-84F1-432F-883D-B36E85A19EB2}" dt="2026-06-22T04:42:58.721" v="125" actId="478"/>
          <ac:spMkLst>
            <pc:docMk/>
            <pc:sldMk cId="905678859" sldId="262"/>
            <ac:spMk id="4" creationId="{39D87A69-26CC-6CD5-2B74-AF7154335BAE}"/>
          </ac:spMkLst>
        </pc:spChg>
        <pc:spChg chg="add mod">
          <ac:chgData name="Ashok Gopalakrishnan" userId="d8b748a0ad7c7b3a" providerId="LiveId" clId="{59FD0868-84F1-432F-883D-B36E85A19EB2}" dt="2026-06-22T04:43:47.859" v="133" actId="255"/>
          <ac:spMkLst>
            <pc:docMk/>
            <pc:sldMk cId="905678859" sldId="262"/>
            <ac:spMk id="5" creationId="{B5E6F705-5F0B-870A-9B1E-06859AA7D949}"/>
          </ac:spMkLst>
        </pc:spChg>
        <pc:picChg chg="add mod">
          <ac:chgData name="Ashok Gopalakrishnan" userId="d8b748a0ad7c7b3a" providerId="LiveId" clId="{59FD0868-84F1-432F-883D-B36E85A19EB2}" dt="2026-06-22T04:45:51.102" v="141" actId="1076"/>
          <ac:picMkLst>
            <pc:docMk/>
            <pc:sldMk cId="905678859" sldId="262"/>
            <ac:picMk id="7" creationId="{48F10D4F-2818-00A1-E0BD-CC46B9E4BBCF}"/>
          </ac:picMkLst>
        </pc:picChg>
      </pc:sldChg>
      <pc:sldChg chg="addSp delSp modSp add mod">
        <pc:chgData name="Ashok Gopalakrishnan" userId="d8b748a0ad7c7b3a" providerId="LiveId" clId="{59FD0868-84F1-432F-883D-B36E85A19EB2}" dt="2026-06-22T04:57:01.452" v="316" actId="20577"/>
        <pc:sldMkLst>
          <pc:docMk/>
          <pc:sldMk cId="700056704" sldId="263"/>
        </pc:sldMkLst>
        <pc:spChg chg="del">
          <ac:chgData name="Ashok Gopalakrishnan" userId="d8b748a0ad7c7b3a" providerId="LiveId" clId="{59FD0868-84F1-432F-883D-B36E85A19EB2}" dt="2026-06-22T04:46:48.740" v="143" actId="478"/>
          <ac:spMkLst>
            <pc:docMk/>
            <pc:sldMk cId="700056704" sldId="263"/>
            <ac:spMk id="5" creationId="{D59B2200-AF2A-478E-964B-19BF547F69FA}"/>
          </ac:spMkLst>
        </pc:spChg>
        <pc:spChg chg="add del mod">
          <ac:chgData name="Ashok Gopalakrishnan" userId="d8b748a0ad7c7b3a" providerId="LiveId" clId="{59FD0868-84F1-432F-883D-B36E85A19EB2}" dt="2026-06-22T04:52:35.148" v="158" actId="478"/>
          <ac:spMkLst>
            <pc:docMk/>
            <pc:sldMk cId="700056704" sldId="263"/>
            <ac:spMk id="10" creationId="{8A13B74B-9C2E-0710-D59A-1CBE72272240}"/>
          </ac:spMkLst>
        </pc:spChg>
        <pc:spChg chg="add del mod">
          <ac:chgData name="Ashok Gopalakrishnan" userId="d8b748a0ad7c7b3a" providerId="LiveId" clId="{59FD0868-84F1-432F-883D-B36E85A19EB2}" dt="2026-06-22T04:55:15.786" v="190" actId="478"/>
          <ac:spMkLst>
            <pc:docMk/>
            <pc:sldMk cId="700056704" sldId="263"/>
            <ac:spMk id="11" creationId="{5C8551B1-8764-4734-D6CA-D8A7418CF7D4}"/>
          </ac:spMkLst>
        </pc:spChg>
        <pc:spChg chg="add mod">
          <ac:chgData name="Ashok Gopalakrishnan" userId="d8b748a0ad7c7b3a" providerId="LiveId" clId="{59FD0868-84F1-432F-883D-B36E85A19EB2}" dt="2026-06-22T04:57:01.452" v="316" actId="20577"/>
          <ac:spMkLst>
            <pc:docMk/>
            <pc:sldMk cId="700056704" sldId="263"/>
            <ac:spMk id="12" creationId="{149E7E7F-A5C5-3700-431D-8354AC2338DF}"/>
          </ac:spMkLst>
        </pc:spChg>
        <pc:picChg chg="add del mod">
          <ac:chgData name="Ashok Gopalakrishnan" userId="d8b748a0ad7c7b3a" providerId="LiveId" clId="{59FD0868-84F1-432F-883D-B36E85A19EB2}" dt="2026-06-22T04:49:59.935" v="151" actId="478"/>
          <ac:picMkLst>
            <pc:docMk/>
            <pc:sldMk cId="700056704" sldId="263"/>
            <ac:picMk id="4" creationId="{1F10906F-A4DE-E362-105A-2D0B016943A3}"/>
          </ac:picMkLst>
        </pc:picChg>
        <pc:picChg chg="del">
          <ac:chgData name="Ashok Gopalakrishnan" userId="d8b748a0ad7c7b3a" providerId="LiveId" clId="{59FD0868-84F1-432F-883D-B36E85A19EB2}" dt="2026-06-22T04:46:51.566" v="144" actId="478"/>
          <ac:picMkLst>
            <pc:docMk/>
            <pc:sldMk cId="700056704" sldId="263"/>
            <ac:picMk id="7" creationId="{F40701E4-A68F-9B7F-E65C-A5D258C2E8A6}"/>
          </ac:picMkLst>
        </pc:picChg>
        <pc:picChg chg="add mod">
          <ac:chgData name="Ashok Gopalakrishnan" userId="d8b748a0ad7c7b3a" providerId="LiveId" clId="{59FD0868-84F1-432F-883D-B36E85A19EB2}" dt="2026-06-22T04:51:05.563" v="154" actId="1076"/>
          <ac:picMkLst>
            <pc:docMk/>
            <pc:sldMk cId="700056704" sldId="263"/>
            <ac:picMk id="8" creationId="{4EFA5ECB-A230-E975-17CB-62C54A7A7047}"/>
          </ac:picMkLst>
        </pc:picChg>
      </pc:sldChg>
      <pc:sldChg chg="addSp delSp modSp add mod">
        <pc:chgData name="Ashok Gopalakrishnan" userId="d8b748a0ad7c7b3a" providerId="LiveId" clId="{59FD0868-84F1-432F-883D-B36E85A19EB2}" dt="2026-06-22T05:21:41.687" v="408" actId="207"/>
        <pc:sldMkLst>
          <pc:docMk/>
          <pc:sldMk cId="2687152869" sldId="264"/>
        </pc:sldMkLst>
        <pc:spChg chg="add del mod">
          <ac:chgData name="Ashok Gopalakrishnan" userId="d8b748a0ad7c7b3a" providerId="LiveId" clId="{59FD0868-84F1-432F-883D-B36E85A19EB2}" dt="2026-06-22T05:04:52.829" v="372" actId="478"/>
          <ac:spMkLst>
            <pc:docMk/>
            <pc:sldMk cId="2687152869" sldId="264"/>
            <ac:spMk id="4" creationId="{8FAB3611-64EB-F41D-1122-236AB0FEFA5F}"/>
          </ac:spMkLst>
        </pc:spChg>
        <pc:spChg chg="add del mod">
          <ac:chgData name="Ashok Gopalakrishnan" userId="d8b748a0ad7c7b3a" providerId="LiveId" clId="{59FD0868-84F1-432F-883D-B36E85A19EB2}" dt="2026-06-22T05:04:56.256" v="373" actId="478"/>
          <ac:spMkLst>
            <pc:docMk/>
            <pc:sldMk cId="2687152869" sldId="264"/>
            <ac:spMk id="6" creationId="{70FC21B2-9707-D147-D616-8E2EACB2A74D}"/>
          </ac:spMkLst>
        </pc:spChg>
        <pc:spChg chg="add mod">
          <ac:chgData name="Ashok Gopalakrishnan" userId="d8b748a0ad7c7b3a" providerId="LiveId" clId="{59FD0868-84F1-432F-883D-B36E85A19EB2}" dt="2026-06-22T05:18:08.540" v="385" actId="313"/>
          <ac:spMkLst>
            <pc:docMk/>
            <pc:sldMk cId="2687152869" sldId="264"/>
            <ac:spMk id="8" creationId="{44EF19C6-D983-C4A0-1FEE-D85941C4BF8C}"/>
          </ac:spMkLst>
        </pc:spChg>
        <pc:spChg chg="add mod">
          <ac:chgData name="Ashok Gopalakrishnan" userId="d8b748a0ad7c7b3a" providerId="LiveId" clId="{59FD0868-84F1-432F-883D-B36E85A19EB2}" dt="2026-06-22T05:21:41.687" v="408" actId="207"/>
          <ac:spMkLst>
            <pc:docMk/>
            <pc:sldMk cId="2687152869" sldId="264"/>
            <ac:spMk id="10" creationId="{4A5B5D5F-832B-1AE3-4376-2CEF1CF09152}"/>
          </ac:spMkLst>
        </pc:spChg>
      </pc:sldChg>
      <pc:sldChg chg="addSp delSp modSp add mod">
        <pc:chgData name="Ashok Gopalakrishnan" userId="d8b748a0ad7c7b3a" providerId="LiveId" clId="{59FD0868-84F1-432F-883D-B36E85A19EB2}" dt="2026-06-22T05:25:19.918" v="446" actId="207"/>
        <pc:sldMkLst>
          <pc:docMk/>
          <pc:sldMk cId="4270958528" sldId="265"/>
        </pc:sldMkLst>
        <pc:spChg chg="add mod">
          <ac:chgData name="Ashok Gopalakrishnan" userId="d8b748a0ad7c7b3a" providerId="LiveId" clId="{59FD0868-84F1-432F-883D-B36E85A19EB2}" dt="2026-06-22T05:25:11.779" v="445" actId="20577"/>
          <ac:spMkLst>
            <pc:docMk/>
            <pc:sldMk cId="4270958528" sldId="265"/>
            <ac:spMk id="5" creationId="{31D02224-18E6-93B2-88B4-0576C1815F48}"/>
          </ac:spMkLst>
        </pc:spChg>
        <pc:spChg chg="del">
          <ac:chgData name="Ashok Gopalakrishnan" userId="d8b748a0ad7c7b3a" providerId="LiveId" clId="{59FD0868-84F1-432F-883D-B36E85A19EB2}" dt="2026-06-22T05:21:58.570" v="411" actId="478"/>
          <ac:spMkLst>
            <pc:docMk/>
            <pc:sldMk cId="4270958528" sldId="265"/>
            <ac:spMk id="8" creationId="{747D4E36-FA6F-6684-1633-5FC903C0CF97}"/>
          </ac:spMkLst>
        </pc:spChg>
        <pc:spChg chg="del">
          <ac:chgData name="Ashok Gopalakrishnan" userId="d8b748a0ad7c7b3a" providerId="LiveId" clId="{59FD0868-84F1-432F-883D-B36E85A19EB2}" dt="2026-06-22T05:21:55.991" v="410" actId="478"/>
          <ac:spMkLst>
            <pc:docMk/>
            <pc:sldMk cId="4270958528" sldId="265"/>
            <ac:spMk id="10" creationId="{56E441D2-DF9F-0A3B-8AE6-3F09EC8B5D58}"/>
          </ac:spMkLst>
        </pc:spChg>
        <pc:graphicFrameChg chg="add mod modGraphic">
          <ac:chgData name="Ashok Gopalakrishnan" userId="d8b748a0ad7c7b3a" providerId="LiveId" clId="{59FD0868-84F1-432F-883D-B36E85A19EB2}" dt="2026-06-22T05:25:19.918" v="446" actId="207"/>
          <ac:graphicFrameMkLst>
            <pc:docMk/>
            <pc:sldMk cId="4270958528" sldId="265"/>
            <ac:graphicFrameMk id="3" creationId="{C35D1E7F-FCD6-3661-4880-92DD5F358AB2}"/>
          </ac:graphicFrameMkLst>
        </pc:graphicFrameChg>
      </pc:sldChg>
      <pc:sldChg chg="addSp delSp modSp add mod">
        <pc:chgData name="Ashok Gopalakrishnan" userId="d8b748a0ad7c7b3a" providerId="LiveId" clId="{59FD0868-84F1-432F-883D-B36E85A19EB2}" dt="2026-06-22T05:32:18.210" v="530" actId="207"/>
        <pc:sldMkLst>
          <pc:docMk/>
          <pc:sldMk cId="2670820706" sldId="266"/>
        </pc:sldMkLst>
        <pc:spChg chg="del">
          <ac:chgData name="Ashok Gopalakrishnan" userId="d8b748a0ad7c7b3a" providerId="LiveId" clId="{59FD0868-84F1-432F-883D-B36E85A19EB2}" dt="2026-06-22T05:25:51.407" v="449" actId="478"/>
          <ac:spMkLst>
            <pc:docMk/>
            <pc:sldMk cId="2670820706" sldId="266"/>
            <ac:spMk id="5" creationId="{078B6C26-9159-1DF9-2506-12E786E8DD36}"/>
          </ac:spMkLst>
        </pc:spChg>
        <pc:spChg chg="add mod">
          <ac:chgData name="Ashok Gopalakrishnan" userId="d8b748a0ad7c7b3a" providerId="LiveId" clId="{59FD0868-84F1-432F-883D-B36E85A19EB2}" dt="2026-06-22T05:27:50.885" v="493" actId="1076"/>
          <ac:spMkLst>
            <pc:docMk/>
            <pc:sldMk cId="2670820706" sldId="266"/>
            <ac:spMk id="6" creationId="{92D6EE19-0D3E-5212-3E56-C607B3F432FC}"/>
          </ac:spMkLst>
        </pc:spChg>
        <pc:spChg chg="add mod">
          <ac:chgData name="Ashok Gopalakrishnan" userId="d8b748a0ad7c7b3a" providerId="LiveId" clId="{59FD0868-84F1-432F-883D-B36E85A19EB2}" dt="2026-06-22T05:32:18.210" v="530" actId="207"/>
          <ac:spMkLst>
            <pc:docMk/>
            <pc:sldMk cId="2670820706" sldId="266"/>
            <ac:spMk id="8" creationId="{23D43F84-318F-5EF3-5FBD-0FE8DF80CCA6}"/>
          </ac:spMkLst>
        </pc:spChg>
        <pc:graphicFrameChg chg="del">
          <ac:chgData name="Ashok Gopalakrishnan" userId="d8b748a0ad7c7b3a" providerId="LiveId" clId="{59FD0868-84F1-432F-883D-B36E85A19EB2}" dt="2026-06-22T05:25:48.390" v="448" actId="478"/>
          <ac:graphicFrameMkLst>
            <pc:docMk/>
            <pc:sldMk cId="2670820706" sldId="266"/>
            <ac:graphicFrameMk id="3" creationId="{F9F0B6B7-EDA4-B604-2709-940F1139FFC8}"/>
          </ac:graphicFrameMkLst>
        </pc:graphicFrameChg>
      </pc:sldChg>
      <pc:sldChg chg="addSp delSp modSp add mod">
        <pc:chgData name="Ashok Gopalakrishnan" userId="d8b748a0ad7c7b3a" providerId="LiveId" clId="{59FD0868-84F1-432F-883D-B36E85A19EB2}" dt="2026-06-22T06:39:34.296" v="565" actId="1076"/>
        <pc:sldMkLst>
          <pc:docMk/>
          <pc:sldMk cId="244739178" sldId="267"/>
        </pc:sldMkLst>
        <pc:spChg chg="add mod">
          <ac:chgData name="Ashok Gopalakrishnan" userId="d8b748a0ad7c7b3a" providerId="LiveId" clId="{59FD0868-84F1-432F-883D-B36E85A19EB2}" dt="2026-06-22T06:36:05.663" v="540" actId="207"/>
          <ac:spMkLst>
            <pc:docMk/>
            <pc:sldMk cId="244739178" sldId="267"/>
            <ac:spMk id="4" creationId="{B0BB7BD8-F93A-FA27-0F0D-A39AD014E37B}"/>
          </ac:spMkLst>
        </pc:spChg>
        <pc:spChg chg="del">
          <ac:chgData name="Ashok Gopalakrishnan" userId="d8b748a0ad7c7b3a" providerId="LiveId" clId="{59FD0868-84F1-432F-883D-B36E85A19EB2}" dt="2026-06-22T05:32:35.453" v="533" actId="478"/>
          <ac:spMkLst>
            <pc:docMk/>
            <pc:sldMk cId="244739178" sldId="267"/>
            <ac:spMk id="6" creationId="{5279C26B-2C14-E1F9-2685-FED51BF9ED09}"/>
          </ac:spMkLst>
        </pc:spChg>
        <pc:spChg chg="add mod">
          <ac:chgData name="Ashok Gopalakrishnan" userId="d8b748a0ad7c7b3a" providerId="LiveId" clId="{59FD0868-84F1-432F-883D-B36E85A19EB2}" dt="2026-06-22T06:39:29.607" v="564" actId="1076"/>
          <ac:spMkLst>
            <pc:docMk/>
            <pc:sldMk cId="244739178" sldId="267"/>
            <ac:spMk id="7" creationId="{40A0911B-87B6-0BE6-82EE-EF694A983194}"/>
          </ac:spMkLst>
        </pc:spChg>
        <pc:spChg chg="del">
          <ac:chgData name="Ashok Gopalakrishnan" userId="d8b748a0ad7c7b3a" providerId="LiveId" clId="{59FD0868-84F1-432F-883D-B36E85A19EB2}" dt="2026-06-22T05:32:33.074" v="532" actId="478"/>
          <ac:spMkLst>
            <pc:docMk/>
            <pc:sldMk cId="244739178" sldId="267"/>
            <ac:spMk id="8" creationId="{86BC08FE-BD45-5EE5-ACDE-DD9FFD81EA03}"/>
          </ac:spMkLst>
        </pc:spChg>
        <pc:spChg chg="add mod">
          <ac:chgData name="Ashok Gopalakrishnan" userId="d8b748a0ad7c7b3a" providerId="LiveId" clId="{59FD0868-84F1-432F-883D-B36E85A19EB2}" dt="2026-06-22T06:39:34.296" v="565" actId="1076"/>
          <ac:spMkLst>
            <pc:docMk/>
            <pc:sldMk cId="244739178" sldId="267"/>
            <ac:spMk id="10" creationId="{85123518-DE69-7CE5-2961-893D8F332F5E}"/>
          </ac:spMkLst>
        </pc:spChg>
      </pc:sldChg>
      <pc:sldChg chg="addSp delSp modSp add mod">
        <pc:chgData name="Ashok Gopalakrishnan" userId="d8b748a0ad7c7b3a" providerId="LiveId" clId="{59FD0868-84F1-432F-883D-B36E85A19EB2}" dt="2026-06-22T06:45:22.424" v="697" actId="1076"/>
        <pc:sldMkLst>
          <pc:docMk/>
          <pc:sldMk cId="2663894101" sldId="268"/>
        </pc:sldMkLst>
        <pc:spChg chg="mod">
          <ac:chgData name="Ashok Gopalakrishnan" userId="d8b748a0ad7c7b3a" providerId="LiveId" clId="{59FD0868-84F1-432F-883D-B36E85A19EB2}" dt="2026-06-22T06:42:22.720" v="590" actId="1076"/>
          <ac:spMkLst>
            <pc:docMk/>
            <pc:sldMk cId="2663894101" sldId="268"/>
            <ac:spMk id="2" creationId="{12A87622-2046-DD11-9356-ACAE493576AE}"/>
          </ac:spMkLst>
        </pc:spChg>
        <pc:spChg chg="del">
          <ac:chgData name="Ashok Gopalakrishnan" userId="d8b748a0ad7c7b3a" providerId="LiveId" clId="{59FD0868-84F1-432F-883D-B36E85A19EB2}" dt="2026-06-22T06:39:48.344" v="569" actId="478"/>
          <ac:spMkLst>
            <pc:docMk/>
            <pc:sldMk cId="2663894101" sldId="268"/>
            <ac:spMk id="4" creationId="{134706E1-6375-DD59-E3CB-98C39CD247A3}"/>
          </ac:spMkLst>
        </pc:spChg>
        <pc:spChg chg="add mod">
          <ac:chgData name="Ashok Gopalakrishnan" userId="d8b748a0ad7c7b3a" providerId="LiveId" clId="{59FD0868-84F1-432F-883D-B36E85A19EB2}" dt="2026-06-22T06:42:51.151" v="595" actId="1076"/>
          <ac:spMkLst>
            <pc:docMk/>
            <pc:sldMk cId="2663894101" sldId="268"/>
            <ac:spMk id="5" creationId="{2509DFE2-E27F-107F-C6A9-31D103D3FF25}"/>
          </ac:spMkLst>
        </pc:spChg>
        <pc:spChg chg="del">
          <ac:chgData name="Ashok Gopalakrishnan" userId="d8b748a0ad7c7b3a" providerId="LiveId" clId="{59FD0868-84F1-432F-883D-B36E85A19EB2}" dt="2026-06-22T06:39:43.598" v="567" actId="478"/>
          <ac:spMkLst>
            <pc:docMk/>
            <pc:sldMk cId="2663894101" sldId="268"/>
            <ac:spMk id="7" creationId="{718CD9AC-62FE-A299-CB2D-889311E66A42}"/>
          </ac:spMkLst>
        </pc:spChg>
        <pc:spChg chg="add mod">
          <ac:chgData name="Ashok Gopalakrishnan" userId="d8b748a0ad7c7b3a" providerId="LiveId" clId="{59FD0868-84F1-432F-883D-B36E85A19EB2}" dt="2026-06-22T06:43:17.633" v="600" actId="14100"/>
          <ac:spMkLst>
            <pc:docMk/>
            <pc:sldMk cId="2663894101" sldId="268"/>
            <ac:spMk id="8" creationId="{1AA09C72-C97B-9132-7841-81B3024ED603}"/>
          </ac:spMkLst>
        </pc:spChg>
        <pc:spChg chg="add mod">
          <ac:chgData name="Ashok Gopalakrishnan" userId="d8b748a0ad7c7b3a" providerId="LiveId" clId="{59FD0868-84F1-432F-883D-B36E85A19EB2}" dt="2026-06-22T06:44:27.254" v="651" actId="1076"/>
          <ac:spMkLst>
            <pc:docMk/>
            <pc:sldMk cId="2663894101" sldId="268"/>
            <ac:spMk id="9" creationId="{EC42B614-673A-685A-22B9-88FB3B3C8186}"/>
          </ac:spMkLst>
        </pc:spChg>
        <pc:spChg chg="del">
          <ac:chgData name="Ashok Gopalakrishnan" userId="d8b748a0ad7c7b3a" providerId="LiveId" clId="{59FD0868-84F1-432F-883D-B36E85A19EB2}" dt="2026-06-22T06:39:46.188" v="568" actId="478"/>
          <ac:spMkLst>
            <pc:docMk/>
            <pc:sldMk cId="2663894101" sldId="268"/>
            <ac:spMk id="10" creationId="{63CC45C1-7708-1002-5644-8529CB4B0C32}"/>
          </ac:spMkLst>
        </pc:spChg>
        <pc:spChg chg="add mod">
          <ac:chgData name="Ashok Gopalakrishnan" userId="d8b748a0ad7c7b3a" providerId="LiveId" clId="{59FD0868-84F1-432F-883D-B36E85A19EB2}" dt="2026-06-22T06:45:22.424" v="697" actId="1076"/>
          <ac:spMkLst>
            <pc:docMk/>
            <pc:sldMk cId="2663894101" sldId="268"/>
            <ac:spMk id="11" creationId="{D2ECEB37-DA58-0D4F-A08F-CF37F2D5B913}"/>
          </ac:spMkLst>
        </pc:spChg>
      </pc:sldChg>
      <pc:sldChg chg="addSp delSp modSp add mod">
        <pc:chgData name="Ashok Gopalakrishnan" userId="d8b748a0ad7c7b3a" providerId="LiveId" clId="{59FD0868-84F1-432F-883D-B36E85A19EB2}" dt="2026-06-22T06:52:08.427" v="787" actId="20577"/>
        <pc:sldMkLst>
          <pc:docMk/>
          <pc:sldMk cId="1751933126" sldId="269"/>
        </pc:sldMkLst>
        <pc:spChg chg="add mod">
          <ac:chgData name="Ashok Gopalakrishnan" userId="d8b748a0ad7c7b3a" providerId="LiveId" clId="{59FD0868-84F1-432F-883D-B36E85A19EB2}" dt="2026-06-22T06:50:33.218" v="734" actId="207"/>
          <ac:spMkLst>
            <pc:docMk/>
            <pc:sldMk cId="1751933126" sldId="269"/>
            <ac:spMk id="4" creationId="{38AC775E-97EC-F2D5-B53D-6AAEB3013A5F}"/>
          </ac:spMkLst>
        </pc:spChg>
        <pc:spChg chg="mod">
          <ac:chgData name="Ashok Gopalakrishnan" userId="d8b748a0ad7c7b3a" providerId="LiveId" clId="{59FD0868-84F1-432F-883D-B36E85A19EB2}" dt="2026-06-22T06:48:41.060" v="718" actId="6549"/>
          <ac:spMkLst>
            <pc:docMk/>
            <pc:sldMk cId="1751933126" sldId="269"/>
            <ac:spMk id="5" creationId="{73951F26-5721-A77B-AB13-942578DF14B8}"/>
          </ac:spMkLst>
        </pc:spChg>
        <pc:spChg chg="add mod">
          <ac:chgData name="Ashok Gopalakrishnan" userId="d8b748a0ad7c7b3a" providerId="LiveId" clId="{59FD0868-84F1-432F-883D-B36E85A19EB2}" dt="2026-06-22T06:50:53.361" v="736" actId="1076"/>
          <ac:spMkLst>
            <pc:docMk/>
            <pc:sldMk cId="1751933126" sldId="269"/>
            <ac:spMk id="6" creationId="{FEAFA623-9652-827B-EAD3-702989F19C62}"/>
          </ac:spMkLst>
        </pc:spChg>
        <pc:spChg chg="add mod">
          <ac:chgData name="Ashok Gopalakrishnan" userId="d8b748a0ad7c7b3a" providerId="LiveId" clId="{59FD0868-84F1-432F-883D-B36E85A19EB2}" dt="2026-06-22T06:52:08.427" v="787" actId="20577"/>
          <ac:spMkLst>
            <pc:docMk/>
            <pc:sldMk cId="1751933126" sldId="269"/>
            <ac:spMk id="7" creationId="{78C8FDD6-1418-0585-D326-6A3FC0D90555}"/>
          </ac:spMkLst>
        </pc:spChg>
        <pc:spChg chg="del">
          <ac:chgData name="Ashok Gopalakrishnan" userId="d8b748a0ad7c7b3a" providerId="LiveId" clId="{59FD0868-84F1-432F-883D-B36E85A19EB2}" dt="2026-06-22T06:45:46.066" v="699" actId="478"/>
          <ac:spMkLst>
            <pc:docMk/>
            <pc:sldMk cId="1751933126" sldId="269"/>
            <ac:spMk id="8" creationId="{B784DB78-67E4-B2E4-25CE-EF73AC9FA2C9}"/>
          </ac:spMkLst>
        </pc:spChg>
        <pc:spChg chg="mod">
          <ac:chgData name="Ashok Gopalakrishnan" userId="d8b748a0ad7c7b3a" providerId="LiveId" clId="{59FD0868-84F1-432F-883D-B36E85A19EB2}" dt="2026-06-22T06:47:57.012" v="715" actId="1076"/>
          <ac:spMkLst>
            <pc:docMk/>
            <pc:sldMk cId="1751933126" sldId="269"/>
            <ac:spMk id="9" creationId="{8A2E1977-A374-79E7-D858-E1964FB0CF50}"/>
          </ac:spMkLst>
        </pc:spChg>
        <pc:spChg chg="mod">
          <ac:chgData name="Ashok Gopalakrishnan" userId="d8b748a0ad7c7b3a" providerId="LiveId" clId="{59FD0868-84F1-432F-883D-B36E85A19EB2}" dt="2026-06-22T06:47:52.019" v="714" actId="1076"/>
          <ac:spMkLst>
            <pc:docMk/>
            <pc:sldMk cId="1751933126" sldId="269"/>
            <ac:spMk id="11" creationId="{D5DF267C-F1CC-133C-B030-1B627B2BDD67}"/>
          </ac:spMkLst>
        </pc:spChg>
      </pc:sldChg>
      <pc:sldChg chg="addSp delSp modSp add mod">
        <pc:chgData name="Ashok Gopalakrishnan" userId="d8b748a0ad7c7b3a" providerId="LiveId" clId="{59FD0868-84F1-432F-883D-B36E85A19EB2}" dt="2026-06-22T06:56:24.533" v="808" actId="1076"/>
        <pc:sldMkLst>
          <pc:docMk/>
          <pc:sldMk cId="3443447465" sldId="270"/>
        </pc:sldMkLst>
        <pc:spChg chg="add del">
          <ac:chgData name="Ashok Gopalakrishnan" userId="d8b748a0ad7c7b3a" providerId="LiveId" clId="{59FD0868-84F1-432F-883D-B36E85A19EB2}" dt="2026-06-22T06:49:40.526" v="722" actId="478"/>
          <ac:spMkLst>
            <pc:docMk/>
            <pc:sldMk cId="3443447465" sldId="270"/>
            <ac:spMk id="4" creationId="{749F25C3-7658-8A9C-087B-C643EE1D3C7B}"/>
          </ac:spMkLst>
        </pc:spChg>
        <pc:spChg chg="del">
          <ac:chgData name="Ashok Gopalakrishnan" userId="d8b748a0ad7c7b3a" providerId="LiveId" clId="{59FD0868-84F1-432F-883D-B36E85A19EB2}" dt="2026-06-22T06:48:54.994" v="720" actId="478"/>
          <ac:spMkLst>
            <pc:docMk/>
            <pc:sldMk cId="3443447465" sldId="270"/>
            <ac:spMk id="5" creationId="{E4D519CC-F086-4249-73AE-B7E5EAAF41D5}"/>
          </ac:spMkLst>
        </pc:spChg>
        <pc:spChg chg="add mod">
          <ac:chgData name="Ashok Gopalakrishnan" userId="d8b748a0ad7c7b3a" providerId="LiveId" clId="{59FD0868-84F1-432F-883D-B36E85A19EB2}" dt="2026-06-22T06:54:39.992" v="801" actId="207"/>
          <ac:spMkLst>
            <pc:docMk/>
            <pc:sldMk cId="3443447465" sldId="270"/>
            <ac:spMk id="7" creationId="{9F37B84E-EB82-3ACF-EE12-E0DB1CF60944}"/>
          </ac:spMkLst>
        </pc:spChg>
        <pc:spChg chg="add mod">
          <ac:chgData name="Ashok Gopalakrishnan" userId="d8b748a0ad7c7b3a" providerId="LiveId" clId="{59FD0868-84F1-432F-883D-B36E85A19EB2}" dt="2026-06-22T06:54:59.837" v="803" actId="14100"/>
          <ac:spMkLst>
            <pc:docMk/>
            <pc:sldMk cId="3443447465" sldId="270"/>
            <ac:spMk id="10" creationId="{18C9FE0D-E448-909F-BE78-8C30B53B3DDD}"/>
          </ac:spMkLst>
        </pc:spChg>
        <pc:spChg chg="add mod">
          <ac:chgData name="Ashok Gopalakrishnan" userId="d8b748a0ad7c7b3a" providerId="LiveId" clId="{59FD0868-84F1-432F-883D-B36E85A19EB2}" dt="2026-06-22T06:56:24.533" v="808" actId="1076"/>
          <ac:spMkLst>
            <pc:docMk/>
            <pc:sldMk cId="3443447465" sldId="270"/>
            <ac:spMk id="13" creationId="{9851B68C-1785-3518-5BF5-663EEE01E215}"/>
          </ac:spMkLst>
        </pc:spChg>
      </pc:sldChg>
      <pc:sldChg chg="addSp delSp modSp add mod">
        <pc:chgData name="Ashok Gopalakrishnan" userId="d8b748a0ad7c7b3a" providerId="LiveId" clId="{59FD0868-84F1-432F-883D-B36E85A19EB2}" dt="2026-06-22T07:07:31.098" v="869" actId="207"/>
        <pc:sldMkLst>
          <pc:docMk/>
          <pc:sldMk cId="1935213277" sldId="271"/>
        </pc:sldMkLst>
        <pc:spChg chg="add mod">
          <ac:chgData name="Ashok Gopalakrishnan" userId="d8b748a0ad7c7b3a" providerId="LiveId" clId="{59FD0868-84F1-432F-883D-B36E85A19EB2}" dt="2026-06-22T06:58:28.769" v="829" actId="207"/>
          <ac:spMkLst>
            <pc:docMk/>
            <pc:sldMk cId="1935213277" sldId="271"/>
            <ac:spMk id="4" creationId="{C11699E4-D829-92D3-355A-10BA67EB2C6D}"/>
          </ac:spMkLst>
        </pc:spChg>
        <pc:spChg chg="add del">
          <ac:chgData name="Ashok Gopalakrishnan" userId="d8b748a0ad7c7b3a" providerId="LiveId" clId="{59FD0868-84F1-432F-883D-B36E85A19EB2}" dt="2026-06-22T07:01:00.958" v="832" actId="478"/>
          <ac:spMkLst>
            <pc:docMk/>
            <pc:sldMk cId="1935213277" sldId="271"/>
            <ac:spMk id="6" creationId="{9F5ABE78-AF9E-9698-5DB5-FB8CF31D1883}"/>
          </ac:spMkLst>
        </pc:spChg>
        <pc:spChg chg="del">
          <ac:chgData name="Ashok Gopalakrishnan" userId="d8b748a0ad7c7b3a" providerId="LiveId" clId="{59FD0868-84F1-432F-883D-B36E85A19EB2}" dt="2026-06-22T06:56:48.726" v="811" actId="478"/>
          <ac:spMkLst>
            <pc:docMk/>
            <pc:sldMk cId="1935213277" sldId="271"/>
            <ac:spMk id="7" creationId="{DF179C6A-EFED-4DBE-A3AA-A7FB36E089EE}"/>
          </ac:spMkLst>
        </pc:spChg>
        <pc:spChg chg="del">
          <ac:chgData name="Ashok Gopalakrishnan" userId="d8b748a0ad7c7b3a" providerId="LiveId" clId="{59FD0868-84F1-432F-883D-B36E85A19EB2}" dt="2026-06-22T06:56:54.398" v="813" actId="478"/>
          <ac:spMkLst>
            <pc:docMk/>
            <pc:sldMk cId="1935213277" sldId="271"/>
            <ac:spMk id="9" creationId="{B1F97767-2C9A-3C9D-7A26-625A49996622}"/>
          </ac:spMkLst>
        </pc:spChg>
        <pc:spChg chg="del">
          <ac:chgData name="Ashok Gopalakrishnan" userId="d8b748a0ad7c7b3a" providerId="LiveId" clId="{59FD0868-84F1-432F-883D-B36E85A19EB2}" dt="2026-06-22T06:56:46.525" v="810" actId="478"/>
          <ac:spMkLst>
            <pc:docMk/>
            <pc:sldMk cId="1935213277" sldId="271"/>
            <ac:spMk id="10" creationId="{2ED18A6D-A461-426F-B7DE-0C621E7E0AD2}"/>
          </ac:spMkLst>
        </pc:spChg>
        <pc:spChg chg="del">
          <ac:chgData name="Ashok Gopalakrishnan" userId="d8b748a0ad7c7b3a" providerId="LiveId" clId="{59FD0868-84F1-432F-883D-B36E85A19EB2}" dt="2026-06-22T06:56:51.478" v="812" actId="478"/>
          <ac:spMkLst>
            <pc:docMk/>
            <pc:sldMk cId="1935213277" sldId="271"/>
            <ac:spMk id="11" creationId="{646B40D7-5848-306A-F1C6-4E47F599CE3D}"/>
          </ac:spMkLst>
        </pc:spChg>
        <pc:spChg chg="add del mod">
          <ac:chgData name="Ashok Gopalakrishnan" userId="d8b748a0ad7c7b3a" providerId="LiveId" clId="{59FD0868-84F1-432F-883D-B36E85A19EB2}" dt="2026-06-22T07:03:07.965" v="845" actId="478"/>
          <ac:spMkLst>
            <pc:docMk/>
            <pc:sldMk cId="1935213277" sldId="271"/>
            <ac:spMk id="12" creationId="{9E449E76-E762-6B7E-1271-461E150D038F}"/>
          </ac:spMkLst>
        </pc:spChg>
        <pc:spChg chg="del">
          <ac:chgData name="Ashok Gopalakrishnan" userId="d8b748a0ad7c7b3a" providerId="LiveId" clId="{59FD0868-84F1-432F-883D-B36E85A19EB2}" dt="2026-06-22T06:56:56.599" v="814" actId="478"/>
          <ac:spMkLst>
            <pc:docMk/>
            <pc:sldMk cId="1935213277" sldId="271"/>
            <ac:spMk id="13" creationId="{D8DC94A0-CA89-5774-2EF7-23CDCE557344}"/>
          </ac:spMkLst>
        </pc:spChg>
        <pc:spChg chg="add del">
          <ac:chgData name="Ashok Gopalakrishnan" userId="d8b748a0ad7c7b3a" providerId="LiveId" clId="{59FD0868-84F1-432F-883D-B36E85A19EB2}" dt="2026-06-22T07:03:03.597" v="844" actId="478"/>
          <ac:spMkLst>
            <pc:docMk/>
            <pc:sldMk cId="1935213277" sldId="271"/>
            <ac:spMk id="15" creationId="{D799FFE2-C213-1BC8-1785-47F1D850BB7F}"/>
          </ac:spMkLst>
        </pc:spChg>
        <pc:spChg chg="add mod">
          <ac:chgData name="Ashok Gopalakrishnan" userId="d8b748a0ad7c7b3a" providerId="LiveId" clId="{59FD0868-84F1-432F-883D-B36E85A19EB2}" dt="2026-06-22T07:06:26.380" v="853" actId="1076"/>
          <ac:spMkLst>
            <pc:docMk/>
            <pc:sldMk cId="1935213277" sldId="271"/>
            <ac:spMk id="17" creationId="{38C16B99-A344-767D-8313-FDAF54F3044D}"/>
          </ac:spMkLst>
        </pc:spChg>
        <pc:spChg chg="add mod">
          <ac:chgData name="Ashok Gopalakrishnan" userId="d8b748a0ad7c7b3a" providerId="LiveId" clId="{59FD0868-84F1-432F-883D-B36E85A19EB2}" dt="2026-06-22T07:07:31.098" v="869" actId="207"/>
          <ac:spMkLst>
            <pc:docMk/>
            <pc:sldMk cId="1935213277" sldId="271"/>
            <ac:spMk id="19" creationId="{E2B655BC-E839-B42E-219B-83082DAEE41B}"/>
          </ac:spMkLst>
        </pc:spChg>
      </pc:sldChg>
      <pc:sldChg chg="addSp delSp modSp add mod">
        <pc:chgData name="Ashok Gopalakrishnan" userId="d8b748a0ad7c7b3a" providerId="LiveId" clId="{59FD0868-84F1-432F-883D-B36E85A19EB2}" dt="2026-06-22T07:13:32.364" v="889" actId="1076"/>
        <pc:sldMkLst>
          <pc:docMk/>
          <pc:sldMk cId="495879869" sldId="272"/>
        </pc:sldMkLst>
        <pc:spChg chg="del">
          <ac:chgData name="Ashok Gopalakrishnan" userId="d8b748a0ad7c7b3a" providerId="LiveId" clId="{59FD0868-84F1-432F-883D-B36E85A19EB2}" dt="2026-06-22T07:07:57.224" v="872" actId="478"/>
          <ac:spMkLst>
            <pc:docMk/>
            <pc:sldMk cId="495879869" sldId="272"/>
            <ac:spMk id="4" creationId="{B104A463-3D2C-5DDE-61B1-453CEF2B323B}"/>
          </ac:spMkLst>
        </pc:spChg>
        <pc:spChg chg="add mod">
          <ac:chgData name="Ashok Gopalakrishnan" userId="d8b748a0ad7c7b3a" providerId="LiveId" clId="{59FD0868-84F1-432F-883D-B36E85A19EB2}" dt="2026-06-22T07:13:32.364" v="889" actId="1076"/>
          <ac:spMkLst>
            <pc:docMk/>
            <pc:sldMk cId="495879869" sldId="272"/>
            <ac:spMk id="7" creationId="{4D057FB0-07B4-4FBC-19F5-D49B6554D752}"/>
          </ac:spMkLst>
        </pc:spChg>
        <pc:spChg chg="del">
          <ac:chgData name="Ashok Gopalakrishnan" userId="d8b748a0ad7c7b3a" providerId="LiveId" clId="{59FD0868-84F1-432F-883D-B36E85A19EB2}" dt="2026-06-22T07:07:55.145" v="871" actId="478"/>
          <ac:spMkLst>
            <pc:docMk/>
            <pc:sldMk cId="495879869" sldId="272"/>
            <ac:spMk id="17" creationId="{9CDA53A1-7DFF-87F5-8A28-C7A8A13A89E5}"/>
          </ac:spMkLst>
        </pc:spChg>
        <pc:spChg chg="del">
          <ac:chgData name="Ashok Gopalakrishnan" userId="d8b748a0ad7c7b3a" providerId="LiveId" clId="{59FD0868-84F1-432F-883D-B36E85A19EB2}" dt="2026-06-22T07:07:59.265" v="873" actId="478"/>
          <ac:spMkLst>
            <pc:docMk/>
            <pc:sldMk cId="495879869" sldId="272"/>
            <ac:spMk id="19" creationId="{29D2E848-0C42-A5DC-8CCB-4E317153324C}"/>
          </ac:spMkLst>
        </pc:spChg>
        <pc:picChg chg="add mod">
          <ac:chgData name="Ashok Gopalakrishnan" userId="d8b748a0ad7c7b3a" providerId="LiveId" clId="{59FD0868-84F1-432F-883D-B36E85A19EB2}" dt="2026-06-22T07:12:14.750" v="877" actId="1076"/>
          <ac:picMkLst>
            <pc:docMk/>
            <pc:sldMk cId="495879869" sldId="272"/>
            <ac:picMk id="5" creationId="{5EA0B98B-C18A-346F-116C-17330C87142E}"/>
          </ac:picMkLst>
        </pc:picChg>
      </pc:sldChg>
      <pc:sldChg chg="addSp delSp modSp add mod">
        <pc:chgData name="Ashok Gopalakrishnan" userId="d8b748a0ad7c7b3a" providerId="LiveId" clId="{59FD0868-84F1-432F-883D-B36E85A19EB2}" dt="2026-06-22T07:16:58.102" v="927" actId="207"/>
        <pc:sldMkLst>
          <pc:docMk/>
          <pc:sldMk cId="4216810531" sldId="273"/>
        </pc:sldMkLst>
        <pc:spChg chg="del">
          <ac:chgData name="Ashok Gopalakrishnan" userId="d8b748a0ad7c7b3a" providerId="LiveId" clId="{59FD0868-84F1-432F-883D-B36E85A19EB2}" dt="2026-06-22T07:13:46.694" v="892" actId="478"/>
          <ac:spMkLst>
            <pc:docMk/>
            <pc:sldMk cId="4216810531" sldId="273"/>
            <ac:spMk id="7" creationId="{0D434BA6-FFD5-84C0-93E8-6D1D104C3AE3}"/>
          </ac:spMkLst>
        </pc:spChg>
        <pc:spChg chg="add mod">
          <ac:chgData name="Ashok Gopalakrishnan" userId="d8b748a0ad7c7b3a" providerId="LiveId" clId="{59FD0868-84F1-432F-883D-B36E85A19EB2}" dt="2026-06-22T07:16:58.102" v="927" actId="207"/>
          <ac:spMkLst>
            <pc:docMk/>
            <pc:sldMk cId="4216810531" sldId="273"/>
            <ac:spMk id="8" creationId="{B00378C6-9087-5019-F117-071DA14E2EB9}"/>
          </ac:spMkLst>
        </pc:spChg>
        <pc:picChg chg="add mod">
          <ac:chgData name="Ashok Gopalakrishnan" userId="d8b748a0ad7c7b3a" providerId="LiveId" clId="{59FD0868-84F1-432F-883D-B36E85A19EB2}" dt="2026-06-22T07:14:23.852" v="895" actId="1076"/>
          <ac:picMkLst>
            <pc:docMk/>
            <pc:sldMk cId="4216810531" sldId="273"/>
            <ac:picMk id="4" creationId="{7B7CB3F7-07D9-F029-0CD8-605AF10E0E6A}"/>
          </ac:picMkLst>
        </pc:picChg>
        <pc:picChg chg="del">
          <ac:chgData name="Ashok Gopalakrishnan" userId="d8b748a0ad7c7b3a" providerId="LiveId" clId="{59FD0868-84F1-432F-883D-B36E85A19EB2}" dt="2026-06-22T07:13:43.866" v="891" actId="478"/>
          <ac:picMkLst>
            <pc:docMk/>
            <pc:sldMk cId="4216810531" sldId="273"/>
            <ac:picMk id="5" creationId="{0DC88171-C587-A981-CF1D-F30C6CFA9C71}"/>
          </ac:picMkLst>
        </pc:picChg>
      </pc:sldChg>
      <pc:sldChg chg="addSp delSp modSp add mod">
        <pc:chgData name="Ashok Gopalakrishnan" userId="d8b748a0ad7c7b3a" providerId="LiveId" clId="{59FD0868-84F1-432F-883D-B36E85A19EB2}" dt="2026-06-22T07:24:34.954" v="974" actId="207"/>
        <pc:sldMkLst>
          <pc:docMk/>
          <pc:sldMk cId="1542335548" sldId="274"/>
        </pc:sldMkLst>
        <pc:spChg chg="add mod">
          <ac:chgData name="Ashok Gopalakrishnan" userId="d8b748a0ad7c7b3a" providerId="LiveId" clId="{59FD0868-84F1-432F-883D-B36E85A19EB2}" dt="2026-06-22T07:22:16.931" v="942" actId="20577"/>
          <ac:spMkLst>
            <pc:docMk/>
            <pc:sldMk cId="1542335548" sldId="274"/>
            <ac:spMk id="5" creationId="{D6E01C54-FC40-5EE3-A841-A1777AE2B2B9}"/>
          </ac:spMkLst>
        </pc:spChg>
        <pc:spChg chg="add mod">
          <ac:chgData name="Ashok Gopalakrishnan" userId="d8b748a0ad7c7b3a" providerId="LiveId" clId="{59FD0868-84F1-432F-883D-B36E85A19EB2}" dt="2026-06-22T07:24:34.954" v="974" actId="207"/>
          <ac:spMkLst>
            <pc:docMk/>
            <pc:sldMk cId="1542335548" sldId="274"/>
            <ac:spMk id="7" creationId="{69416085-9774-D191-1B2F-D54A52701DC9}"/>
          </ac:spMkLst>
        </pc:spChg>
        <pc:spChg chg="del">
          <ac:chgData name="Ashok Gopalakrishnan" userId="d8b748a0ad7c7b3a" providerId="LiveId" clId="{59FD0868-84F1-432F-883D-B36E85A19EB2}" dt="2026-06-22T07:18:30.868" v="930" actId="478"/>
          <ac:spMkLst>
            <pc:docMk/>
            <pc:sldMk cId="1542335548" sldId="274"/>
            <ac:spMk id="8" creationId="{44B395B1-CC7D-40FE-90CD-A1D538E34976}"/>
          </ac:spMkLst>
        </pc:spChg>
        <pc:picChg chg="del">
          <ac:chgData name="Ashok Gopalakrishnan" userId="d8b748a0ad7c7b3a" providerId="LiveId" clId="{59FD0868-84F1-432F-883D-B36E85A19EB2}" dt="2026-06-22T07:18:28.302" v="929" actId="478"/>
          <ac:picMkLst>
            <pc:docMk/>
            <pc:sldMk cId="1542335548" sldId="274"/>
            <ac:picMk id="4" creationId="{6938754D-08C6-082B-7E0D-19CD558B1ECA}"/>
          </ac:picMkLst>
        </pc:picChg>
      </pc:sldChg>
      <pc:sldChg chg="addSp delSp modSp add mod">
        <pc:chgData name="Ashok Gopalakrishnan" userId="d8b748a0ad7c7b3a" providerId="LiveId" clId="{59FD0868-84F1-432F-883D-B36E85A19EB2}" dt="2026-06-22T07:32:51.849" v="1073" actId="207"/>
        <pc:sldMkLst>
          <pc:docMk/>
          <pc:sldMk cId="2367919017" sldId="275"/>
        </pc:sldMkLst>
        <pc:spChg chg="mod">
          <ac:chgData name="Ashok Gopalakrishnan" userId="d8b748a0ad7c7b3a" providerId="LiveId" clId="{59FD0868-84F1-432F-883D-B36E85A19EB2}" dt="2026-06-22T07:30:39.698" v="1010" actId="1076"/>
          <ac:spMkLst>
            <pc:docMk/>
            <pc:sldMk cId="2367919017" sldId="275"/>
            <ac:spMk id="5" creationId="{2C9849CA-987F-52BF-F820-B8658860175A}"/>
          </ac:spMkLst>
        </pc:spChg>
        <pc:spChg chg="del">
          <ac:chgData name="Ashok Gopalakrishnan" userId="d8b748a0ad7c7b3a" providerId="LiveId" clId="{59FD0868-84F1-432F-883D-B36E85A19EB2}" dt="2026-06-22T07:25:06.239" v="976" actId="478"/>
          <ac:spMkLst>
            <pc:docMk/>
            <pc:sldMk cId="2367919017" sldId="275"/>
            <ac:spMk id="7" creationId="{9D6335FA-7D88-285E-C8C5-ED502B1F7928}"/>
          </ac:spMkLst>
        </pc:spChg>
        <pc:spChg chg="add mod">
          <ac:chgData name="Ashok Gopalakrishnan" userId="d8b748a0ad7c7b3a" providerId="LiveId" clId="{59FD0868-84F1-432F-883D-B36E85A19EB2}" dt="2026-06-22T07:31:03.098" v="1013" actId="207"/>
          <ac:spMkLst>
            <pc:docMk/>
            <pc:sldMk cId="2367919017" sldId="275"/>
            <ac:spMk id="8" creationId="{3D7BC4D3-B3D5-E953-F189-7CE0EDBE0961}"/>
          </ac:spMkLst>
        </pc:spChg>
        <pc:spChg chg="add mod">
          <ac:chgData name="Ashok Gopalakrishnan" userId="d8b748a0ad7c7b3a" providerId="LiveId" clId="{59FD0868-84F1-432F-883D-B36E85A19EB2}" dt="2026-06-22T07:32:51.849" v="1073" actId="207"/>
          <ac:spMkLst>
            <pc:docMk/>
            <pc:sldMk cId="2367919017" sldId="275"/>
            <ac:spMk id="9" creationId="{C8147AB8-B00D-6C04-001C-BB8D5A3880F9}"/>
          </ac:spMkLst>
        </pc:spChg>
        <pc:picChg chg="add mod">
          <ac:chgData name="Ashok Gopalakrishnan" userId="d8b748a0ad7c7b3a" providerId="LiveId" clId="{59FD0868-84F1-432F-883D-B36E85A19EB2}" dt="2026-06-22T07:28:15.033" v="984" actId="1076"/>
          <ac:picMkLst>
            <pc:docMk/>
            <pc:sldMk cId="2367919017" sldId="275"/>
            <ac:picMk id="4" creationId="{E386212A-74BA-3CB8-23BB-C5101D7157C9}"/>
          </ac:picMkLst>
        </pc:picChg>
      </pc:sldChg>
      <pc:sldChg chg="addSp delSp modSp add mod">
        <pc:chgData name="Ashok Gopalakrishnan" userId="d8b748a0ad7c7b3a" providerId="LiveId" clId="{59FD0868-84F1-432F-883D-B36E85A19EB2}" dt="2026-06-22T07:39:17.961" v="1089" actId="123"/>
        <pc:sldMkLst>
          <pc:docMk/>
          <pc:sldMk cId="1631787885" sldId="276"/>
        </pc:sldMkLst>
        <pc:spChg chg="del">
          <ac:chgData name="Ashok Gopalakrishnan" userId="d8b748a0ad7c7b3a" providerId="LiveId" clId="{59FD0868-84F1-432F-883D-B36E85A19EB2}" dt="2026-06-22T07:33:24.649" v="1076" actId="478"/>
          <ac:spMkLst>
            <pc:docMk/>
            <pc:sldMk cId="1631787885" sldId="276"/>
            <ac:spMk id="5" creationId="{4F99F8F5-1077-1B8F-BF07-B29DD8DBD47A}"/>
          </ac:spMkLst>
        </pc:spChg>
        <pc:spChg chg="del">
          <ac:chgData name="Ashok Gopalakrishnan" userId="d8b748a0ad7c7b3a" providerId="LiveId" clId="{59FD0868-84F1-432F-883D-B36E85A19EB2}" dt="2026-06-22T07:33:22.205" v="1075" actId="478"/>
          <ac:spMkLst>
            <pc:docMk/>
            <pc:sldMk cId="1631787885" sldId="276"/>
            <ac:spMk id="8" creationId="{1CBFFFE0-0BBE-6E27-B2EA-CAFD3494BB20}"/>
          </ac:spMkLst>
        </pc:spChg>
        <pc:spChg chg="add mod">
          <ac:chgData name="Ashok Gopalakrishnan" userId="d8b748a0ad7c7b3a" providerId="LiveId" clId="{59FD0868-84F1-432F-883D-B36E85A19EB2}" dt="2026-06-22T07:39:17.961" v="1089" actId="123"/>
          <ac:spMkLst>
            <pc:docMk/>
            <pc:sldMk cId="1631787885" sldId="276"/>
            <ac:spMk id="9" creationId="{350FEC33-F0B0-0C9C-8986-CFEEA63A5FAD}"/>
          </ac:spMkLst>
        </pc:spChg>
        <pc:picChg chg="del">
          <ac:chgData name="Ashok Gopalakrishnan" userId="d8b748a0ad7c7b3a" providerId="LiveId" clId="{59FD0868-84F1-432F-883D-B36E85A19EB2}" dt="2026-06-22T07:33:19.433" v="1074" actId="478"/>
          <ac:picMkLst>
            <pc:docMk/>
            <pc:sldMk cId="1631787885" sldId="276"/>
            <ac:picMk id="4" creationId="{6AAA9810-7853-2ABB-B113-66A6D169BBC7}"/>
          </ac:picMkLst>
        </pc:picChg>
        <pc:picChg chg="add mod">
          <ac:chgData name="Ashok Gopalakrishnan" userId="d8b748a0ad7c7b3a" providerId="LiveId" clId="{59FD0868-84F1-432F-883D-B36E85A19EB2}" dt="2026-06-22T07:36:56.465" v="1080" actId="14100"/>
          <ac:picMkLst>
            <pc:docMk/>
            <pc:sldMk cId="1631787885" sldId="276"/>
            <ac:picMk id="6" creationId="{C5CBA75D-6CBE-FEF9-F815-21D1E91E5D24}"/>
          </ac:picMkLst>
        </pc:picChg>
      </pc:sldChg>
      <pc:sldChg chg="addSp delSp modSp add mod">
        <pc:chgData name="Ashok Gopalakrishnan" userId="d8b748a0ad7c7b3a" providerId="LiveId" clId="{59FD0868-84F1-432F-883D-B36E85A19EB2}" dt="2026-06-22T07:43:25.756" v="1108" actId="14100"/>
        <pc:sldMkLst>
          <pc:docMk/>
          <pc:sldMk cId="681435908" sldId="277"/>
        </pc:sldMkLst>
        <pc:spChg chg="del">
          <ac:chgData name="Ashok Gopalakrishnan" userId="d8b748a0ad7c7b3a" providerId="LiveId" clId="{59FD0868-84F1-432F-883D-B36E85A19EB2}" dt="2026-06-22T07:39:40.669" v="1092" actId="478"/>
          <ac:spMkLst>
            <pc:docMk/>
            <pc:sldMk cId="681435908" sldId="277"/>
            <ac:spMk id="9" creationId="{7D72ED68-0476-4211-6473-054AA1795C80}"/>
          </ac:spMkLst>
        </pc:spChg>
        <pc:picChg chg="add mod">
          <ac:chgData name="Ashok Gopalakrishnan" userId="d8b748a0ad7c7b3a" providerId="LiveId" clId="{59FD0868-84F1-432F-883D-B36E85A19EB2}" dt="2026-06-22T07:43:25.756" v="1108" actId="14100"/>
          <ac:picMkLst>
            <pc:docMk/>
            <pc:sldMk cId="681435908" sldId="277"/>
            <ac:picMk id="4" creationId="{294D67B4-7116-9D4E-DD8C-7C72F4CDC9A4}"/>
          </ac:picMkLst>
        </pc:picChg>
        <pc:picChg chg="del">
          <ac:chgData name="Ashok Gopalakrishnan" userId="d8b748a0ad7c7b3a" providerId="LiveId" clId="{59FD0868-84F1-432F-883D-B36E85A19EB2}" dt="2026-06-22T07:39:38.716" v="1091" actId="478"/>
          <ac:picMkLst>
            <pc:docMk/>
            <pc:sldMk cId="681435908" sldId="277"/>
            <ac:picMk id="6" creationId="{973009B8-6D41-2163-D17C-84A655CBBD47}"/>
          </ac:picMkLst>
        </pc:picChg>
      </pc:sldChg>
      <pc:sldChg chg="addSp delSp modSp add mod">
        <pc:chgData name="Ashok Gopalakrishnan" userId="d8b748a0ad7c7b3a" providerId="LiveId" clId="{59FD0868-84F1-432F-883D-B36E85A19EB2}" dt="2026-06-22T07:40:55.255" v="1105" actId="207"/>
        <pc:sldMkLst>
          <pc:docMk/>
          <pc:sldMk cId="2772431374" sldId="278"/>
        </pc:sldMkLst>
        <pc:spChg chg="del">
          <ac:chgData name="Ashok Gopalakrishnan" userId="d8b748a0ad7c7b3a" providerId="LiveId" clId="{59FD0868-84F1-432F-883D-B36E85A19EB2}" dt="2026-06-22T07:40:10.673" v="1097" actId="478"/>
          <ac:spMkLst>
            <pc:docMk/>
            <pc:sldMk cId="2772431374" sldId="278"/>
            <ac:spMk id="5" creationId="{E24BAC95-8518-E717-38E6-0DD0A577B878}"/>
          </ac:spMkLst>
        </pc:spChg>
        <pc:spChg chg="add mod">
          <ac:chgData name="Ashok Gopalakrishnan" userId="d8b748a0ad7c7b3a" providerId="LiveId" clId="{59FD0868-84F1-432F-883D-B36E85A19EB2}" dt="2026-06-22T07:40:55.255" v="1105" actId="207"/>
          <ac:spMkLst>
            <pc:docMk/>
            <pc:sldMk cId="2772431374" sldId="278"/>
            <ac:spMk id="6" creationId="{04A2A0A5-2929-4EFF-3DA9-E05F66B93D1D}"/>
          </ac:spMkLst>
        </pc:spChg>
        <pc:spChg chg="del">
          <ac:chgData name="Ashok Gopalakrishnan" userId="d8b748a0ad7c7b3a" providerId="LiveId" clId="{59FD0868-84F1-432F-883D-B36E85A19EB2}" dt="2026-06-22T07:40:08.816" v="1096" actId="478"/>
          <ac:spMkLst>
            <pc:docMk/>
            <pc:sldMk cId="2772431374" sldId="278"/>
            <ac:spMk id="8" creationId="{9D791E2F-37A2-FD2C-9F64-9A3BB22D4009}"/>
          </ac:spMkLst>
        </pc:spChg>
        <pc:spChg chg="del">
          <ac:chgData name="Ashok Gopalakrishnan" userId="d8b748a0ad7c7b3a" providerId="LiveId" clId="{59FD0868-84F1-432F-883D-B36E85A19EB2}" dt="2026-06-22T07:40:05.487" v="1095" actId="478"/>
          <ac:spMkLst>
            <pc:docMk/>
            <pc:sldMk cId="2772431374" sldId="278"/>
            <ac:spMk id="9" creationId="{DD08B376-1033-B1E1-DA1A-2B4D50609C7F}"/>
          </ac:spMkLst>
        </pc:spChg>
        <pc:picChg chg="del">
          <ac:chgData name="Ashok Gopalakrishnan" userId="d8b748a0ad7c7b3a" providerId="LiveId" clId="{59FD0868-84F1-432F-883D-B36E85A19EB2}" dt="2026-06-22T07:40:02.740" v="1094" actId="478"/>
          <ac:picMkLst>
            <pc:docMk/>
            <pc:sldMk cId="2772431374" sldId="278"/>
            <ac:picMk id="4" creationId="{8B5918BF-4CD3-A340-99E6-132222E263B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7EF863-BE9F-461E-8277-8DA433AB7484}"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3A228C-8479-4C70-ACEF-261CC46630E9}" type="slidenum">
              <a:rPr lang="en-US" smtClean="0"/>
              <a:t>‹#›</a:t>
            </a:fld>
            <a:endParaRPr lang="en-US"/>
          </a:p>
        </p:txBody>
      </p:sp>
    </p:spTree>
    <p:extLst>
      <p:ext uri="{BB962C8B-B14F-4D97-AF65-F5344CB8AC3E}">
        <p14:creationId xmlns:p14="http://schemas.microsoft.com/office/powerpoint/2010/main" val="2230748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3A228C-8479-4C70-ACEF-261CC46630E9}" type="slidenum">
              <a:rPr lang="en-US" smtClean="0"/>
              <a:t>2</a:t>
            </a:fld>
            <a:endParaRPr lang="en-US"/>
          </a:p>
        </p:txBody>
      </p:sp>
    </p:spTree>
    <p:extLst>
      <p:ext uri="{BB962C8B-B14F-4D97-AF65-F5344CB8AC3E}">
        <p14:creationId xmlns:p14="http://schemas.microsoft.com/office/powerpoint/2010/main" val="230801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B84CA-A550-8575-00C7-841D591E8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C1A81-AA6A-2345-E995-9C409566A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6A967-D984-0F06-8000-968A3C4D56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9704D3-F7BC-CD6B-C7DB-DB1DF4FD75AC}"/>
              </a:ext>
            </a:extLst>
          </p:cNvPr>
          <p:cNvSpPr>
            <a:spLocks noGrp="1"/>
          </p:cNvSpPr>
          <p:nvPr>
            <p:ph type="sldNum" sz="quarter" idx="5"/>
          </p:nvPr>
        </p:nvSpPr>
        <p:spPr/>
        <p:txBody>
          <a:bodyPr/>
          <a:lstStyle/>
          <a:p>
            <a:fld id="{443A228C-8479-4C70-ACEF-261CC46630E9}" type="slidenum">
              <a:rPr lang="en-US" smtClean="0"/>
              <a:t>3</a:t>
            </a:fld>
            <a:endParaRPr lang="en-US"/>
          </a:p>
        </p:txBody>
      </p:sp>
    </p:spTree>
    <p:extLst>
      <p:ext uri="{BB962C8B-B14F-4D97-AF65-F5344CB8AC3E}">
        <p14:creationId xmlns:p14="http://schemas.microsoft.com/office/powerpoint/2010/main" val="1838724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CE2B-2D7F-22C4-2906-2DB27C8C2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A46BB-38E0-8202-60A5-1EFD304F5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E9813-84C6-E2B0-744D-CCB240C30F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515D7A-E309-AEF7-3CBA-5EAA8B86855C}"/>
              </a:ext>
            </a:extLst>
          </p:cNvPr>
          <p:cNvSpPr>
            <a:spLocks noGrp="1"/>
          </p:cNvSpPr>
          <p:nvPr>
            <p:ph type="sldNum" sz="quarter" idx="5"/>
          </p:nvPr>
        </p:nvSpPr>
        <p:spPr/>
        <p:txBody>
          <a:bodyPr/>
          <a:lstStyle/>
          <a:p>
            <a:fld id="{443A228C-8479-4C70-ACEF-261CC46630E9}" type="slidenum">
              <a:rPr lang="en-US" smtClean="0"/>
              <a:t>4</a:t>
            </a:fld>
            <a:endParaRPr lang="en-US"/>
          </a:p>
        </p:txBody>
      </p:sp>
    </p:spTree>
    <p:extLst>
      <p:ext uri="{BB962C8B-B14F-4D97-AF65-F5344CB8AC3E}">
        <p14:creationId xmlns:p14="http://schemas.microsoft.com/office/powerpoint/2010/main" val="842874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23828-610D-AEB6-F162-FF102B9A6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C9DAF5-859A-AFD3-C5B7-F6B42CBE87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5EB735-C238-0ED4-8B4B-F6F13A4ECFD0}"/>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C3E43C88-9EAD-D8F4-CF4D-FDDA18745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5AB960-42B5-8CB4-1BBC-0CBA6A11E736}"/>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1916916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324EE-653F-4E1F-902E-AC29E19FB8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741FA6-A344-D5BA-DEE0-C7D3B69802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028AEF-302A-5986-1663-3BB33C8C3107}"/>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F654AB99-B3FD-18FC-FF9F-10531A788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9FFC7-1100-7D3D-B41C-6928C4BB273F}"/>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2896186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D6BB0-1AB3-888D-39A8-36FBA6A416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A5A1BD-B8B4-F63F-48B3-35EB82F350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4E6043-47E3-9F6D-57E7-C1B9970E12FD}"/>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AB4F0772-555E-3FBE-C8E2-7712BAB14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8DD80C-7E23-EB2E-262A-BAF45024A877}"/>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239317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81F15-9E9C-2C16-B307-3CC2ECCC9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F7A95A-2803-B093-8A3A-1524021FC6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EB3D25-BCDC-E42E-0749-38B18A523F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EFF347-719F-F66E-47B9-F56B7109D99C}"/>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6" name="Footer Placeholder 5">
            <a:extLst>
              <a:ext uri="{FF2B5EF4-FFF2-40B4-BE49-F238E27FC236}">
                <a16:creationId xmlns:a16="http://schemas.microsoft.com/office/drawing/2014/main" id="{4BB567A7-0953-7BE6-DD58-34C354B702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B21A3-3E69-46A6-50C2-3B88E9A2DD0F}"/>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22552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48FE9-DDC3-498F-0FE4-BC2BF0FE5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456BC4-1F22-A9D2-D184-5216DE089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0E3D23-EE41-A477-ADD1-09C63DA8B6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024633-62CC-C531-BCCB-93000583D9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179E92-7DC0-1716-2D09-07C835CD7D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EE82B7-F8A5-C6B3-D37A-CFD02C38BD2E}"/>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8" name="Footer Placeholder 7">
            <a:extLst>
              <a:ext uri="{FF2B5EF4-FFF2-40B4-BE49-F238E27FC236}">
                <a16:creationId xmlns:a16="http://schemas.microsoft.com/office/drawing/2014/main" id="{3ADC4A7D-4571-C6B7-0AAA-0A1AEF10D1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D97EDF-0333-FADE-4DDB-38FC718AE851}"/>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3570884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363E-B3E4-5228-DB7F-D057CD5A85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52E56D-0853-1CD0-B330-81A604336F59}"/>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4" name="Footer Placeholder 3">
            <a:extLst>
              <a:ext uri="{FF2B5EF4-FFF2-40B4-BE49-F238E27FC236}">
                <a16:creationId xmlns:a16="http://schemas.microsoft.com/office/drawing/2014/main" id="{A0DC9026-CB7A-6F3F-D4D3-64792A99B2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A23929-0ABD-7E93-A1D2-6BC398B5E8F5}"/>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1482672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30A489-8874-82D1-7798-2196C593CB42}"/>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3" name="Footer Placeholder 2">
            <a:extLst>
              <a:ext uri="{FF2B5EF4-FFF2-40B4-BE49-F238E27FC236}">
                <a16:creationId xmlns:a16="http://schemas.microsoft.com/office/drawing/2014/main" id="{59764239-FBF6-EF2D-BF4D-5CEC69043E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8DB06D-62C4-E107-6B15-0D2ADAF4BC48}"/>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1428519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EE32-563D-7622-205F-E4649C1CC5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0076B2-4233-231A-D1F0-FF212F69D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4D98B9-BF29-08F3-A46F-413084FF7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76F46-5CD3-4ABD-EEEA-91957B3B663D}"/>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6" name="Footer Placeholder 5">
            <a:extLst>
              <a:ext uri="{FF2B5EF4-FFF2-40B4-BE49-F238E27FC236}">
                <a16:creationId xmlns:a16="http://schemas.microsoft.com/office/drawing/2014/main" id="{A26FF8F1-5600-4369-BD46-AB5D82C98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342584-2465-13CA-AD3C-CC4B54F20376}"/>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319572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A1906-2BEB-2E00-BA39-F5287E1931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BA8264-1F31-77EA-03B4-CA3E4FFE42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D3AA55-0D58-66B2-C06C-771DE14FF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22C0D-E28B-93A9-2617-248FFFF5F1B7}"/>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6" name="Footer Placeholder 5">
            <a:extLst>
              <a:ext uri="{FF2B5EF4-FFF2-40B4-BE49-F238E27FC236}">
                <a16:creationId xmlns:a16="http://schemas.microsoft.com/office/drawing/2014/main" id="{25001461-C115-DB5A-7E20-DE18E944C8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B2084C-4AF6-1DA0-C3DF-8E8FAEF05F36}"/>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835696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6266-6856-5F15-A710-7737E7CD8F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705226-90D1-5905-3B2F-6F5B64BED5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701DB-4885-B039-A505-AD057081A2B7}"/>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8ABF3EB8-DBB4-0861-B7DA-8E9A3D784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F7484-FAB4-94AF-E474-AD4DF097EE15}"/>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136122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2C8B5B-CD17-5986-CB55-B60251B1EB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308453-989C-9113-4381-D1C2A7121D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35F71-E3B2-31E6-CB4D-7545363DAA3B}"/>
              </a:ext>
            </a:extLst>
          </p:cNvPr>
          <p:cNvSpPr>
            <a:spLocks noGrp="1"/>
          </p:cNvSpPr>
          <p:nvPr>
            <p:ph type="dt" sz="half" idx="10"/>
          </p:nvPr>
        </p:nvSpPr>
        <p:spPr/>
        <p:txBody>
          <a:body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2C10A3AD-56F5-3828-F5B3-6884053EDD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285428-0FA5-9DB9-623B-B2A67F27FD7D}"/>
              </a:ext>
            </a:extLst>
          </p:cNvPr>
          <p:cNvSpPr>
            <a:spLocks noGrp="1"/>
          </p:cNvSpPr>
          <p:nvPr>
            <p:ph type="sldNum" sz="quarter" idx="12"/>
          </p:nvPr>
        </p:nvSpPr>
        <p:spPr/>
        <p:txBody>
          <a:bodyPr/>
          <a:lstStyle/>
          <a:p>
            <a:fld id="{E0798E6F-04F1-4643-B252-1488E1497494}" type="slidenum">
              <a:rPr lang="en-US" smtClean="0"/>
              <a:t>‹#›</a:t>
            </a:fld>
            <a:endParaRPr lang="en-US"/>
          </a:p>
        </p:txBody>
      </p:sp>
    </p:spTree>
    <p:extLst>
      <p:ext uri="{BB962C8B-B14F-4D97-AF65-F5344CB8AC3E}">
        <p14:creationId xmlns:p14="http://schemas.microsoft.com/office/powerpoint/2010/main" val="1685735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6ED72-ACEA-5689-37F6-18B2B16A7E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C99DBD-E02F-B066-339B-165F5B0D02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E3078-2E2F-0626-52DB-C32C263DC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2EF73F-443B-4D93-8C25-503CA55A8A55}" type="datetimeFigureOut">
              <a:rPr lang="en-US" smtClean="0"/>
              <a:t>6/22/2026</a:t>
            </a:fld>
            <a:endParaRPr lang="en-US"/>
          </a:p>
        </p:txBody>
      </p:sp>
      <p:sp>
        <p:nvSpPr>
          <p:cNvPr id="5" name="Footer Placeholder 4">
            <a:extLst>
              <a:ext uri="{FF2B5EF4-FFF2-40B4-BE49-F238E27FC236}">
                <a16:creationId xmlns:a16="http://schemas.microsoft.com/office/drawing/2014/main" id="{B5A7A720-B59D-0443-D9F6-A50C7A3239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100C04-7DBF-BE1F-D02A-017346D414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798E6F-04F1-4643-B252-1488E1497494}" type="slidenum">
              <a:rPr lang="en-US" smtClean="0"/>
              <a:t>‹#›</a:t>
            </a:fld>
            <a:endParaRPr lang="en-US"/>
          </a:p>
        </p:txBody>
      </p:sp>
    </p:spTree>
    <p:extLst>
      <p:ext uri="{BB962C8B-B14F-4D97-AF65-F5344CB8AC3E}">
        <p14:creationId xmlns:p14="http://schemas.microsoft.com/office/powerpoint/2010/main" val="2820279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2F16-26FE-6ED0-6DC0-79CFFCCDA199}"/>
              </a:ext>
            </a:extLst>
          </p:cNvPr>
          <p:cNvSpPr>
            <a:spLocks noGrp="1"/>
          </p:cNvSpPr>
          <p:nvPr>
            <p:ph type="ctrTitle"/>
          </p:nvPr>
        </p:nvSpPr>
        <p:spPr>
          <a:xfrm>
            <a:off x="1524000" y="403123"/>
            <a:ext cx="9144000" cy="806092"/>
          </a:xfrm>
        </p:spPr>
        <p:txBody>
          <a:bodyPr>
            <a:normAutofit/>
          </a:bodyPr>
          <a:lstStyle/>
          <a:p>
            <a:r>
              <a:rPr lang="en-US" sz="4000" dirty="0">
                <a:latin typeface="Arial Black" panose="020B0A04020102020204" pitchFamily="34" charset="0"/>
              </a:rPr>
              <a:t>LINEAR REGRESSION</a:t>
            </a:r>
          </a:p>
        </p:txBody>
      </p:sp>
      <p:sp>
        <p:nvSpPr>
          <p:cNvPr id="3" name="Subtitle 2">
            <a:extLst>
              <a:ext uri="{FF2B5EF4-FFF2-40B4-BE49-F238E27FC236}">
                <a16:creationId xmlns:a16="http://schemas.microsoft.com/office/drawing/2014/main" id="{11D0FB25-546A-6B9E-0801-E8FD9482B2AF}"/>
              </a:ext>
            </a:extLst>
          </p:cNvPr>
          <p:cNvSpPr>
            <a:spLocks noGrp="1"/>
          </p:cNvSpPr>
          <p:nvPr>
            <p:ph type="subTitle" idx="1"/>
          </p:nvPr>
        </p:nvSpPr>
        <p:spPr>
          <a:xfrm>
            <a:off x="1524000" y="5735638"/>
            <a:ext cx="9144000" cy="920801"/>
          </a:xfrm>
        </p:spPr>
        <p:txBody>
          <a:bodyPr/>
          <a:lstStyle/>
          <a:p>
            <a:r>
              <a:rPr lang="en-US" dirty="0">
                <a:latin typeface="Arial Black" panose="020B0A04020102020204" pitchFamily="34" charset="0"/>
              </a:rPr>
              <a:t>Dr ASHOK GOPALAKRISHNAN</a:t>
            </a:r>
          </a:p>
          <a:p>
            <a:r>
              <a:rPr lang="en-US" dirty="0">
                <a:latin typeface="Arial Black" panose="020B0A04020102020204" pitchFamily="34" charset="0"/>
              </a:rPr>
              <a:t>SENIOR SCIENTIST FROM NASA</a:t>
            </a:r>
          </a:p>
        </p:txBody>
      </p:sp>
      <p:pic>
        <p:nvPicPr>
          <p:cNvPr id="5" name="Picture 4">
            <a:extLst>
              <a:ext uri="{FF2B5EF4-FFF2-40B4-BE49-F238E27FC236}">
                <a16:creationId xmlns:a16="http://schemas.microsoft.com/office/drawing/2014/main" id="{06F33748-A85A-9B8E-ECD7-E9A3DF4A1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490" y="1209215"/>
            <a:ext cx="8790039" cy="4300794"/>
          </a:xfrm>
          <a:prstGeom prst="rect">
            <a:avLst/>
          </a:prstGeom>
        </p:spPr>
      </p:pic>
    </p:spTree>
    <p:extLst>
      <p:ext uri="{BB962C8B-B14F-4D97-AF65-F5344CB8AC3E}">
        <p14:creationId xmlns:p14="http://schemas.microsoft.com/office/powerpoint/2010/main" val="4108932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D50A1-FFCE-FCAE-021F-EC9656A2C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3F432-C0D1-39B1-214B-522BA837087F}"/>
              </a:ext>
            </a:extLst>
          </p:cNvPr>
          <p:cNvSpPr>
            <a:spLocks noGrp="1"/>
          </p:cNvSpPr>
          <p:nvPr>
            <p:ph type="ctrTitle"/>
          </p:nvPr>
        </p:nvSpPr>
        <p:spPr>
          <a:xfrm>
            <a:off x="1524000" y="403123"/>
            <a:ext cx="9144000" cy="806092"/>
          </a:xfrm>
        </p:spPr>
        <p:txBody>
          <a:bodyPr>
            <a:normAutofit/>
          </a:bodyPr>
          <a:lstStyle/>
          <a:p>
            <a:r>
              <a:rPr lang="en-US" sz="4000" dirty="0">
                <a:latin typeface="Arial Black" panose="020B0A04020102020204" pitchFamily="34" charset="0"/>
              </a:rPr>
              <a:t>LINEAR REGRESSION</a:t>
            </a:r>
          </a:p>
        </p:txBody>
      </p:sp>
      <p:sp>
        <p:nvSpPr>
          <p:cNvPr id="8" name="TextBox 7">
            <a:extLst>
              <a:ext uri="{FF2B5EF4-FFF2-40B4-BE49-F238E27FC236}">
                <a16:creationId xmlns:a16="http://schemas.microsoft.com/office/drawing/2014/main" id="{85D9DFFE-6614-2CD5-CEB0-3AD2D365ACF9}"/>
              </a:ext>
            </a:extLst>
          </p:cNvPr>
          <p:cNvSpPr txBox="1"/>
          <p:nvPr/>
        </p:nvSpPr>
        <p:spPr>
          <a:xfrm>
            <a:off x="580103" y="1592600"/>
            <a:ext cx="10628671" cy="4734629"/>
          </a:xfrm>
          <a:prstGeom prst="rect">
            <a:avLst/>
          </a:prstGeom>
          <a:noFill/>
        </p:spPr>
        <p:txBody>
          <a:bodyPr wrap="square">
            <a:spAutoFit/>
          </a:bodyPr>
          <a:lstStyle/>
          <a:p>
            <a:pPr algn="just">
              <a:lnSpc>
                <a:spcPts val="1650"/>
              </a:lnSpc>
              <a:buNone/>
            </a:pPr>
            <a:r>
              <a:rPr lang="en-US" sz="1600" b="0" i="0" dirty="0">
                <a:solidFill>
                  <a:srgbClr val="FF0000"/>
                </a:solidFill>
                <a:effectLst/>
                <a:latin typeface="Arial Black" panose="020B0A04020102020204" pitchFamily="34" charset="0"/>
              </a:rPr>
              <a:t>Regression analysis </a:t>
            </a:r>
            <a:r>
              <a:rPr lang="en-US" sz="1600" b="0" i="0" dirty="0">
                <a:solidFill>
                  <a:srgbClr val="000000"/>
                </a:solidFill>
                <a:effectLst/>
                <a:latin typeface="Arial Black" panose="020B0A04020102020204" pitchFamily="34" charset="0"/>
              </a:rPr>
              <a:t>is a </a:t>
            </a:r>
            <a:r>
              <a:rPr lang="en-US" sz="1600" b="1" i="0" dirty="0">
                <a:solidFill>
                  <a:srgbClr val="000000"/>
                </a:solidFill>
                <a:effectLst/>
                <a:latin typeface="Arial Black" panose="020B0A04020102020204" pitchFamily="34" charset="0"/>
              </a:rPr>
              <a:t>statistical method</a:t>
            </a:r>
            <a:r>
              <a:rPr lang="en-US" sz="1600" b="0" i="0" dirty="0">
                <a:solidFill>
                  <a:srgbClr val="000000"/>
                </a:solidFill>
                <a:effectLst/>
                <a:latin typeface="Arial Black" panose="020B0A04020102020204" pitchFamily="34" charset="0"/>
              </a:rPr>
              <a:t> used to examine the relationship between a dependent variable (outcome) and one or more independent variables (predictors). It is widely applied in fields like </a:t>
            </a:r>
            <a:r>
              <a:rPr lang="en-US" sz="1600" b="1" i="0" dirty="0">
                <a:solidFill>
                  <a:srgbClr val="000000"/>
                </a:solidFill>
                <a:effectLst/>
                <a:latin typeface="Arial Black" panose="020B0A04020102020204" pitchFamily="34" charset="0"/>
              </a:rPr>
              <a:t>machine learning, data science, economics, healthcare, and marketing</a:t>
            </a:r>
            <a:r>
              <a:rPr lang="en-US" sz="1600" b="0" i="0" dirty="0">
                <a:solidFill>
                  <a:srgbClr val="000000"/>
                </a:solidFill>
                <a:effectLst/>
                <a:latin typeface="Arial Black" panose="020B0A04020102020204" pitchFamily="34" charset="0"/>
              </a:rPr>
              <a:t> to make predictions and understand variable relationships.</a:t>
            </a:r>
          </a:p>
          <a:p>
            <a:pPr algn="just">
              <a:lnSpc>
                <a:spcPts val="1650"/>
              </a:lnSpc>
              <a:buNone/>
            </a:pPr>
            <a:endParaRPr lang="en-US" sz="1600" b="0" i="0" dirty="0">
              <a:solidFill>
                <a:srgbClr val="000000"/>
              </a:solidFill>
              <a:effectLst/>
              <a:latin typeface="Arial Black" panose="020B0A04020102020204" pitchFamily="34" charset="0"/>
            </a:endParaRPr>
          </a:p>
          <a:p>
            <a:pPr algn="just">
              <a:lnSpc>
                <a:spcPts val="1650"/>
              </a:lnSpc>
              <a:buNone/>
            </a:pPr>
            <a:r>
              <a:rPr lang="en-US" sz="1600" b="0" i="0" dirty="0">
                <a:solidFill>
                  <a:srgbClr val="000000"/>
                </a:solidFill>
                <a:effectLst/>
                <a:latin typeface="Arial Black" panose="020B0A04020102020204" pitchFamily="34" charset="0"/>
              </a:rPr>
              <a:t>The primary goal of regression analysis is to </a:t>
            </a:r>
            <a:r>
              <a:rPr lang="en-US" sz="1600" b="1" i="0" dirty="0">
                <a:solidFill>
                  <a:srgbClr val="000000"/>
                </a:solidFill>
                <a:effectLst/>
                <a:latin typeface="Arial Black" panose="020B0A04020102020204" pitchFamily="34" charset="0"/>
              </a:rPr>
              <a:t>model the relationship</a:t>
            </a:r>
            <a:r>
              <a:rPr lang="en-US" sz="1600" b="0" i="0" dirty="0">
                <a:solidFill>
                  <a:srgbClr val="000000"/>
                </a:solidFill>
                <a:effectLst/>
                <a:latin typeface="Arial Black" panose="020B0A04020102020204" pitchFamily="34" charset="0"/>
              </a:rPr>
              <a:t> between variables, assess its strength, and use the model for prediction. It is a </a:t>
            </a:r>
            <a:r>
              <a:rPr lang="en-US" sz="1600" b="1" i="0" dirty="0">
                <a:solidFill>
                  <a:srgbClr val="000000"/>
                </a:solidFill>
                <a:effectLst/>
                <a:latin typeface="Arial Black" panose="020B0A04020102020204" pitchFamily="34" charset="0"/>
              </a:rPr>
              <a:t>supervised learning technique</a:t>
            </a:r>
            <a:r>
              <a:rPr lang="en-US" sz="1600" b="0" i="0" dirty="0">
                <a:solidFill>
                  <a:srgbClr val="000000"/>
                </a:solidFill>
                <a:effectLst/>
                <a:latin typeface="Arial Black" panose="020B0A04020102020204" pitchFamily="34" charset="0"/>
              </a:rPr>
              <a:t>, meaning it uses labeled data (training and testing datasets) to build and validate the model.</a:t>
            </a:r>
          </a:p>
          <a:p>
            <a:pPr algn="just">
              <a:lnSpc>
                <a:spcPts val="1650"/>
              </a:lnSpc>
              <a:buNone/>
            </a:pPr>
            <a:endParaRPr lang="en-US" sz="1600" dirty="0">
              <a:solidFill>
                <a:srgbClr val="000000"/>
              </a:solidFill>
              <a:latin typeface="Arial Black" panose="020B0A04020102020204" pitchFamily="34" charset="0"/>
            </a:endParaRPr>
          </a:p>
          <a:p>
            <a:pPr algn="ctr"/>
            <a:r>
              <a:rPr lang="en-US" b="1" dirty="0">
                <a:solidFill>
                  <a:srgbClr val="FF0000"/>
                </a:solidFill>
                <a:latin typeface="Arial Black" panose="020B0A04020102020204" pitchFamily="34" charset="0"/>
              </a:rPr>
              <a:t>Applications of Regression Analysis:</a:t>
            </a:r>
          </a:p>
          <a:p>
            <a:pPr algn="just"/>
            <a:endParaRPr lang="en-US" sz="1600" b="1" dirty="0">
              <a:latin typeface="Arial Black" panose="020B0A04020102020204" pitchFamily="34" charset="0"/>
            </a:endParaRPr>
          </a:p>
          <a:p>
            <a:pPr algn="just"/>
            <a:r>
              <a:rPr lang="en-US" sz="1600" dirty="0">
                <a:latin typeface="Arial Black" panose="020B0A04020102020204" pitchFamily="34" charset="0"/>
              </a:rPr>
              <a:t>Regression analysis has diverse applications across industries:</a:t>
            </a:r>
          </a:p>
          <a:p>
            <a:pPr algn="just"/>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solidFill>
                  <a:srgbClr val="FF0000"/>
                </a:solidFill>
                <a:latin typeface="Arial Black" panose="020B0A04020102020204" pitchFamily="34" charset="0"/>
              </a:rPr>
              <a:t>Finance</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Predicting stock prices or analyzing the relationship between interest rates and consumer spending.</a:t>
            </a:r>
          </a:p>
          <a:p>
            <a:pPr marL="285750" indent="-285750" algn="just">
              <a:buFont typeface="Arial" panose="020B0604020202020204" pitchFamily="34" charset="0"/>
              <a:buChar char="•"/>
            </a:pPr>
            <a:r>
              <a:rPr lang="en-US" sz="1600" b="1" dirty="0">
                <a:solidFill>
                  <a:srgbClr val="FF0000"/>
                </a:solidFill>
                <a:latin typeface="Arial Black" panose="020B0A04020102020204" pitchFamily="34" charset="0"/>
              </a:rPr>
              <a:t>Marketing</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Understanding the impact of advertising expenditure on sales.</a:t>
            </a:r>
          </a:p>
          <a:p>
            <a:pPr marL="285750" indent="-285750" algn="just">
              <a:buFont typeface="Arial" panose="020B0604020202020204" pitchFamily="34" charset="0"/>
              <a:buChar char="•"/>
            </a:pPr>
            <a:r>
              <a:rPr lang="en-US" sz="1600" b="1" dirty="0">
                <a:solidFill>
                  <a:srgbClr val="FF0000"/>
                </a:solidFill>
                <a:latin typeface="Arial Black" panose="020B0A04020102020204" pitchFamily="34" charset="0"/>
              </a:rPr>
              <a:t>Real Estate</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Estimating property values based on location and other factors.</a:t>
            </a:r>
          </a:p>
          <a:p>
            <a:pPr marL="285750" indent="-285750" algn="just">
              <a:buFont typeface="Arial" panose="020B0604020202020204" pitchFamily="34" charset="0"/>
              <a:buChar char="•"/>
            </a:pPr>
            <a:r>
              <a:rPr lang="en-US" sz="1600" b="1" dirty="0">
                <a:solidFill>
                  <a:srgbClr val="FF0000"/>
                </a:solidFill>
                <a:latin typeface="Arial Black" panose="020B0A04020102020204" pitchFamily="34" charset="0"/>
              </a:rPr>
              <a:t>Agriculture</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Predicting crop yields based on weather conditions.</a:t>
            </a:r>
          </a:p>
          <a:p>
            <a:pPr marL="285750" indent="-285750" algn="just">
              <a:buFont typeface="Arial" panose="020B0604020202020204" pitchFamily="34" charset="0"/>
              <a:buChar char="•"/>
            </a:pPr>
            <a:r>
              <a:rPr lang="en-US" sz="1600" b="1" dirty="0">
                <a:solidFill>
                  <a:srgbClr val="FF0000"/>
                </a:solidFill>
                <a:latin typeface="Arial Black" panose="020B0A04020102020204" pitchFamily="34" charset="0"/>
              </a:rPr>
              <a:t>Sports</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Analyzing player performance and the impact of coaching strategies.</a:t>
            </a:r>
          </a:p>
          <a:p>
            <a:pPr algn="just">
              <a:lnSpc>
                <a:spcPts val="1650"/>
              </a:lnSpc>
              <a:buNone/>
            </a:pPr>
            <a:endParaRPr lang="en-US" sz="1600" b="0" i="0" dirty="0">
              <a:solidFill>
                <a:srgbClr val="000000"/>
              </a:solidFill>
              <a:effectLst/>
              <a:latin typeface="Arial Black" panose="020B0A04020102020204" pitchFamily="34" charset="0"/>
            </a:endParaRPr>
          </a:p>
        </p:txBody>
      </p:sp>
    </p:spTree>
    <p:extLst>
      <p:ext uri="{BB962C8B-B14F-4D97-AF65-F5344CB8AC3E}">
        <p14:creationId xmlns:p14="http://schemas.microsoft.com/office/powerpoint/2010/main" val="1367796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4AD99-0098-EB01-D6D9-B39B352C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4D281-DBE2-5D43-E320-676B4491B6A4}"/>
              </a:ext>
            </a:extLst>
          </p:cNvPr>
          <p:cNvSpPr>
            <a:spLocks noGrp="1"/>
          </p:cNvSpPr>
          <p:nvPr>
            <p:ph type="ctrTitle"/>
          </p:nvPr>
        </p:nvSpPr>
        <p:spPr>
          <a:xfrm>
            <a:off x="1524000" y="403123"/>
            <a:ext cx="9144000" cy="806092"/>
          </a:xfrm>
        </p:spPr>
        <p:txBody>
          <a:bodyPr>
            <a:normAutofit/>
          </a:bodyPr>
          <a:lstStyle/>
          <a:p>
            <a:r>
              <a:rPr lang="en-US" sz="4000" dirty="0">
                <a:latin typeface="Arial Black" panose="020B0A04020102020204" pitchFamily="34" charset="0"/>
              </a:rPr>
              <a:t>LINEAR REGRESSION</a:t>
            </a:r>
          </a:p>
        </p:txBody>
      </p:sp>
      <p:pic>
        <p:nvPicPr>
          <p:cNvPr id="4" name="Picture 3">
            <a:extLst>
              <a:ext uri="{FF2B5EF4-FFF2-40B4-BE49-F238E27FC236}">
                <a16:creationId xmlns:a16="http://schemas.microsoft.com/office/drawing/2014/main" id="{C91AF8F5-8D75-EFC3-EE2D-61448D801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483" y="1499112"/>
            <a:ext cx="5668298" cy="4955765"/>
          </a:xfrm>
          <a:prstGeom prst="rect">
            <a:avLst/>
          </a:prstGeom>
        </p:spPr>
      </p:pic>
      <p:sp>
        <p:nvSpPr>
          <p:cNvPr id="6" name="TextBox 5">
            <a:extLst>
              <a:ext uri="{FF2B5EF4-FFF2-40B4-BE49-F238E27FC236}">
                <a16:creationId xmlns:a16="http://schemas.microsoft.com/office/drawing/2014/main" id="{6F1747DC-40CF-A203-9773-7520711CF7CC}"/>
              </a:ext>
            </a:extLst>
          </p:cNvPr>
          <p:cNvSpPr txBox="1"/>
          <p:nvPr/>
        </p:nvSpPr>
        <p:spPr>
          <a:xfrm>
            <a:off x="6993193" y="1690751"/>
            <a:ext cx="5043948" cy="1569660"/>
          </a:xfrm>
          <a:prstGeom prst="rect">
            <a:avLst/>
          </a:prstGeom>
          <a:noFill/>
        </p:spPr>
        <p:txBody>
          <a:bodyPr wrap="square">
            <a:spAutoFit/>
          </a:bodyPr>
          <a:lstStyle/>
          <a:p>
            <a:pPr algn="just"/>
            <a:r>
              <a:rPr lang="en-US" sz="1600" b="0" i="0" dirty="0">
                <a:solidFill>
                  <a:srgbClr val="374151"/>
                </a:solidFill>
                <a:effectLst/>
                <a:latin typeface="Arial Black" panose="020B0A04020102020204" pitchFamily="34" charset="0"/>
              </a:rPr>
              <a:t>The most common models are simple linear and multiple linear. Nonlinear regression analysis is commonly used for more complicated data sets in which the dependent and independent variables show a nonlinear relationship.</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43222288-08DE-1FE0-C8DE-FD3450EF55D5}"/>
              </a:ext>
            </a:extLst>
          </p:cNvPr>
          <p:cNvSpPr txBox="1"/>
          <p:nvPr/>
        </p:nvSpPr>
        <p:spPr>
          <a:xfrm>
            <a:off x="7069394" y="4223278"/>
            <a:ext cx="4891547" cy="1815882"/>
          </a:xfrm>
          <a:prstGeom prst="rect">
            <a:avLst/>
          </a:prstGeom>
          <a:noFill/>
        </p:spPr>
        <p:txBody>
          <a:bodyPr wrap="square">
            <a:spAutoFit/>
          </a:bodyPr>
          <a:lstStyle/>
          <a:p>
            <a:pPr algn="just"/>
            <a:r>
              <a:rPr lang="en-US" sz="1600" b="0" i="0" dirty="0">
                <a:solidFill>
                  <a:srgbClr val="374151"/>
                </a:solidFill>
                <a:effectLst/>
                <a:latin typeface="Arial Black" panose="020B0A04020102020204" pitchFamily="34" charset="0"/>
              </a:rPr>
              <a:t>Python and R are both powerful coding languages that have become popular for all types of financial modeling, including regression. These techniques form a core part of data science and machine learning, where models are trained to detect these relationships in data.</a:t>
            </a:r>
            <a:endParaRPr lang="en-US" sz="1600" dirty="0">
              <a:latin typeface="Arial Black" panose="020B0A04020102020204" pitchFamily="34" charset="0"/>
            </a:endParaRPr>
          </a:p>
        </p:txBody>
      </p:sp>
    </p:spTree>
    <p:extLst>
      <p:ext uri="{BB962C8B-B14F-4D97-AF65-F5344CB8AC3E}">
        <p14:creationId xmlns:p14="http://schemas.microsoft.com/office/powerpoint/2010/main" val="506824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726F7-C878-89F4-B2F8-E2BDA8E7D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26E63-CAE1-605E-A1F8-4897EA4213A7}"/>
              </a:ext>
            </a:extLst>
          </p:cNvPr>
          <p:cNvSpPr>
            <a:spLocks noGrp="1"/>
          </p:cNvSpPr>
          <p:nvPr>
            <p:ph type="ctrTitle"/>
          </p:nvPr>
        </p:nvSpPr>
        <p:spPr>
          <a:xfrm>
            <a:off x="1524000" y="403123"/>
            <a:ext cx="9144000" cy="806092"/>
          </a:xfrm>
        </p:spPr>
        <p:txBody>
          <a:bodyPr>
            <a:normAutofit/>
          </a:bodyPr>
          <a:lstStyle/>
          <a:p>
            <a:r>
              <a:rPr lang="en-US" sz="4000" dirty="0">
                <a:latin typeface="Arial Black" panose="020B0A04020102020204" pitchFamily="34" charset="0"/>
              </a:rPr>
              <a:t>LINEAR REGRESSION</a:t>
            </a:r>
          </a:p>
        </p:txBody>
      </p:sp>
      <p:sp>
        <p:nvSpPr>
          <p:cNvPr id="4" name="TextBox 3">
            <a:extLst>
              <a:ext uri="{FF2B5EF4-FFF2-40B4-BE49-F238E27FC236}">
                <a16:creationId xmlns:a16="http://schemas.microsoft.com/office/drawing/2014/main" id="{6ED2A95A-61B5-4682-2997-9C5B622DA0F2}"/>
              </a:ext>
            </a:extLst>
          </p:cNvPr>
          <p:cNvSpPr txBox="1"/>
          <p:nvPr/>
        </p:nvSpPr>
        <p:spPr>
          <a:xfrm>
            <a:off x="1022555" y="1664818"/>
            <a:ext cx="9783097" cy="2169825"/>
          </a:xfrm>
          <a:prstGeom prst="rect">
            <a:avLst/>
          </a:prstGeom>
          <a:noFill/>
        </p:spPr>
        <p:txBody>
          <a:bodyPr wrap="square">
            <a:spAutoFit/>
          </a:bodyPr>
          <a:lstStyle/>
          <a:p>
            <a:pPr algn="ctr">
              <a:lnSpc>
                <a:spcPts val="1650"/>
              </a:lnSpc>
              <a:spcBef>
                <a:spcPts val="900"/>
              </a:spcBef>
              <a:spcAft>
                <a:spcPts val="900"/>
              </a:spcAft>
              <a:buNone/>
            </a:pPr>
            <a:r>
              <a:rPr lang="en-US" b="1" i="0" dirty="0">
                <a:solidFill>
                  <a:srgbClr val="FF0000"/>
                </a:solidFill>
                <a:effectLst/>
                <a:latin typeface="Arial Black" panose="020B0A04020102020204" pitchFamily="34" charset="0"/>
              </a:rPr>
              <a:t>Advantages and Limitations</a:t>
            </a:r>
          </a:p>
          <a:p>
            <a:pPr algn="just">
              <a:lnSpc>
                <a:spcPts val="1650"/>
              </a:lnSpc>
              <a:buNone/>
            </a:pPr>
            <a:r>
              <a:rPr lang="en-US" sz="1600" b="0" i="0" dirty="0">
                <a:solidFill>
                  <a:srgbClr val="000000"/>
                </a:solidFill>
                <a:effectLst/>
                <a:latin typeface="Arial Black" panose="020B0A04020102020204" pitchFamily="34" charset="0"/>
              </a:rPr>
              <a:t>Regression analysis offers several benefits, such as </a:t>
            </a:r>
            <a:r>
              <a:rPr lang="en-US" sz="1600" b="1" i="0" dirty="0">
                <a:solidFill>
                  <a:srgbClr val="000000"/>
                </a:solidFill>
                <a:effectLst/>
                <a:latin typeface="Arial Black" panose="020B0A04020102020204" pitchFamily="34" charset="0"/>
              </a:rPr>
              <a:t>insight into variable relationships</a:t>
            </a:r>
            <a:r>
              <a:rPr lang="en-US" sz="1600" b="0" i="0" dirty="0">
                <a:solidFill>
                  <a:srgbClr val="000000"/>
                </a:solidFill>
                <a:effectLst/>
                <a:latin typeface="Arial Black" panose="020B0A04020102020204" pitchFamily="34" charset="0"/>
              </a:rPr>
              <a:t>, </a:t>
            </a:r>
            <a:r>
              <a:rPr lang="en-US" sz="1600" b="1" i="0" dirty="0">
                <a:solidFill>
                  <a:srgbClr val="000000"/>
                </a:solidFill>
                <a:effectLst/>
                <a:latin typeface="Arial Black" panose="020B0A04020102020204" pitchFamily="34" charset="0"/>
              </a:rPr>
              <a:t>forecasting capabilities</a:t>
            </a:r>
            <a:r>
              <a:rPr lang="en-US" sz="1600" b="0" i="0" dirty="0">
                <a:solidFill>
                  <a:srgbClr val="000000"/>
                </a:solidFill>
                <a:effectLst/>
                <a:latin typeface="Arial Black" panose="020B0A04020102020204" pitchFamily="34" charset="0"/>
              </a:rPr>
              <a:t>, and </a:t>
            </a:r>
            <a:r>
              <a:rPr lang="en-US" sz="1600" b="1" i="0" dirty="0">
                <a:solidFill>
                  <a:srgbClr val="000000"/>
                </a:solidFill>
                <a:effectLst/>
                <a:latin typeface="Arial Black" panose="020B0A04020102020204" pitchFamily="34" charset="0"/>
              </a:rPr>
              <a:t>decision-making support</a:t>
            </a:r>
            <a:r>
              <a:rPr lang="en-US" sz="1600" b="0" i="0" dirty="0">
                <a:solidFill>
                  <a:srgbClr val="000000"/>
                </a:solidFill>
                <a:effectLst/>
                <a:latin typeface="Arial Black" panose="020B0A04020102020204" pitchFamily="34" charset="0"/>
              </a:rPr>
              <a:t>. However, it is sensitive to </a:t>
            </a:r>
            <a:r>
              <a:rPr lang="en-US" sz="1600" b="1" i="0" dirty="0">
                <a:solidFill>
                  <a:srgbClr val="000000"/>
                </a:solidFill>
                <a:effectLst/>
                <a:latin typeface="Arial Black" panose="020B0A04020102020204" pitchFamily="34" charset="0"/>
              </a:rPr>
              <a:t>outliers</a:t>
            </a:r>
            <a:r>
              <a:rPr lang="en-US" sz="1600" b="0" i="0" dirty="0">
                <a:solidFill>
                  <a:srgbClr val="000000"/>
                </a:solidFill>
                <a:effectLst/>
                <a:latin typeface="Arial Black" panose="020B0A04020102020204" pitchFamily="34" charset="0"/>
              </a:rPr>
              <a:t>, relies on </a:t>
            </a:r>
            <a:r>
              <a:rPr lang="en-US" sz="1600" b="1" i="0" dirty="0">
                <a:solidFill>
                  <a:srgbClr val="000000"/>
                </a:solidFill>
                <a:effectLst/>
                <a:latin typeface="Arial Black" panose="020B0A04020102020204" pitchFamily="34" charset="0"/>
              </a:rPr>
              <a:t>assumptions like linearity</a:t>
            </a:r>
            <a:r>
              <a:rPr lang="en-US" sz="1600" b="0" i="0" dirty="0">
                <a:solidFill>
                  <a:srgbClr val="000000"/>
                </a:solidFill>
                <a:effectLst/>
                <a:latin typeface="Arial Black" panose="020B0A04020102020204" pitchFamily="34" charset="0"/>
              </a:rPr>
              <a:t>, and may struggle with </a:t>
            </a:r>
            <a:r>
              <a:rPr lang="en-US" sz="1600" b="1" i="0" dirty="0">
                <a:solidFill>
                  <a:srgbClr val="000000"/>
                </a:solidFill>
                <a:effectLst/>
                <a:latin typeface="Arial Black" panose="020B0A04020102020204" pitchFamily="34" charset="0"/>
              </a:rPr>
              <a:t>complex relationships</a:t>
            </a:r>
            <a:r>
              <a:rPr lang="en-US" sz="1600" b="0" i="0" dirty="0">
                <a:solidFill>
                  <a:srgbClr val="000000"/>
                </a:solidFill>
                <a:effectLst/>
                <a:latin typeface="Arial Black" panose="020B0A04020102020204" pitchFamily="34" charset="0"/>
              </a:rPr>
              <a:t> or </a:t>
            </a:r>
            <a:r>
              <a:rPr lang="en-US" sz="1600" b="1" i="0" dirty="0">
                <a:solidFill>
                  <a:srgbClr val="000000"/>
                </a:solidFill>
                <a:effectLst/>
                <a:latin typeface="Arial Black" panose="020B0A04020102020204" pitchFamily="34" charset="0"/>
              </a:rPr>
              <a:t>multicollinearity</a:t>
            </a:r>
            <a:r>
              <a:rPr lang="en-US" sz="1600" b="0" i="0" dirty="0">
                <a:solidFill>
                  <a:srgbClr val="000000"/>
                </a:solidFill>
                <a:effectLst/>
                <a:latin typeface="Arial Black" panose="020B0A04020102020204" pitchFamily="34" charset="0"/>
              </a:rPr>
              <a:t>.</a:t>
            </a:r>
          </a:p>
          <a:p>
            <a:pPr algn="just">
              <a:lnSpc>
                <a:spcPts val="1650"/>
              </a:lnSpc>
              <a:buNone/>
            </a:pPr>
            <a:endParaRPr lang="en-US" sz="1600" b="0" i="0" dirty="0">
              <a:solidFill>
                <a:srgbClr val="000000"/>
              </a:solidFill>
              <a:effectLst/>
              <a:latin typeface="Arial Black" panose="020B0A04020102020204" pitchFamily="34" charset="0"/>
            </a:endParaRPr>
          </a:p>
          <a:p>
            <a:pPr algn="just">
              <a:lnSpc>
                <a:spcPts val="1650"/>
              </a:lnSpc>
              <a:buNone/>
            </a:pPr>
            <a:r>
              <a:rPr lang="en-US" sz="1600" b="0" i="0" dirty="0">
                <a:solidFill>
                  <a:srgbClr val="000000"/>
                </a:solidFill>
                <a:effectLst/>
                <a:latin typeface="Arial Black" panose="020B0A04020102020204" pitchFamily="34" charset="0"/>
              </a:rPr>
              <a:t>In summary, regression analysis is a powerful tool for understanding and predicting relationships between variables, but its effectiveness depends on the quality of data and adherence to its assumptions.</a:t>
            </a:r>
          </a:p>
        </p:txBody>
      </p:sp>
    </p:spTree>
    <p:extLst>
      <p:ext uri="{BB962C8B-B14F-4D97-AF65-F5344CB8AC3E}">
        <p14:creationId xmlns:p14="http://schemas.microsoft.com/office/powerpoint/2010/main" val="2853754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7C2A7-5232-E54A-0712-BFE0ECEE2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1E1A8-F1FD-C1FD-B281-E49539EF39CE}"/>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DC0F65C-EB60-0199-B6F2-951604C41173}"/>
                  </a:ext>
                </a:extLst>
              </p:cNvPr>
              <p:cNvSpPr txBox="1"/>
              <p:nvPr/>
            </p:nvSpPr>
            <p:spPr>
              <a:xfrm>
                <a:off x="639097" y="1422738"/>
                <a:ext cx="10746657" cy="1754326"/>
              </a:xfrm>
              <a:prstGeom prst="rect">
                <a:avLst/>
              </a:prstGeom>
              <a:noFill/>
            </p:spPr>
            <p:txBody>
              <a:bodyPr wrap="square">
                <a:spAutoFit/>
              </a:bodyPr>
              <a:lstStyle/>
              <a:p>
                <a:pPr>
                  <a:buNone/>
                </a:pPr>
                <a:r>
                  <a:rPr lang="en-US" dirty="0">
                    <a:effectLst/>
                    <a:latin typeface="Arial Black" panose="020B0A04020102020204" pitchFamily="34" charset="0"/>
                  </a:rPr>
                  <a:t>Linear Regression models the relationship between a dependent variable </a:t>
                </a:r>
                <a14:m>
                  <m:oMath xmlns:m="http://schemas.openxmlformats.org/officeDocument/2006/math">
                    <m:r>
                      <a:rPr lang="en-US" i="1">
                        <a:latin typeface="Cambria Math" panose="02040503050406030204" pitchFamily="18" charset="0"/>
                      </a:rPr>
                      <m:t>𝑦</m:t>
                    </m:r>
                  </m:oMath>
                </a14:m>
                <a:r>
                  <a:rPr lang="en-US" dirty="0">
                    <a:effectLst/>
                    <a:latin typeface="Arial Black" panose="020B0A04020102020204" pitchFamily="34" charset="0"/>
                  </a:rPr>
                  <a:t>and one or more independent variables </a:t>
                </a:r>
                <a14:m>
                  <m:oMath xmlns:m="http://schemas.openxmlformats.org/officeDocument/2006/math">
                    <m:r>
                      <a:rPr lang="en-US" i="1">
                        <a:latin typeface="Cambria Math" panose="02040503050406030204" pitchFamily="18" charset="0"/>
                      </a:rPr>
                      <m:t>𝑥</m:t>
                    </m:r>
                  </m:oMath>
                </a14:m>
                <a:r>
                  <a:rPr lang="en-US" dirty="0">
                    <a:effectLst/>
                    <a:latin typeface="Arial Black" panose="020B0A04020102020204" pitchFamily="34" charset="0"/>
                  </a:rPr>
                  <a:t>by fitting a straight line:</a:t>
                </a:r>
                <a:endParaRPr lang="en-US" dirty="0">
                  <a:latin typeface="Arial Black" panose="020B0A04020102020204" pitchFamily="34" charset="0"/>
                </a:endParaRP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𝑐</m:t>
                      </m:r>
                    </m:oMath>
                  </m:oMathPara>
                </a14:m>
                <a:endParaRPr lang="en-US" dirty="0">
                  <a:latin typeface="Arial Black" panose="020B0A04020102020204" pitchFamily="34" charset="0"/>
                </a:endParaRPr>
              </a:p>
              <a:p>
                <a:pPr>
                  <a:buNone/>
                </a:pPr>
                <a:r>
                  <a:rPr lang="en-US" dirty="0">
                    <a:effectLst/>
                    <a:latin typeface="Arial Black" panose="020B0A04020102020204" pitchFamily="34" charset="0"/>
                  </a:rPr>
                  <a:t>where:</a:t>
                </a:r>
                <a:endParaRPr lang="en-US" dirty="0">
                  <a:latin typeface="Arial Black" panose="020B0A04020102020204" pitchFamily="34" charset="0"/>
                </a:endParaRP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𝑚</m:t>
                    </m:r>
                  </m:oMath>
                </a14:m>
                <a:r>
                  <a:rPr lang="en-US" dirty="0">
                    <a:effectLst/>
                    <a:latin typeface="Arial Black" panose="020B0A04020102020204" pitchFamily="34" charset="0"/>
                  </a:rPr>
                  <a:t>= slope (rate of change)</a:t>
                </a:r>
                <a:endParaRPr lang="en-US" dirty="0">
                  <a:latin typeface="Arial Black" panose="020B0A04020102020204" pitchFamily="34" charset="0"/>
                </a:endParaRP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𝑐</m:t>
                    </m:r>
                  </m:oMath>
                </a14:m>
                <a:r>
                  <a:rPr lang="en-US" dirty="0">
                    <a:effectLst/>
                    <a:latin typeface="Arial Black" panose="020B0A04020102020204" pitchFamily="34" charset="0"/>
                  </a:rPr>
                  <a:t>= intercept (value of </a:t>
                </a:r>
                <a14:m>
                  <m:oMath xmlns:m="http://schemas.openxmlformats.org/officeDocument/2006/math">
                    <m:r>
                      <a:rPr lang="en-US" i="1">
                        <a:latin typeface="Cambria Math" panose="02040503050406030204" pitchFamily="18" charset="0"/>
                      </a:rPr>
                      <m:t>𝑦</m:t>
                    </m:r>
                  </m:oMath>
                </a14:m>
                <a:r>
                  <a:rPr lang="en-US" dirty="0">
                    <a:effectLst/>
                    <a:latin typeface="Arial Black" panose="020B0A04020102020204" pitchFamily="34" charset="0"/>
                  </a:rPr>
                  <a:t>when </a:t>
                </a:r>
                <a14:m>
                  <m:oMath xmlns:m="http://schemas.openxmlformats.org/officeDocument/2006/math">
                    <m:r>
                      <a:rPr lang="en-US" i="1">
                        <a:latin typeface="Cambria Math" panose="02040503050406030204" pitchFamily="18" charset="0"/>
                      </a:rPr>
                      <m:t>𝑥</m:t>
                    </m:r>
                    <m:r>
                      <a:rPr lang="en-US" i="0">
                        <a:latin typeface="Cambria Math" panose="02040503050406030204" pitchFamily="18" charset="0"/>
                      </a:rPr>
                      <m:t>=0</m:t>
                    </m:r>
                  </m:oMath>
                </a14:m>
                <a:r>
                  <a:rPr lang="en-US" dirty="0">
                    <a:effectLst/>
                    <a:latin typeface="Arial Black" panose="020B0A04020102020204" pitchFamily="34" charset="0"/>
                  </a:rPr>
                  <a:t>)</a:t>
                </a:r>
                <a:endParaRPr lang="en-US" dirty="0">
                  <a:latin typeface="Arial Black" panose="020B0A04020102020204" pitchFamily="34" charset="0"/>
                </a:endParaRPr>
              </a:p>
            </p:txBody>
          </p:sp>
        </mc:Choice>
        <mc:Fallback>
          <p:sp>
            <p:nvSpPr>
              <p:cNvPr id="8" name="TextBox 7">
                <a:extLst>
                  <a:ext uri="{FF2B5EF4-FFF2-40B4-BE49-F238E27FC236}">
                    <a16:creationId xmlns:a16="http://schemas.microsoft.com/office/drawing/2014/main" id="{0DC0F65C-EB60-0199-B6F2-951604C41173}"/>
                  </a:ext>
                </a:extLst>
              </p:cNvPr>
              <p:cNvSpPr txBox="1">
                <a:spLocks noRot="1" noChangeAspect="1" noMove="1" noResize="1" noEditPoints="1" noAdjustHandles="1" noChangeArrowheads="1" noChangeShapeType="1" noTextEdit="1"/>
              </p:cNvSpPr>
              <p:nvPr/>
            </p:nvSpPr>
            <p:spPr>
              <a:xfrm>
                <a:off x="639097" y="1422738"/>
                <a:ext cx="10746657" cy="1754326"/>
              </a:xfrm>
              <a:prstGeom prst="rect">
                <a:avLst/>
              </a:prstGeom>
              <a:blipFill>
                <a:blip r:embed="rId2"/>
                <a:stretch>
                  <a:fillRect l="-510" t="-1736" b="-45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A79AF3A-098D-730B-9336-2C75D2041C22}"/>
                  </a:ext>
                </a:extLst>
              </p:cNvPr>
              <p:cNvSpPr txBox="1"/>
              <p:nvPr/>
            </p:nvSpPr>
            <p:spPr>
              <a:xfrm>
                <a:off x="639097" y="3680937"/>
                <a:ext cx="10550013" cy="1871090"/>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Objective</a:t>
                </a:r>
              </a:p>
              <a:p>
                <a:pPr>
                  <a:buNone/>
                </a:pPr>
                <a:endParaRPr lang="en-US" b="1" dirty="0">
                  <a:latin typeface="Arial Black" panose="020B0A04020102020204" pitchFamily="34" charset="0"/>
                </a:endParaRPr>
              </a:p>
              <a:p>
                <a:pPr>
                  <a:buNone/>
                </a:pPr>
                <a:r>
                  <a:rPr lang="en-US" dirty="0">
                    <a:effectLst/>
                    <a:latin typeface="Arial Black" panose="020B0A04020102020204" pitchFamily="34" charset="0"/>
                  </a:rPr>
                  <a:t>Minimize the </a:t>
                </a:r>
                <a:r>
                  <a:rPr lang="en-US" b="1" dirty="0">
                    <a:effectLst/>
                    <a:latin typeface="Arial Black" panose="020B0A04020102020204" pitchFamily="34" charset="0"/>
                  </a:rPr>
                  <a:t>error</a:t>
                </a:r>
                <a:r>
                  <a:rPr lang="en-US" dirty="0">
                    <a:effectLst/>
                    <a:latin typeface="Arial Black" panose="020B0A04020102020204" pitchFamily="34" charset="0"/>
                  </a:rPr>
                  <a:t> between predicted and actual values using the </a:t>
                </a:r>
                <a:r>
                  <a:rPr lang="en-US" b="1" dirty="0">
                    <a:effectLst/>
                    <a:latin typeface="Arial Black" panose="020B0A04020102020204" pitchFamily="34" charset="0"/>
                  </a:rPr>
                  <a:t>Least Squares Method</a:t>
                </a:r>
                <a:r>
                  <a:rPr lang="en-US" dirty="0">
                    <a:effectLst/>
                    <a:latin typeface="Arial Black" panose="020B0A04020102020204" pitchFamily="34" charset="0"/>
                  </a:rPr>
                  <a:t>:</a:t>
                </a:r>
                <a:endParaRPr lang="en-US" dirty="0">
                  <a:latin typeface="Arial Black" panose="020B0A04020102020204" pitchFamily="34" charset="0"/>
                </a:endParaRPr>
              </a:p>
              <a:p>
                <a:pPr>
                  <a:buNone/>
                </a:pPr>
                <a14:m>
                  <m:oMathPara xmlns:m="http://schemas.openxmlformats.org/officeDocument/2006/math">
                    <m:oMathParaPr>
                      <m:jc m:val="centerGroup"/>
                    </m:oMathParaPr>
                    <m:oMath xmlns:m="http://schemas.openxmlformats.org/officeDocument/2006/math">
                      <m:r>
                        <m:rPr>
                          <m:nor/>
                        </m:rPr>
                        <a:rPr lang="en-US" b="0">
                          <a:latin typeface="Arial Black" panose="020B0A04020102020204" pitchFamily="34" charset="0"/>
                        </a:rPr>
                        <m:t>Minimize</m:t>
                      </m:r>
                      <m:r>
                        <m:rPr>
                          <m:nor/>
                        </m:rPr>
                        <a:rPr lang="en-US" b="0" i="1">
                          <a:latin typeface="Arial Black" panose="020B0A04020102020204" pitchFamily="34" charset="0"/>
                        </a:rPr>
                        <m:t> </m:t>
                      </m:r>
                      <m:nary>
                        <m:naryPr>
                          <m:chr m:val="∑"/>
                          <m:grow m:val="on"/>
                          <m:subHide m:val="on"/>
                          <m:supHide m:val="on"/>
                          <m:ctrlPr>
                            <a:rPr lang="en-US" b="0" i="1">
                              <a:latin typeface="Cambria Math" panose="02040503050406030204" pitchFamily="18" charset="0"/>
                            </a:rPr>
                          </m:ctrlPr>
                        </m:naryPr>
                        <m:sub/>
                        <m:sup/>
                        <m:e>
                          <m:r>
                            <a:rPr lang="en-US" b="0" i="0">
                              <a:latin typeface="Cambria Math" panose="02040503050406030204" pitchFamily="18" charset="0"/>
                            </a:rPr>
                            <m:t>(</m:t>
                          </m:r>
                        </m:e>
                      </m:nary>
                      <m:d>
                        <m:dPr>
                          <m:begChr m:val=""/>
                          <m:endChr m:val=""/>
                          <m:ctrlPr>
                            <a:rPr lang="en-US" b="0" i="1">
                              <a:latin typeface="Cambria Math" panose="02040503050406030204" pitchFamily="18" charset="0"/>
                            </a:rPr>
                          </m:ctrlPr>
                        </m:dPr>
                        <m:e>
                          <m:sSub>
                            <m:sSubPr>
                              <m:ctrlPr>
                                <a:rPr lang="en-US" b="0"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𝑖</m:t>
                              </m:r>
                            </m:sub>
                          </m:sSub>
                          <m:r>
                            <a:rPr lang="en-US" b="0" i="0">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𝑖</m:t>
                              </m:r>
                            </m:sub>
                          </m:sSub>
                          <m:sSup>
                            <m:sSupPr>
                              <m:ctrlPr>
                                <a:rPr lang="en-US" b="0" i="1">
                                  <a:latin typeface="Cambria Math" panose="02040503050406030204" pitchFamily="18" charset="0"/>
                                </a:rPr>
                              </m:ctrlPr>
                            </m:sSupPr>
                            <m:e>
                              <m:d>
                                <m:dPr>
                                  <m:begChr m:val=""/>
                                  <m:endChr m:val=""/>
                                  <m:ctrlPr>
                                    <a:rPr lang="en-US" b="0" i="1">
                                      <a:latin typeface="Cambria Math" panose="02040503050406030204" pitchFamily="18" charset="0"/>
                                    </a:rPr>
                                  </m:ctrlPr>
                                </m:dPr>
                                <m:e>
                                  <m:r>
                                    <a:rPr lang="en-US" b="0" i="0">
                                      <a:latin typeface="Cambria Math" panose="02040503050406030204" pitchFamily="18" charset="0"/>
                                    </a:rPr>
                                    <m:t>)</m:t>
                                  </m:r>
                                </m:e>
                              </m:d>
                            </m:e>
                            <m:sup>
                              <m:r>
                                <a:rPr lang="en-US" b="0" i="0">
                                  <a:latin typeface="Cambria Math" panose="02040503050406030204" pitchFamily="18" charset="0"/>
                                </a:rPr>
                                <m:t>2</m:t>
                              </m:r>
                            </m:sup>
                          </m:sSup>
                        </m:e>
                      </m:d>
                    </m:oMath>
                  </m:oMathPara>
                </a14:m>
                <a:endParaRPr lang="en-US" b="0" dirty="0">
                  <a:latin typeface="Arial Black" panose="020B0A04020102020204" pitchFamily="34" charset="0"/>
                </a:endParaRPr>
              </a:p>
            </p:txBody>
          </p:sp>
        </mc:Choice>
        <mc:Fallback>
          <p:sp>
            <p:nvSpPr>
              <p:cNvPr id="10" name="TextBox 9">
                <a:extLst>
                  <a:ext uri="{FF2B5EF4-FFF2-40B4-BE49-F238E27FC236}">
                    <a16:creationId xmlns:a16="http://schemas.microsoft.com/office/drawing/2014/main" id="{4A79AF3A-098D-730B-9336-2C75D2041C22}"/>
                  </a:ext>
                </a:extLst>
              </p:cNvPr>
              <p:cNvSpPr txBox="1">
                <a:spLocks noRot="1" noChangeAspect="1" noMove="1" noResize="1" noEditPoints="1" noAdjustHandles="1" noChangeArrowheads="1" noChangeShapeType="1" noTextEdit="1"/>
              </p:cNvSpPr>
              <p:nvPr/>
            </p:nvSpPr>
            <p:spPr>
              <a:xfrm>
                <a:off x="639097" y="3680937"/>
                <a:ext cx="10550013" cy="1871090"/>
              </a:xfrm>
              <a:prstGeom prst="rect">
                <a:avLst/>
              </a:prstGeom>
              <a:blipFill>
                <a:blip r:embed="rId3"/>
                <a:stretch>
                  <a:fillRect l="-520" t="-1954"/>
                </a:stretch>
              </a:blipFill>
            </p:spPr>
            <p:txBody>
              <a:bodyPr/>
              <a:lstStyle/>
              <a:p>
                <a:r>
                  <a:rPr lang="en-US">
                    <a:noFill/>
                  </a:rPr>
                  <a:t> </a:t>
                </a:r>
              </a:p>
            </p:txBody>
          </p:sp>
        </mc:Fallback>
      </mc:AlternateContent>
    </p:spTree>
    <p:extLst>
      <p:ext uri="{BB962C8B-B14F-4D97-AF65-F5344CB8AC3E}">
        <p14:creationId xmlns:p14="http://schemas.microsoft.com/office/powerpoint/2010/main" val="1425977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C6CDF-7728-46F9-3FC6-FB83C9D47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B24C1-27A7-6897-A060-2B3438FAFC04}"/>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sp>
        <p:nvSpPr>
          <p:cNvPr id="4" name="TextBox 3">
            <a:extLst>
              <a:ext uri="{FF2B5EF4-FFF2-40B4-BE49-F238E27FC236}">
                <a16:creationId xmlns:a16="http://schemas.microsoft.com/office/drawing/2014/main" id="{27A19073-976F-E6C4-F72E-878705E4414A}"/>
              </a:ext>
            </a:extLst>
          </p:cNvPr>
          <p:cNvSpPr txBox="1"/>
          <p:nvPr/>
        </p:nvSpPr>
        <p:spPr>
          <a:xfrm>
            <a:off x="1056968" y="1548880"/>
            <a:ext cx="10078064" cy="3570208"/>
          </a:xfrm>
          <a:prstGeom prst="rect">
            <a:avLst/>
          </a:prstGeom>
          <a:noFill/>
        </p:spPr>
        <p:txBody>
          <a:bodyPr wrap="square">
            <a:spAutoFit/>
          </a:bodyPr>
          <a:lstStyle/>
          <a:p>
            <a:pPr algn="just">
              <a:buNone/>
            </a:pPr>
            <a:r>
              <a:rPr lang="en-US" b="0" i="0" dirty="0">
                <a:solidFill>
                  <a:srgbClr val="374151"/>
                </a:solidFill>
                <a:effectLst/>
                <a:latin typeface="Arial Black" panose="020B0A04020102020204" pitchFamily="34" charset="0"/>
              </a:rPr>
              <a:t>Simple linear regression is a model that assesses the relationship between a dependent variable and an independent variable. The simple linear model is expressed using the following equation:</a:t>
            </a:r>
          </a:p>
          <a:p>
            <a:pPr algn="just">
              <a:buNone/>
            </a:pPr>
            <a:endParaRPr lang="en-US" b="0" i="0" dirty="0">
              <a:solidFill>
                <a:srgbClr val="374151"/>
              </a:solidFill>
              <a:effectLst/>
              <a:latin typeface="Arial Black" panose="020B0A04020102020204" pitchFamily="34" charset="0"/>
            </a:endParaRPr>
          </a:p>
          <a:p>
            <a:pPr algn="just">
              <a:spcAft>
                <a:spcPts val="1200"/>
              </a:spcAft>
              <a:buNone/>
            </a:pPr>
            <a:r>
              <a:rPr lang="en-US" b="1" i="0" dirty="0">
                <a:solidFill>
                  <a:srgbClr val="000C3F"/>
                </a:solidFill>
                <a:effectLst/>
                <a:latin typeface="Arial Black" panose="020B0A04020102020204" pitchFamily="34" charset="0"/>
              </a:rPr>
              <a:t>					Y = a + </a:t>
            </a:r>
            <a:r>
              <a:rPr lang="en-US" b="1" i="0" dirty="0" err="1">
                <a:solidFill>
                  <a:srgbClr val="000C3F"/>
                </a:solidFill>
                <a:effectLst/>
                <a:latin typeface="Arial Black" panose="020B0A04020102020204" pitchFamily="34" charset="0"/>
              </a:rPr>
              <a:t>bX</a:t>
            </a:r>
            <a:r>
              <a:rPr lang="en-US" b="1" i="0" dirty="0">
                <a:solidFill>
                  <a:srgbClr val="000C3F"/>
                </a:solidFill>
                <a:effectLst/>
                <a:latin typeface="Arial Black" panose="020B0A04020102020204" pitchFamily="34" charset="0"/>
              </a:rPr>
              <a:t> + ϵ</a:t>
            </a:r>
          </a:p>
          <a:p>
            <a:pPr algn="just">
              <a:buNone/>
            </a:pPr>
            <a:r>
              <a:rPr lang="en-US" b="0" i="0" dirty="0">
                <a:solidFill>
                  <a:srgbClr val="374151"/>
                </a:solidFill>
                <a:effectLst/>
                <a:latin typeface="Arial Black" panose="020B0A04020102020204" pitchFamily="34" charset="0"/>
              </a:rPr>
              <a:t>Where:</a:t>
            </a:r>
          </a:p>
          <a:p>
            <a:pPr algn="just">
              <a:buNone/>
            </a:pPr>
            <a:endParaRPr lang="en-US" b="0" i="0" dirty="0">
              <a:solidFill>
                <a:srgbClr val="374151"/>
              </a:solidFill>
              <a:effectLst/>
              <a:latin typeface="Arial Black" panose="020B0A04020102020204" pitchFamily="34" charset="0"/>
            </a:endParaRPr>
          </a:p>
          <a:p>
            <a:pPr algn="just"/>
            <a:r>
              <a:rPr lang="en-US" b="1" i="0" dirty="0">
                <a:solidFill>
                  <a:srgbClr val="374151"/>
                </a:solidFill>
                <a:effectLst/>
                <a:latin typeface="Arial Black" panose="020B0A04020102020204" pitchFamily="34" charset="0"/>
              </a:rPr>
              <a:t>Y</a:t>
            </a:r>
            <a:r>
              <a:rPr lang="en-US" b="0" i="0" dirty="0">
                <a:solidFill>
                  <a:srgbClr val="374151"/>
                </a:solidFill>
                <a:effectLst/>
                <a:latin typeface="Arial Black" panose="020B0A04020102020204" pitchFamily="34" charset="0"/>
              </a:rPr>
              <a:t> – Dependent variable</a:t>
            </a:r>
          </a:p>
          <a:p>
            <a:pPr algn="just"/>
            <a:r>
              <a:rPr lang="en-US" b="1" i="0" dirty="0">
                <a:solidFill>
                  <a:srgbClr val="374151"/>
                </a:solidFill>
                <a:effectLst/>
                <a:latin typeface="Arial Black" panose="020B0A04020102020204" pitchFamily="34" charset="0"/>
              </a:rPr>
              <a:t>X</a:t>
            </a:r>
            <a:r>
              <a:rPr lang="en-US" b="0" i="0" dirty="0">
                <a:solidFill>
                  <a:srgbClr val="374151"/>
                </a:solidFill>
                <a:effectLst/>
                <a:latin typeface="Arial Black" panose="020B0A04020102020204" pitchFamily="34" charset="0"/>
              </a:rPr>
              <a:t> – Independent (explanatory) variable</a:t>
            </a:r>
          </a:p>
          <a:p>
            <a:pPr algn="just"/>
            <a:r>
              <a:rPr lang="en-US" b="1" i="0" dirty="0">
                <a:solidFill>
                  <a:srgbClr val="374151"/>
                </a:solidFill>
                <a:effectLst/>
                <a:latin typeface="Arial Black" panose="020B0A04020102020204" pitchFamily="34" charset="0"/>
              </a:rPr>
              <a:t>a</a:t>
            </a:r>
            <a:r>
              <a:rPr lang="en-US" b="0" i="0" dirty="0">
                <a:solidFill>
                  <a:srgbClr val="374151"/>
                </a:solidFill>
                <a:effectLst/>
                <a:latin typeface="Arial Black" panose="020B0A04020102020204" pitchFamily="34" charset="0"/>
              </a:rPr>
              <a:t> – Intercept</a:t>
            </a:r>
          </a:p>
          <a:p>
            <a:pPr algn="just"/>
            <a:r>
              <a:rPr lang="en-US" b="1" i="0" dirty="0">
                <a:solidFill>
                  <a:srgbClr val="374151"/>
                </a:solidFill>
                <a:effectLst/>
                <a:latin typeface="Arial Black" panose="020B0A04020102020204" pitchFamily="34" charset="0"/>
              </a:rPr>
              <a:t>b</a:t>
            </a:r>
            <a:r>
              <a:rPr lang="en-US" b="0" i="0" dirty="0">
                <a:solidFill>
                  <a:srgbClr val="374151"/>
                </a:solidFill>
                <a:effectLst/>
                <a:latin typeface="Arial Black" panose="020B0A04020102020204" pitchFamily="34" charset="0"/>
              </a:rPr>
              <a:t> – Slope</a:t>
            </a:r>
          </a:p>
          <a:p>
            <a:pPr algn="just"/>
            <a:r>
              <a:rPr lang="en-US" b="1" i="0" dirty="0">
                <a:solidFill>
                  <a:srgbClr val="374151"/>
                </a:solidFill>
                <a:effectLst/>
                <a:latin typeface="Arial Black" panose="020B0A04020102020204" pitchFamily="34" charset="0"/>
              </a:rPr>
              <a:t>ϵ</a:t>
            </a:r>
            <a:r>
              <a:rPr lang="en-US" b="0" i="0" dirty="0">
                <a:solidFill>
                  <a:srgbClr val="374151"/>
                </a:solidFill>
                <a:effectLst/>
                <a:latin typeface="Arial Black" panose="020B0A04020102020204" pitchFamily="34" charset="0"/>
              </a:rPr>
              <a:t> – Residual (error)</a:t>
            </a:r>
          </a:p>
        </p:txBody>
      </p:sp>
    </p:spTree>
    <p:extLst>
      <p:ext uri="{BB962C8B-B14F-4D97-AF65-F5344CB8AC3E}">
        <p14:creationId xmlns:p14="http://schemas.microsoft.com/office/powerpoint/2010/main" val="2125519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2686-6322-D332-6131-F989E7F27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869A1-13AE-7A16-2A51-5C69861902C8}"/>
              </a:ext>
            </a:extLst>
          </p:cNvPr>
          <p:cNvSpPr>
            <a:spLocks noGrp="1"/>
          </p:cNvSpPr>
          <p:nvPr>
            <p:ph type="ctrTitle"/>
          </p:nvPr>
        </p:nvSpPr>
        <p:spPr>
          <a:xfrm>
            <a:off x="1524000" y="265471"/>
            <a:ext cx="9144000" cy="806092"/>
          </a:xfrm>
        </p:spPr>
        <p:txBody>
          <a:bodyPr>
            <a:normAutofit fontScale="90000"/>
          </a:bodyPr>
          <a:lstStyle/>
          <a:p>
            <a:r>
              <a:rPr lang="en-US" sz="4000" dirty="0">
                <a:latin typeface="Arial Black" panose="020B0A04020102020204" pitchFamily="34" charset="0"/>
              </a:rPr>
              <a:t>PYTHON FOR LINEAR REGRESSION</a:t>
            </a:r>
          </a:p>
        </p:txBody>
      </p:sp>
      <p:sp>
        <p:nvSpPr>
          <p:cNvPr id="5" name="TextBox 4">
            <a:extLst>
              <a:ext uri="{FF2B5EF4-FFF2-40B4-BE49-F238E27FC236}">
                <a16:creationId xmlns:a16="http://schemas.microsoft.com/office/drawing/2014/main" id="{B5E6F705-5F0B-870A-9B1E-06859AA7D949}"/>
              </a:ext>
            </a:extLst>
          </p:cNvPr>
          <p:cNvSpPr txBox="1"/>
          <p:nvPr/>
        </p:nvSpPr>
        <p:spPr>
          <a:xfrm>
            <a:off x="471949" y="1071563"/>
            <a:ext cx="6833419" cy="5693866"/>
          </a:xfrm>
          <a:prstGeom prst="rect">
            <a:avLst/>
          </a:prstGeom>
          <a:noFill/>
        </p:spPr>
        <p:txBody>
          <a:bodyPr wrap="square">
            <a:spAutoFit/>
          </a:bodyPr>
          <a:lstStyle/>
          <a:p>
            <a:r>
              <a:rPr lang="en-US" sz="1400" dirty="0">
                <a:latin typeface="Arial Black" panose="020B0A04020102020204" pitchFamily="34" charset="0"/>
              </a:rPr>
              <a:t>import pandas as pd</a:t>
            </a:r>
          </a:p>
          <a:p>
            <a:r>
              <a:rPr lang="en-US" sz="1400" dirty="0">
                <a:latin typeface="Arial Black" panose="020B0A04020102020204" pitchFamily="34" charset="0"/>
              </a:rPr>
              <a:t>from </a:t>
            </a:r>
            <a:r>
              <a:rPr lang="en-US" sz="1400" dirty="0" err="1">
                <a:latin typeface="Arial Black" panose="020B0A04020102020204" pitchFamily="34" charset="0"/>
              </a:rPr>
              <a:t>sklearn</a:t>
            </a:r>
            <a:r>
              <a:rPr lang="en-US" sz="1400" dirty="0">
                <a:latin typeface="Arial Black" panose="020B0A04020102020204" pitchFamily="34" charset="0"/>
              </a:rPr>
              <a:t> import </a:t>
            </a:r>
            <a:r>
              <a:rPr lang="en-US" sz="1400" dirty="0" err="1">
                <a:latin typeface="Arial Black" panose="020B0A04020102020204" pitchFamily="34" charset="0"/>
              </a:rPr>
              <a:t>linear_model</a:t>
            </a:r>
            <a:endParaRPr lang="en-US" sz="1400" dirty="0">
              <a:latin typeface="Arial Black" panose="020B0A04020102020204" pitchFamily="34" charset="0"/>
            </a:endParaRPr>
          </a:p>
          <a:p>
            <a:r>
              <a:rPr lang="en-US" sz="1400" dirty="0">
                <a:latin typeface="Arial Black" panose="020B0A04020102020204" pitchFamily="34" charset="0"/>
              </a:rPr>
              <a:t>from </a:t>
            </a:r>
            <a:r>
              <a:rPr lang="en-US" sz="1400" dirty="0" err="1">
                <a:latin typeface="Arial Black" panose="020B0A04020102020204" pitchFamily="34" charset="0"/>
              </a:rPr>
              <a:t>sklearn.model_selection</a:t>
            </a:r>
            <a:r>
              <a:rPr lang="en-US" sz="1400" dirty="0">
                <a:latin typeface="Arial Black" panose="020B0A04020102020204" pitchFamily="34" charset="0"/>
              </a:rPr>
              <a:t> import </a:t>
            </a:r>
            <a:r>
              <a:rPr lang="en-US" sz="1400" dirty="0" err="1">
                <a:latin typeface="Arial Black" panose="020B0A04020102020204" pitchFamily="34" charset="0"/>
              </a:rPr>
              <a:t>train_test_split</a:t>
            </a:r>
            <a:endParaRPr lang="en-US" sz="1400" dirty="0">
              <a:latin typeface="Arial Black" panose="020B0A04020102020204" pitchFamily="34" charset="0"/>
            </a:endParaRPr>
          </a:p>
          <a:p>
            <a:r>
              <a:rPr lang="en-US" sz="1400" dirty="0">
                <a:latin typeface="Arial Black" panose="020B0A04020102020204" pitchFamily="34" charset="0"/>
              </a:rPr>
              <a:t>import </a:t>
            </a:r>
            <a:r>
              <a:rPr lang="en-US" sz="1400" dirty="0" err="1">
                <a:latin typeface="Arial Black" panose="020B0A04020102020204" pitchFamily="34" charset="0"/>
              </a:rPr>
              <a:t>matplotlib.pyplot</a:t>
            </a:r>
            <a:r>
              <a:rPr lang="en-US" sz="1400" dirty="0">
                <a:latin typeface="Arial Black" panose="020B0A04020102020204" pitchFamily="34" charset="0"/>
              </a:rPr>
              <a:t> as </a:t>
            </a:r>
            <a:r>
              <a:rPr lang="en-US" sz="1400" dirty="0" err="1">
                <a:latin typeface="Arial Black" panose="020B0A04020102020204" pitchFamily="34" charset="0"/>
              </a:rPr>
              <a:t>plt</a:t>
            </a:r>
            <a:endParaRPr lang="en-US" sz="1400" dirty="0">
              <a:latin typeface="Arial Black" panose="020B0A04020102020204" pitchFamily="34" charset="0"/>
            </a:endParaRPr>
          </a:p>
          <a:p>
            <a:endParaRPr lang="en-US" sz="1400" dirty="0">
              <a:latin typeface="Arial Black" panose="020B0A04020102020204" pitchFamily="34" charset="0"/>
            </a:endParaRPr>
          </a:p>
          <a:p>
            <a:r>
              <a:rPr lang="en-US" sz="1400" dirty="0" err="1">
                <a:latin typeface="Arial Black" panose="020B0A04020102020204" pitchFamily="34" charset="0"/>
              </a:rPr>
              <a:t>df</a:t>
            </a:r>
            <a:r>
              <a:rPr lang="en-US" sz="1400" dirty="0">
                <a:latin typeface="Arial Black" panose="020B0A04020102020204" pitchFamily="34" charset="0"/>
              </a:rPr>
              <a:t> = </a:t>
            </a:r>
            <a:r>
              <a:rPr lang="en-US" sz="1400" dirty="0" err="1">
                <a:latin typeface="Arial Black" panose="020B0A04020102020204" pitchFamily="34" charset="0"/>
              </a:rPr>
              <a:t>pd.read_csv</a:t>
            </a:r>
            <a:r>
              <a:rPr lang="en-US" sz="1400" dirty="0">
                <a:latin typeface="Arial Black" panose="020B0A04020102020204" pitchFamily="34" charset="0"/>
              </a:rPr>
              <a:t>("Housing.csv")</a:t>
            </a:r>
          </a:p>
          <a:p>
            <a:r>
              <a:rPr lang="en-US" sz="1400" dirty="0">
                <a:latin typeface="Arial Black" panose="020B0A04020102020204" pitchFamily="34" charset="0"/>
              </a:rPr>
              <a:t>Y = </a:t>
            </a:r>
            <a:r>
              <a:rPr lang="en-US" sz="1400" dirty="0" err="1">
                <a:latin typeface="Arial Black" panose="020B0A04020102020204" pitchFamily="34" charset="0"/>
              </a:rPr>
              <a:t>df</a:t>
            </a:r>
            <a:r>
              <a:rPr lang="en-US" sz="1400" dirty="0">
                <a:latin typeface="Arial Black" panose="020B0A04020102020204" pitchFamily="34" charset="0"/>
              </a:rPr>
              <a:t>['price']</a:t>
            </a:r>
          </a:p>
          <a:p>
            <a:r>
              <a:rPr lang="en-US" sz="1400" dirty="0">
                <a:latin typeface="Arial Black" panose="020B0A04020102020204" pitchFamily="34" charset="0"/>
              </a:rPr>
              <a:t>X = </a:t>
            </a:r>
            <a:r>
              <a:rPr lang="en-US" sz="1400" dirty="0" err="1">
                <a:latin typeface="Arial Black" panose="020B0A04020102020204" pitchFamily="34" charset="0"/>
              </a:rPr>
              <a:t>df</a:t>
            </a:r>
            <a:r>
              <a:rPr lang="en-US" sz="1400" dirty="0">
                <a:latin typeface="Arial Black" panose="020B0A04020102020204" pitchFamily="34" charset="0"/>
              </a:rPr>
              <a:t>['</a:t>
            </a:r>
            <a:r>
              <a:rPr lang="en-US" sz="1400" dirty="0" err="1">
                <a:latin typeface="Arial Black" panose="020B0A04020102020204" pitchFamily="34" charset="0"/>
              </a:rPr>
              <a:t>lotsize</a:t>
            </a:r>
            <a:r>
              <a:rPr lang="en-US" sz="1400" dirty="0">
                <a:latin typeface="Arial Black" panose="020B0A04020102020204" pitchFamily="34" charset="0"/>
              </a:rPr>
              <a:t>']</a:t>
            </a:r>
          </a:p>
          <a:p>
            <a:r>
              <a:rPr lang="en-US" sz="1400" dirty="0">
                <a:latin typeface="Arial Black" panose="020B0A04020102020204" pitchFamily="34" charset="0"/>
              </a:rPr>
              <a:t>X = </a:t>
            </a:r>
            <a:r>
              <a:rPr lang="en-US" sz="1400" dirty="0" err="1">
                <a:latin typeface="Arial Black" panose="020B0A04020102020204" pitchFamily="34" charset="0"/>
              </a:rPr>
              <a:t>X.to_numpy</a:t>
            </a:r>
            <a:r>
              <a:rPr lang="en-US" sz="1400" dirty="0">
                <a:latin typeface="Arial Black" panose="020B0A04020102020204" pitchFamily="34" charset="0"/>
              </a:rPr>
              <a:t>().reshape(</a:t>
            </a:r>
            <a:r>
              <a:rPr lang="en-US" sz="1400" dirty="0" err="1">
                <a:latin typeface="Arial Black" panose="020B0A04020102020204" pitchFamily="34" charset="0"/>
              </a:rPr>
              <a:t>len</a:t>
            </a:r>
            <a:r>
              <a:rPr lang="en-US" sz="1400" dirty="0">
                <a:latin typeface="Arial Black" panose="020B0A04020102020204" pitchFamily="34" charset="0"/>
              </a:rPr>
              <a:t>(X), 1)</a:t>
            </a:r>
          </a:p>
          <a:p>
            <a:r>
              <a:rPr lang="en-US" sz="1400" dirty="0">
                <a:latin typeface="Arial Black" panose="020B0A04020102020204" pitchFamily="34" charset="0"/>
              </a:rPr>
              <a:t>Y = </a:t>
            </a:r>
            <a:r>
              <a:rPr lang="en-US" sz="1400" dirty="0" err="1">
                <a:latin typeface="Arial Black" panose="020B0A04020102020204" pitchFamily="34" charset="0"/>
              </a:rPr>
              <a:t>Y.to_numpy</a:t>
            </a:r>
            <a:r>
              <a:rPr lang="en-US" sz="1400" dirty="0">
                <a:latin typeface="Arial Black" panose="020B0A04020102020204" pitchFamily="34" charset="0"/>
              </a:rPr>
              <a:t>().reshape(</a:t>
            </a:r>
            <a:r>
              <a:rPr lang="en-US" sz="1400" dirty="0" err="1">
                <a:latin typeface="Arial Black" panose="020B0A04020102020204" pitchFamily="34" charset="0"/>
              </a:rPr>
              <a:t>len</a:t>
            </a:r>
            <a:r>
              <a:rPr lang="en-US" sz="1400" dirty="0">
                <a:latin typeface="Arial Black" panose="020B0A04020102020204" pitchFamily="34" charset="0"/>
              </a:rPr>
              <a:t>(Y), 1)</a:t>
            </a:r>
          </a:p>
          <a:p>
            <a:endParaRPr lang="en-US" sz="1400" dirty="0">
              <a:latin typeface="Arial Black" panose="020B0A04020102020204" pitchFamily="34" charset="0"/>
            </a:endParaRPr>
          </a:p>
          <a:p>
            <a:r>
              <a:rPr lang="en-US" sz="1400" dirty="0" err="1">
                <a:latin typeface="Arial Black" panose="020B0A04020102020204" pitchFamily="34" charset="0"/>
              </a:rPr>
              <a:t>X_train</a:t>
            </a:r>
            <a:r>
              <a:rPr lang="en-US" sz="1400" dirty="0">
                <a:latin typeface="Arial Black" panose="020B0A04020102020204" pitchFamily="34" charset="0"/>
              </a:rPr>
              <a:t>, </a:t>
            </a:r>
            <a:r>
              <a:rPr lang="en-US" sz="1400" dirty="0" err="1">
                <a:latin typeface="Arial Black" panose="020B0A04020102020204" pitchFamily="34" charset="0"/>
              </a:rPr>
              <a:t>X_test</a:t>
            </a:r>
            <a:r>
              <a:rPr lang="en-US" sz="1400" dirty="0">
                <a:latin typeface="Arial Black" panose="020B0A04020102020204" pitchFamily="34" charset="0"/>
              </a:rPr>
              <a:t>, </a:t>
            </a:r>
            <a:r>
              <a:rPr lang="en-US" sz="1400" dirty="0" err="1">
                <a:latin typeface="Arial Black" panose="020B0A04020102020204" pitchFamily="34" charset="0"/>
              </a:rPr>
              <a:t>Y_train</a:t>
            </a:r>
            <a:r>
              <a:rPr lang="en-US" sz="1400" dirty="0">
                <a:latin typeface="Arial Black" panose="020B0A04020102020204" pitchFamily="34" charset="0"/>
              </a:rPr>
              <a:t>, </a:t>
            </a:r>
            <a:r>
              <a:rPr lang="en-US" sz="1400" dirty="0" err="1">
                <a:latin typeface="Arial Black" panose="020B0A04020102020204" pitchFamily="34" charset="0"/>
              </a:rPr>
              <a:t>Y_test</a:t>
            </a:r>
            <a:r>
              <a:rPr lang="en-US" sz="1400" dirty="0">
                <a:latin typeface="Arial Black" panose="020B0A04020102020204" pitchFamily="34" charset="0"/>
              </a:rPr>
              <a:t> = </a:t>
            </a:r>
            <a:r>
              <a:rPr lang="en-US" sz="1400" dirty="0" err="1">
                <a:latin typeface="Arial Black" panose="020B0A04020102020204" pitchFamily="34" charset="0"/>
              </a:rPr>
              <a:t>train_test_split</a:t>
            </a:r>
            <a:r>
              <a:rPr lang="en-US" sz="1400" dirty="0">
                <a:latin typeface="Arial Black" panose="020B0A04020102020204" pitchFamily="34" charset="0"/>
              </a:rPr>
              <a:t>(X, Y, </a:t>
            </a:r>
            <a:r>
              <a:rPr lang="en-US" sz="1400" dirty="0" err="1">
                <a:latin typeface="Arial Black" panose="020B0A04020102020204" pitchFamily="34" charset="0"/>
              </a:rPr>
              <a:t>test_size</a:t>
            </a:r>
            <a:r>
              <a:rPr lang="en-US" sz="1400" dirty="0">
                <a:latin typeface="Arial Black" panose="020B0A04020102020204" pitchFamily="34" charset="0"/>
              </a:rPr>
              <a:t>=0.2, </a:t>
            </a:r>
            <a:r>
              <a:rPr lang="en-US" sz="1400" dirty="0" err="1">
                <a:latin typeface="Arial Black" panose="020B0A04020102020204" pitchFamily="34" charset="0"/>
              </a:rPr>
              <a:t>random_state</a:t>
            </a:r>
            <a:r>
              <a:rPr lang="en-US" sz="1400" dirty="0">
                <a:latin typeface="Arial Black" panose="020B0A04020102020204" pitchFamily="34" charset="0"/>
              </a:rPr>
              <a:t>=42)</a:t>
            </a:r>
          </a:p>
          <a:p>
            <a:endParaRPr lang="en-US" sz="1400" dirty="0">
              <a:latin typeface="Arial Black" panose="020B0A04020102020204" pitchFamily="34" charset="0"/>
            </a:endParaRPr>
          </a:p>
          <a:p>
            <a:r>
              <a:rPr lang="en-US" sz="1400" dirty="0" err="1">
                <a:latin typeface="Arial Black" panose="020B0A04020102020204" pitchFamily="34" charset="0"/>
              </a:rPr>
              <a:t>plt.scatter</a:t>
            </a:r>
            <a:r>
              <a:rPr lang="en-US" sz="1400" dirty="0">
                <a:latin typeface="Arial Black" panose="020B0A04020102020204" pitchFamily="34" charset="0"/>
              </a:rPr>
              <a:t>(</a:t>
            </a:r>
            <a:r>
              <a:rPr lang="en-US" sz="1400" dirty="0" err="1">
                <a:latin typeface="Arial Black" panose="020B0A04020102020204" pitchFamily="34" charset="0"/>
              </a:rPr>
              <a:t>X_test</a:t>
            </a:r>
            <a:r>
              <a:rPr lang="en-US" sz="1400" dirty="0">
                <a:latin typeface="Arial Black" panose="020B0A04020102020204" pitchFamily="34" charset="0"/>
              </a:rPr>
              <a:t>, </a:t>
            </a:r>
            <a:r>
              <a:rPr lang="en-US" sz="1400" dirty="0" err="1">
                <a:latin typeface="Arial Black" panose="020B0A04020102020204" pitchFamily="34" charset="0"/>
              </a:rPr>
              <a:t>Y_test</a:t>
            </a:r>
            <a:r>
              <a:rPr lang="en-US" sz="1400" dirty="0">
                <a:latin typeface="Arial Black" panose="020B0A04020102020204" pitchFamily="34" charset="0"/>
              </a:rPr>
              <a:t>, color='black')</a:t>
            </a:r>
          </a:p>
          <a:p>
            <a:r>
              <a:rPr lang="en-US" sz="1400" dirty="0" err="1">
                <a:latin typeface="Arial Black" panose="020B0A04020102020204" pitchFamily="34" charset="0"/>
              </a:rPr>
              <a:t>plt.title</a:t>
            </a:r>
            <a:r>
              <a:rPr lang="en-US" sz="1400" dirty="0">
                <a:latin typeface="Arial Black" panose="020B0A04020102020204" pitchFamily="34" charset="0"/>
              </a:rPr>
              <a:t>('Test Data')</a:t>
            </a:r>
          </a:p>
          <a:p>
            <a:r>
              <a:rPr lang="en-US" sz="1400" dirty="0" err="1">
                <a:latin typeface="Arial Black" panose="020B0A04020102020204" pitchFamily="34" charset="0"/>
              </a:rPr>
              <a:t>plt.xlabel</a:t>
            </a:r>
            <a:r>
              <a:rPr lang="en-US" sz="1400" dirty="0">
                <a:latin typeface="Arial Black" panose="020B0A04020102020204" pitchFamily="34" charset="0"/>
              </a:rPr>
              <a:t>('Size')</a:t>
            </a:r>
          </a:p>
          <a:p>
            <a:r>
              <a:rPr lang="en-US" sz="1400" dirty="0" err="1">
                <a:latin typeface="Arial Black" panose="020B0A04020102020204" pitchFamily="34" charset="0"/>
              </a:rPr>
              <a:t>plt.ylabel</a:t>
            </a:r>
            <a:r>
              <a:rPr lang="en-US" sz="1400" dirty="0">
                <a:latin typeface="Arial Black" panose="020B0A04020102020204" pitchFamily="34" charset="0"/>
              </a:rPr>
              <a:t>('Price')</a:t>
            </a:r>
          </a:p>
          <a:p>
            <a:r>
              <a:rPr lang="en-US" sz="1400" dirty="0" err="1">
                <a:latin typeface="Arial Black" panose="020B0A04020102020204" pitchFamily="34" charset="0"/>
              </a:rPr>
              <a:t>plt.xticks</a:t>
            </a:r>
            <a:r>
              <a:rPr lang="en-US" sz="1400" dirty="0">
                <a:latin typeface="Arial Black" panose="020B0A04020102020204" pitchFamily="34" charset="0"/>
              </a:rPr>
              <a:t>(())</a:t>
            </a:r>
          </a:p>
          <a:p>
            <a:r>
              <a:rPr lang="en-US" sz="1400" dirty="0" err="1">
                <a:latin typeface="Arial Black" panose="020B0A04020102020204" pitchFamily="34" charset="0"/>
              </a:rPr>
              <a:t>plt.yticks</a:t>
            </a:r>
            <a:r>
              <a:rPr lang="en-US" sz="1400" dirty="0">
                <a:latin typeface="Arial Black" panose="020B0A04020102020204" pitchFamily="34" charset="0"/>
              </a:rPr>
              <a:t>(())</a:t>
            </a:r>
          </a:p>
          <a:p>
            <a:r>
              <a:rPr lang="en-US" sz="1400" dirty="0" err="1">
                <a:latin typeface="Arial Black" panose="020B0A04020102020204" pitchFamily="34" charset="0"/>
              </a:rPr>
              <a:t>regr</a:t>
            </a:r>
            <a:r>
              <a:rPr lang="en-US" sz="1400" dirty="0">
                <a:latin typeface="Arial Black" panose="020B0A04020102020204" pitchFamily="34" charset="0"/>
              </a:rPr>
              <a:t> = </a:t>
            </a:r>
            <a:r>
              <a:rPr lang="en-US" sz="1400" dirty="0" err="1">
                <a:latin typeface="Arial Black" panose="020B0A04020102020204" pitchFamily="34" charset="0"/>
              </a:rPr>
              <a:t>linear_model.LinearRegression</a:t>
            </a:r>
            <a:r>
              <a:rPr lang="en-US" sz="1400" dirty="0">
                <a:latin typeface="Arial Black" panose="020B0A04020102020204" pitchFamily="34" charset="0"/>
              </a:rPr>
              <a:t>()</a:t>
            </a:r>
          </a:p>
          <a:p>
            <a:r>
              <a:rPr lang="en-US" sz="1400" dirty="0" err="1">
                <a:latin typeface="Arial Black" panose="020B0A04020102020204" pitchFamily="34" charset="0"/>
              </a:rPr>
              <a:t>regr.fit</a:t>
            </a:r>
            <a:r>
              <a:rPr lang="en-US" sz="1400" dirty="0">
                <a:latin typeface="Arial Black" panose="020B0A04020102020204" pitchFamily="34" charset="0"/>
              </a:rPr>
              <a:t>(</a:t>
            </a:r>
            <a:r>
              <a:rPr lang="en-US" sz="1400" dirty="0" err="1">
                <a:latin typeface="Arial Black" panose="020B0A04020102020204" pitchFamily="34" charset="0"/>
              </a:rPr>
              <a:t>X_train</a:t>
            </a:r>
            <a:r>
              <a:rPr lang="en-US" sz="1400" dirty="0">
                <a:latin typeface="Arial Black" panose="020B0A04020102020204" pitchFamily="34" charset="0"/>
              </a:rPr>
              <a:t>, </a:t>
            </a:r>
            <a:r>
              <a:rPr lang="en-US" sz="1400" dirty="0" err="1">
                <a:latin typeface="Arial Black" panose="020B0A04020102020204" pitchFamily="34" charset="0"/>
              </a:rPr>
              <a:t>Y_train</a:t>
            </a:r>
            <a:r>
              <a:rPr lang="en-US" sz="1400" dirty="0">
                <a:latin typeface="Arial Black" panose="020B0A04020102020204" pitchFamily="34" charset="0"/>
              </a:rPr>
              <a:t>)</a:t>
            </a:r>
          </a:p>
          <a:p>
            <a:endParaRPr lang="en-US" sz="1400" dirty="0">
              <a:latin typeface="Arial Black" panose="020B0A04020102020204" pitchFamily="34" charset="0"/>
            </a:endParaRPr>
          </a:p>
          <a:p>
            <a:r>
              <a:rPr lang="en-US" sz="1400" dirty="0" err="1">
                <a:latin typeface="Arial Black" panose="020B0A04020102020204" pitchFamily="34" charset="0"/>
              </a:rPr>
              <a:t>plt.plot</a:t>
            </a:r>
            <a:r>
              <a:rPr lang="en-US" sz="1400" dirty="0">
                <a:latin typeface="Arial Black" panose="020B0A04020102020204" pitchFamily="34" charset="0"/>
              </a:rPr>
              <a:t>(</a:t>
            </a:r>
            <a:r>
              <a:rPr lang="en-US" sz="1400" dirty="0" err="1">
                <a:latin typeface="Arial Black" panose="020B0A04020102020204" pitchFamily="34" charset="0"/>
              </a:rPr>
              <a:t>X_test</a:t>
            </a:r>
            <a:r>
              <a:rPr lang="en-US" sz="1400" dirty="0">
                <a:latin typeface="Arial Black" panose="020B0A04020102020204" pitchFamily="34" charset="0"/>
              </a:rPr>
              <a:t>, </a:t>
            </a:r>
            <a:r>
              <a:rPr lang="en-US" sz="1400" dirty="0" err="1">
                <a:latin typeface="Arial Black" panose="020B0A04020102020204" pitchFamily="34" charset="0"/>
              </a:rPr>
              <a:t>regr.predict</a:t>
            </a:r>
            <a:r>
              <a:rPr lang="en-US" sz="1400" dirty="0">
                <a:latin typeface="Arial Black" panose="020B0A04020102020204" pitchFamily="34" charset="0"/>
              </a:rPr>
              <a:t>(</a:t>
            </a:r>
            <a:r>
              <a:rPr lang="en-US" sz="1400" dirty="0" err="1">
                <a:latin typeface="Arial Black" panose="020B0A04020102020204" pitchFamily="34" charset="0"/>
              </a:rPr>
              <a:t>X_test</a:t>
            </a:r>
            <a:r>
              <a:rPr lang="en-US" sz="1400" dirty="0">
                <a:latin typeface="Arial Black" panose="020B0A04020102020204" pitchFamily="34" charset="0"/>
              </a:rPr>
              <a:t>), linewidth=3, color='red')</a:t>
            </a:r>
          </a:p>
          <a:p>
            <a:r>
              <a:rPr lang="en-US" sz="1400" dirty="0" err="1">
                <a:latin typeface="Arial Black" panose="020B0A04020102020204" pitchFamily="34" charset="0"/>
              </a:rPr>
              <a:t>plt.savefig</a:t>
            </a:r>
            <a:r>
              <a:rPr lang="en-US" sz="1400" dirty="0">
                <a:latin typeface="Arial Black" panose="020B0A04020102020204" pitchFamily="34" charset="0"/>
              </a:rPr>
              <a:t>("regression_plot.png")</a:t>
            </a:r>
          </a:p>
          <a:p>
            <a:r>
              <a:rPr lang="en-US" sz="1400" dirty="0">
                <a:latin typeface="Arial Black" panose="020B0A04020102020204" pitchFamily="34" charset="0"/>
              </a:rPr>
              <a:t>print("Plot saved as regression_plot.png")</a:t>
            </a:r>
          </a:p>
        </p:txBody>
      </p:sp>
      <p:pic>
        <p:nvPicPr>
          <p:cNvPr id="7" name="Picture 6">
            <a:extLst>
              <a:ext uri="{FF2B5EF4-FFF2-40B4-BE49-F238E27FC236}">
                <a16:creationId xmlns:a16="http://schemas.microsoft.com/office/drawing/2014/main" id="{48F10D4F-2818-00A1-E0BD-CC46B9E4B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1690" y="1989427"/>
            <a:ext cx="4568361" cy="3555967"/>
          </a:xfrm>
          <a:prstGeom prst="rect">
            <a:avLst/>
          </a:prstGeom>
        </p:spPr>
      </p:pic>
    </p:spTree>
    <p:extLst>
      <p:ext uri="{BB962C8B-B14F-4D97-AF65-F5344CB8AC3E}">
        <p14:creationId xmlns:p14="http://schemas.microsoft.com/office/powerpoint/2010/main" val="90567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0418-2993-7004-5342-53DDE2BD2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CFA56-9B9A-3332-D8B2-10AFFCBF053B}"/>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pic>
        <p:nvPicPr>
          <p:cNvPr id="8" name="Picture 7">
            <a:extLst>
              <a:ext uri="{FF2B5EF4-FFF2-40B4-BE49-F238E27FC236}">
                <a16:creationId xmlns:a16="http://schemas.microsoft.com/office/drawing/2014/main" id="{4EFA5ECB-A230-E975-17CB-62C54A7A70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715" y="1239355"/>
            <a:ext cx="5793215" cy="5048373"/>
          </a:xfrm>
          <a:prstGeom prst="rect">
            <a:avLst/>
          </a:prstGeom>
        </p:spPr>
      </p:pic>
      <p:sp>
        <p:nvSpPr>
          <p:cNvPr id="12" name="TextBox 11">
            <a:extLst>
              <a:ext uri="{FF2B5EF4-FFF2-40B4-BE49-F238E27FC236}">
                <a16:creationId xmlns:a16="http://schemas.microsoft.com/office/drawing/2014/main" id="{149E7E7F-A5C5-3700-431D-8354AC2338DF}"/>
              </a:ext>
            </a:extLst>
          </p:cNvPr>
          <p:cNvSpPr txBox="1"/>
          <p:nvPr/>
        </p:nvSpPr>
        <p:spPr>
          <a:xfrm>
            <a:off x="7413523" y="2615381"/>
            <a:ext cx="3942735" cy="1200329"/>
          </a:xfrm>
          <a:prstGeom prst="rect">
            <a:avLst/>
          </a:prstGeom>
          <a:noFill/>
        </p:spPr>
        <p:txBody>
          <a:bodyPr wrap="square" rtlCol="0">
            <a:spAutoFit/>
          </a:bodyPr>
          <a:lstStyle/>
          <a:p>
            <a:pPr algn="just"/>
            <a:r>
              <a:rPr lang="en-US" dirty="0">
                <a:latin typeface="Arial Black" panose="020B0A04020102020204" pitchFamily="34" charset="0"/>
              </a:rPr>
              <a:t>Regression primarily involves the grouping of points into clusters and then drawing </a:t>
            </a:r>
          </a:p>
          <a:p>
            <a:pPr algn="just"/>
            <a:r>
              <a:rPr lang="en-US" dirty="0">
                <a:latin typeface="Arial Black" panose="020B0A04020102020204" pitchFamily="34" charset="0"/>
              </a:rPr>
              <a:t>a straight line through them</a:t>
            </a:r>
          </a:p>
        </p:txBody>
      </p:sp>
    </p:spTree>
    <p:extLst>
      <p:ext uri="{BB962C8B-B14F-4D97-AF65-F5344CB8AC3E}">
        <p14:creationId xmlns:p14="http://schemas.microsoft.com/office/powerpoint/2010/main" val="700056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FB83E-4700-D64F-171E-963D27314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184AA-09AC-86DC-FEC0-D728651B08D9}"/>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sp>
        <p:nvSpPr>
          <p:cNvPr id="8" name="TextBox 7">
            <a:extLst>
              <a:ext uri="{FF2B5EF4-FFF2-40B4-BE49-F238E27FC236}">
                <a16:creationId xmlns:a16="http://schemas.microsoft.com/office/drawing/2014/main" id="{44EF19C6-D983-C4A0-1FEE-D85941C4BF8C}"/>
              </a:ext>
            </a:extLst>
          </p:cNvPr>
          <p:cNvSpPr txBox="1"/>
          <p:nvPr/>
        </p:nvSpPr>
        <p:spPr>
          <a:xfrm>
            <a:off x="963561" y="1422738"/>
            <a:ext cx="10422194" cy="1477328"/>
          </a:xfrm>
          <a:prstGeom prst="rect">
            <a:avLst/>
          </a:prstGeom>
          <a:noFill/>
        </p:spPr>
        <p:txBody>
          <a:bodyPr wrap="square">
            <a:spAutoFit/>
          </a:bodyPr>
          <a:lstStyle/>
          <a:p>
            <a:pPr algn="just"/>
            <a:r>
              <a:rPr lang="en-US" b="0" i="0" dirty="0">
                <a:solidFill>
                  <a:srgbClr val="202122"/>
                </a:solidFill>
                <a:effectLst/>
                <a:latin typeface="Arial Black" panose="020B0A04020102020204" pitchFamily="34" charset="0"/>
              </a:rPr>
              <a:t>Regression analysis is primarily used for two conceptually distinct purposes. First, regression analysis is widely used for </a:t>
            </a:r>
            <a:r>
              <a:rPr lang="en-US" b="0" i="0" u="none" strike="noStrike" dirty="0">
                <a:solidFill>
                  <a:srgbClr val="3366CC"/>
                </a:solidFill>
                <a:effectLst/>
                <a:latin typeface="Arial Black" panose="020B0A04020102020204" pitchFamily="34" charset="0"/>
              </a:rPr>
              <a:t>prediction</a:t>
            </a:r>
            <a:r>
              <a:rPr lang="en-US" b="0" i="0" dirty="0">
                <a:solidFill>
                  <a:srgbClr val="202122"/>
                </a:solidFill>
                <a:effectLst/>
                <a:latin typeface="Arial Black" panose="020B0A04020102020204" pitchFamily="34" charset="0"/>
              </a:rPr>
              <a:t> and </a:t>
            </a:r>
            <a:r>
              <a:rPr lang="en-US" b="0" i="0" u="none" strike="noStrike" dirty="0">
                <a:solidFill>
                  <a:srgbClr val="3366CC"/>
                </a:solidFill>
                <a:effectLst/>
                <a:latin typeface="Arial Black" panose="020B0A04020102020204" pitchFamily="34" charset="0"/>
              </a:rPr>
              <a:t>forecasting</a:t>
            </a:r>
            <a:r>
              <a:rPr lang="en-US" b="0" i="0" dirty="0">
                <a:solidFill>
                  <a:srgbClr val="202122"/>
                </a:solidFill>
                <a:effectLst/>
                <a:latin typeface="Arial Black" panose="020B0A04020102020204" pitchFamily="34" charset="0"/>
              </a:rPr>
              <a:t>, where its use has substantial overlap with the field of </a:t>
            </a:r>
            <a:r>
              <a:rPr lang="en-US" b="0" i="0" u="none" strike="noStrike" dirty="0">
                <a:solidFill>
                  <a:srgbClr val="3366CC"/>
                </a:solidFill>
                <a:effectLst/>
                <a:latin typeface="Arial Black" panose="020B0A04020102020204" pitchFamily="34" charset="0"/>
              </a:rPr>
              <a:t>machine learning</a:t>
            </a:r>
            <a:r>
              <a:rPr lang="en-US" b="0" i="0" dirty="0">
                <a:solidFill>
                  <a:srgbClr val="202122"/>
                </a:solidFill>
                <a:effectLst/>
                <a:latin typeface="Arial Black" panose="020B0A04020102020204" pitchFamily="34" charset="0"/>
              </a:rPr>
              <a:t>. Second, in some situation’s regression analysis can be used to infer </a:t>
            </a:r>
            <a:r>
              <a:rPr lang="en-US" b="0" i="0" u="none" strike="noStrike" dirty="0">
                <a:solidFill>
                  <a:srgbClr val="3366CC"/>
                </a:solidFill>
                <a:effectLst/>
                <a:latin typeface="Arial Black" panose="020B0A04020102020204" pitchFamily="34" charset="0"/>
              </a:rPr>
              <a:t>causal relationships</a:t>
            </a:r>
            <a:r>
              <a:rPr lang="en-US" b="0" i="0" dirty="0">
                <a:solidFill>
                  <a:srgbClr val="202122"/>
                </a:solidFill>
                <a:effectLst/>
                <a:latin typeface="Arial Black" panose="020B0A04020102020204" pitchFamily="34" charset="0"/>
              </a:rPr>
              <a:t> between the independent and dependent variables.</a:t>
            </a:r>
            <a:endParaRPr lang="en-US" dirty="0">
              <a:latin typeface="Arial Black" panose="020B0A04020102020204" pitchFamily="34" charset="0"/>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A5B5D5F-832B-1AE3-4376-2CEF1CF09152}"/>
                  </a:ext>
                </a:extLst>
              </p:cNvPr>
              <p:cNvSpPr txBox="1"/>
              <p:nvPr/>
            </p:nvSpPr>
            <p:spPr>
              <a:xfrm>
                <a:off x="963561" y="3005434"/>
                <a:ext cx="10166554" cy="3139321"/>
              </a:xfrm>
              <a:prstGeom prst="rect">
                <a:avLst/>
              </a:prstGeom>
              <a:noFill/>
            </p:spPr>
            <p:txBody>
              <a:bodyPr wrap="square">
                <a:spAutoFit/>
              </a:bodyPr>
              <a:lstStyle/>
              <a:p>
                <a:pPr algn="just">
                  <a:buNone/>
                </a:pPr>
                <a:r>
                  <a:rPr lang="en-US" b="0" i="0" dirty="0">
                    <a:solidFill>
                      <a:srgbClr val="202122"/>
                    </a:solidFill>
                    <a:effectLst/>
                    <a:latin typeface="Arial Black" panose="020B0A04020102020204" pitchFamily="34" charset="0"/>
                  </a:rPr>
                  <a:t>By itself, a regression is just a computation performed on a set of data. In order to interpret the resultant regression as a meaningful statistical model that quantifies real-world relationships, researchers often rely on a number of classical </a:t>
                </a:r>
                <a:r>
                  <a:rPr lang="en-US" b="0" i="0" u="none" strike="noStrike" dirty="0">
                    <a:solidFill>
                      <a:srgbClr val="3366CC"/>
                    </a:solidFill>
                    <a:effectLst/>
                    <a:latin typeface="Arial Black" panose="020B0A04020102020204" pitchFamily="34" charset="0"/>
                  </a:rPr>
                  <a:t>assumptions</a:t>
                </a:r>
                <a:r>
                  <a:rPr lang="en-US" b="0" i="0" dirty="0">
                    <a:solidFill>
                      <a:srgbClr val="202122"/>
                    </a:solidFill>
                    <a:effectLst/>
                    <a:latin typeface="Arial Black" panose="020B0A04020102020204" pitchFamily="34" charset="0"/>
                  </a:rPr>
                  <a:t>. These assumptions often include:</a:t>
                </a:r>
              </a:p>
              <a:p>
                <a:pPr algn="just">
                  <a:buNone/>
                </a:pPr>
                <a:endParaRPr lang="en-US" b="0" i="0" dirty="0">
                  <a:solidFill>
                    <a:srgbClr val="202122"/>
                  </a:solidFill>
                  <a:effectLst/>
                  <a:latin typeface="Arial Black" panose="020B0A04020102020204" pitchFamily="34" charset="0"/>
                </a:endParaRPr>
              </a:p>
              <a:p>
                <a:pPr marL="285750" indent="-285750" algn="just">
                  <a:buFont typeface="Arial" panose="020B0604020202020204" pitchFamily="34" charset="0"/>
                  <a:buChar char="•"/>
                </a:pPr>
                <a:r>
                  <a:rPr lang="en-US" b="0" i="0" dirty="0">
                    <a:solidFill>
                      <a:srgbClr val="202122"/>
                    </a:solidFill>
                    <a:effectLst/>
                    <a:latin typeface="Arial Black" panose="020B0A04020102020204" pitchFamily="34" charset="0"/>
                  </a:rPr>
                  <a:t>The sample is representative of the population at large.</a:t>
                </a:r>
              </a:p>
              <a:p>
                <a:pPr marL="285750" indent="-285750" algn="just">
                  <a:buFont typeface="Arial" panose="020B0604020202020204" pitchFamily="34" charset="0"/>
                  <a:buChar char="•"/>
                </a:pPr>
                <a:r>
                  <a:rPr lang="en-US" b="0" i="0" dirty="0">
                    <a:solidFill>
                      <a:srgbClr val="202122"/>
                    </a:solidFill>
                    <a:effectLst/>
                    <a:latin typeface="Arial Black" panose="020B0A04020102020204" pitchFamily="34" charset="0"/>
                  </a:rPr>
                  <a:t>The independent variables are measured without error.</a:t>
                </a:r>
              </a:p>
              <a:p>
                <a:pPr marL="285750" indent="-285750" algn="just">
                  <a:buFont typeface="Arial" panose="020B0604020202020204" pitchFamily="34" charset="0"/>
                  <a:buChar char="•"/>
                </a:pPr>
                <a:r>
                  <a:rPr lang="en-US" b="0" i="0" dirty="0">
                    <a:solidFill>
                      <a:srgbClr val="202122"/>
                    </a:solidFill>
                    <a:effectLst/>
                    <a:latin typeface="Arial Black" panose="020B0A04020102020204" pitchFamily="34" charset="0"/>
                  </a:rPr>
                  <a:t>Deviations from the model have an expected value of zero, conditional on covariates: </a:t>
                </a:r>
                <a14:m>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0">
                        <a:latin typeface="Cambria Math" panose="02040503050406030204" pitchFamily="18" charset="0"/>
                      </a:rPr>
                      <m:t>=0</m:t>
                    </m:r>
                  </m:oMath>
                </a14:m>
                <a:endParaRPr lang="en-US" b="0" i="0" dirty="0">
                  <a:solidFill>
                    <a:srgbClr val="202122"/>
                  </a:solidFill>
                  <a:effectLst/>
                  <a:latin typeface="Arial Black" panose="020B0A04020102020204" pitchFamily="34" charset="0"/>
                </a:endParaRPr>
              </a:p>
              <a:p>
                <a:pPr marL="285750" indent="-285750" algn="just">
                  <a:buFont typeface="Arial" panose="020B0604020202020204" pitchFamily="34" charset="0"/>
                  <a:buChar char="•"/>
                </a:pPr>
                <a:r>
                  <a:rPr lang="en-US" b="0" i="0" dirty="0">
                    <a:solidFill>
                      <a:srgbClr val="202122"/>
                    </a:solidFill>
                    <a:effectLst/>
                    <a:latin typeface="Arial Black" panose="020B0A04020102020204" pitchFamily="34" charset="0"/>
                  </a:rPr>
                  <a:t>The residuals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sub>
                    </m:sSub>
                  </m:oMath>
                </a14:m>
                <a:r>
                  <a:rPr lang="en-US" b="0" i="0" dirty="0">
                    <a:solidFill>
                      <a:srgbClr val="202122"/>
                    </a:solidFill>
                    <a:effectLst/>
                    <a:latin typeface="Arial Black" panose="020B0A04020102020204" pitchFamily="34" charset="0"/>
                  </a:rPr>
                  <a:t> are </a:t>
                </a:r>
                <a:r>
                  <a:rPr lang="en-US" b="0" i="0" u="none" strike="noStrike" dirty="0">
                    <a:solidFill>
                      <a:srgbClr val="3366CC"/>
                    </a:solidFill>
                    <a:effectLst/>
                    <a:latin typeface="Arial Black" panose="020B0A04020102020204" pitchFamily="34" charset="0"/>
                  </a:rPr>
                  <a:t>uncorrelated</a:t>
                </a:r>
                <a:r>
                  <a:rPr lang="en-US" b="0" i="0" dirty="0">
                    <a:solidFill>
                      <a:srgbClr val="202122"/>
                    </a:solidFill>
                    <a:effectLst/>
                    <a:latin typeface="Arial Black" panose="020B0A04020102020204" pitchFamily="34" charset="0"/>
                  </a:rPr>
                  <a:t> with one another. Mathematically, the </a:t>
                </a:r>
                <a:r>
                  <a:rPr lang="en-US" b="0" i="0" u="sng" dirty="0">
                    <a:solidFill>
                      <a:srgbClr val="0070C0"/>
                    </a:solidFill>
                    <a:effectLst/>
                    <a:latin typeface="Arial Black" panose="020B0A04020102020204" pitchFamily="34" charset="0"/>
                  </a:rPr>
                  <a:t>variance–covariance matrix</a:t>
                </a:r>
                <a:r>
                  <a:rPr lang="en-US" b="0" i="0" dirty="0">
                    <a:solidFill>
                      <a:srgbClr val="0070C0"/>
                    </a:solidFill>
                    <a:effectLst/>
                    <a:latin typeface="Arial Black" panose="020B0A04020102020204" pitchFamily="34" charset="0"/>
                  </a:rPr>
                  <a:t> </a:t>
                </a:r>
                <a:r>
                  <a:rPr lang="en-US" b="0" i="0" dirty="0">
                    <a:solidFill>
                      <a:srgbClr val="202122"/>
                    </a:solidFill>
                    <a:effectLst/>
                    <a:latin typeface="Arial Black" panose="020B0A04020102020204" pitchFamily="34" charset="0"/>
                  </a:rPr>
                  <a:t>of the errors is </a:t>
                </a:r>
                <a:r>
                  <a:rPr lang="en-US" b="0" i="0" u="none" strike="noStrike" dirty="0">
                    <a:solidFill>
                      <a:srgbClr val="3366CC"/>
                    </a:solidFill>
                    <a:effectLst/>
                    <a:latin typeface="Arial Black" panose="020B0A04020102020204" pitchFamily="34" charset="0"/>
                  </a:rPr>
                  <a:t>diagonal</a:t>
                </a:r>
                <a:r>
                  <a:rPr lang="en-US" b="0" i="0" dirty="0">
                    <a:solidFill>
                      <a:srgbClr val="202122"/>
                    </a:solidFill>
                    <a:effectLst/>
                    <a:latin typeface="Arial Black" panose="020B0A04020102020204" pitchFamily="34" charset="0"/>
                  </a:rPr>
                  <a:t>.</a:t>
                </a:r>
              </a:p>
            </p:txBody>
          </p:sp>
        </mc:Choice>
        <mc:Fallback>
          <p:sp>
            <p:nvSpPr>
              <p:cNvPr id="10" name="TextBox 9">
                <a:extLst>
                  <a:ext uri="{FF2B5EF4-FFF2-40B4-BE49-F238E27FC236}">
                    <a16:creationId xmlns:a16="http://schemas.microsoft.com/office/drawing/2014/main" id="{4A5B5D5F-832B-1AE3-4376-2CEF1CF09152}"/>
                  </a:ext>
                </a:extLst>
              </p:cNvPr>
              <p:cNvSpPr txBox="1">
                <a:spLocks noRot="1" noChangeAspect="1" noMove="1" noResize="1" noEditPoints="1" noAdjustHandles="1" noChangeArrowheads="1" noChangeShapeType="1" noTextEdit="1"/>
              </p:cNvSpPr>
              <p:nvPr/>
            </p:nvSpPr>
            <p:spPr>
              <a:xfrm>
                <a:off x="963561" y="3005434"/>
                <a:ext cx="10166554" cy="3139321"/>
              </a:xfrm>
              <a:prstGeom prst="rect">
                <a:avLst/>
              </a:prstGeom>
              <a:blipFill>
                <a:blip r:embed="rId2"/>
                <a:stretch>
                  <a:fillRect l="-480" t="-971" r="-540" b="-2136"/>
                </a:stretch>
              </a:blipFill>
            </p:spPr>
            <p:txBody>
              <a:bodyPr/>
              <a:lstStyle/>
              <a:p>
                <a:r>
                  <a:rPr lang="en-US">
                    <a:noFill/>
                  </a:rPr>
                  <a:t> </a:t>
                </a:r>
              </a:p>
            </p:txBody>
          </p:sp>
        </mc:Fallback>
      </mc:AlternateContent>
    </p:spTree>
    <p:extLst>
      <p:ext uri="{BB962C8B-B14F-4D97-AF65-F5344CB8AC3E}">
        <p14:creationId xmlns:p14="http://schemas.microsoft.com/office/powerpoint/2010/main" val="2687152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85B6B-1460-B41E-4A8B-BAFCCEF84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E7FFE-3AD6-24E7-27B5-F471B3AB1E1A}"/>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graphicFrame>
        <p:nvGraphicFramePr>
          <p:cNvPr id="3" name="Table 2">
            <a:extLst>
              <a:ext uri="{FF2B5EF4-FFF2-40B4-BE49-F238E27FC236}">
                <a16:creationId xmlns:a16="http://schemas.microsoft.com/office/drawing/2014/main" id="{C35D1E7F-FCD6-3661-4880-92DD5F358AB2}"/>
              </a:ext>
            </a:extLst>
          </p:cNvPr>
          <p:cNvGraphicFramePr>
            <a:graphicFrameLocks noGrp="1"/>
          </p:cNvGraphicFramePr>
          <p:nvPr>
            <p:extLst>
              <p:ext uri="{D42A27DB-BD31-4B8C-83A1-F6EECF244321}">
                <p14:modId xmlns:p14="http://schemas.microsoft.com/office/powerpoint/2010/main" val="1688024222"/>
              </p:ext>
            </p:extLst>
          </p:nvPr>
        </p:nvGraphicFramePr>
        <p:xfrm>
          <a:off x="838200" y="2915383"/>
          <a:ext cx="10515600" cy="1645920"/>
        </p:xfrm>
        <a:graphic>
          <a:graphicData uri="http://schemas.openxmlformats.org/drawingml/2006/table">
            <a:tbl>
              <a:tblPr/>
              <a:tblGrid>
                <a:gridCol w="3505200">
                  <a:extLst>
                    <a:ext uri="{9D8B030D-6E8A-4147-A177-3AD203B41FA5}">
                      <a16:colId xmlns:a16="http://schemas.microsoft.com/office/drawing/2014/main" val="476836"/>
                    </a:ext>
                  </a:extLst>
                </a:gridCol>
                <a:gridCol w="3505200">
                  <a:extLst>
                    <a:ext uri="{9D8B030D-6E8A-4147-A177-3AD203B41FA5}">
                      <a16:colId xmlns:a16="http://schemas.microsoft.com/office/drawing/2014/main" val="1328273299"/>
                    </a:ext>
                  </a:extLst>
                </a:gridCol>
                <a:gridCol w="3505200">
                  <a:extLst>
                    <a:ext uri="{9D8B030D-6E8A-4147-A177-3AD203B41FA5}">
                      <a16:colId xmlns:a16="http://schemas.microsoft.com/office/drawing/2014/main" val="715719622"/>
                    </a:ext>
                  </a:extLst>
                </a:gridCol>
              </a:tblGrid>
              <a:tr h="0">
                <a:tc>
                  <a:txBody>
                    <a:bodyPr/>
                    <a:lstStyle/>
                    <a:p>
                      <a:pPr>
                        <a:buNone/>
                      </a:pPr>
                      <a:r>
                        <a:rPr lang="en-US" dirty="0">
                          <a:solidFill>
                            <a:srgbClr val="FF0000"/>
                          </a:solidFill>
                          <a:latin typeface="Arial Black" panose="020B0A04020102020204" pitchFamily="34" charset="0"/>
                        </a:rPr>
                        <a:t>Type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Description</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Example</a:t>
                      </a:r>
                    </a:p>
                  </a:txBody>
                  <a:tcPr anchor="ctr">
                    <a:lnL>
                      <a:noFill/>
                    </a:lnL>
                    <a:lnR>
                      <a:noFill/>
                    </a:lnR>
                    <a:lnT>
                      <a:noFill/>
                    </a:lnT>
                    <a:lnB>
                      <a:noFill/>
                    </a:lnB>
                    <a:noFill/>
                  </a:tcPr>
                </a:tc>
                <a:extLst>
                  <a:ext uri="{0D108BD9-81ED-4DB2-BD59-A6C34878D82A}">
                    <a16:rowId xmlns:a16="http://schemas.microsoft.com/office/drawing/2014/main" val="3381448603"/>
                  </a:ext>
                </a:extLst>
              </a:tr>
              <a:tr h="0">
                <a:tc>
                  <a:txBody>
                    <a:bodyPr/>
                    <a:lstStyle/>
                    <a:p>
                      <a:pPr>
                        <a:buNone/>
                      </a:pPr>
                      <a:r>
                        <a:rPr lang="en-US" b="1" dirty="0">
                          <a:latin typeface="Arial Black" panose="020B0A04020102020204" pitchFamily="34" charset="0"/>
                        </a:rPr>
                        <a:t>Simple Linear Regression</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One independent variable</a:t>
                      </a:r>
                    </a:p>
                  </a:txBody>
                  <a:tcPr anchor="ctr">
                    <a:lnL>
                      <a:noFill/>
                    </a:lnL>
                    <a:lnR>
                      <a:noFill/>
                    </a:lnR>
                    <a:lnT>
                      <a:noFill/>
                    </a:lnT>
                    <a:lnB>
                      <a:noFill/>
                    </a:lnB>
                    <a:noFill/>
                  </a:tcPr>
                </a:tc>
                <a:tc>
                  <a:txBody>
                    <a:bodyPr/>
                    <a:lstStyle/>
                    <a:p>
                      <a:pPr>
                        <a:buNone/>
                      </a:pPr>
                      <a:r>
                        <a:rPr lang="en-US">
                          <a:latin typeface="Arial Black" panose="020B0A04020102020204" pitchFamily="34" charset="0"/>
                        </a:rPr>
                        <a:t>Predict marks from study hours</a:t>
                      </a:r>
                    </a:p>
                  </a:txBody>
                  <a:tcPr anchor="ctr">
                    <a:lnL>
                      <a:noFill/>
                    </a:lnL>
                    <a:lnR>
                      <a:noFill/>
                    </a:lnR>
                    <a:lnT>
                      <a:noFill/>
                    </a:lnT>
                    <a:lnB>
                      <a:noFill/>
                    </a:lnB>
                    <a:noFill/>
                  </a:tcPr>
                </a:tc>
                <a:extLst>
                  <a:ext uri="{0D108BD9-81ED-4DB2-BD59-A6C34878D82A}">
                    <a16:rowId xmlns:a16="http://schemas.microsoft.com/office/drawing/2014/main" val="2316669122"/>
                  </a:ext>
                </a:extLst>
              </a:tr>
              <a:tr h="0">
                <a:tc>
                  <a:txBody>
                    <a:bodyPr/>
                    <a:lstStyle/>
                    <a:p>
                      <a:pPr>
                        <a:buNone/>
                      </a:pPr>
                      <a:r>
                        <a:rPr lang="en-US" b="1">
                          <a:latin typeface="Arial Black" panose="020B0A04020102020204" pitchFamily="34" charset="0"/>
                        </a:rPr>
                        <a:t>Multiple Linear Regression</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Two or more independent variables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Predict house price from area, rooms, and location</a:t>
                      </a:r>
                    </a:p>
                  </a:txBody>
                  <a:tcPr anchor="ctr">
                    <a:lnL>
                      <a:noFill/>
                    </a:lnL>
                    <a:lnR>
                      <a:noFill/>
                    </a:lnR>
                    <a:lnT>
                      <a:noFill/>
                    </a:lnT>
                    <a:lnB>
                      <a:noFill/>
                    </a:lnB>
                    <a:noFill/>
                  </a:tcPr>
                </a:tc>
                <a:extLst>
                  <a:ext uri="{0D108BD9-81ED-4DB2-BD59-A6C34878D82A}">
                    <a16:rowId xmlns:a16="http://schemas.microsoft.com/office/drawing/2014/main" val="343115132"/>
                  </a:ext>
                </a:extLst>
              </a:tr>
            </a:tbl>
          </a:graphicData>
        </a:graphic>
      </p:graphicFrame>
      <p:sp>
        <p:nvSpPr>
          <p:cNvPr id="5" name="TextBox 4">
            <a:extLst>
              <a:ext uri="{FF2B5EF4-FFF2-40B4-BE49-F238E27FC236}">
                <a16:creationId xmlns:a16="http://schemas.microsoft.com/office/drawing/2014/main" id="{31D02224-18E6-93B2-88B4-0576C1815F48}"/>
              </a:ext>
            </a:extLst>
          </p:cNvPr>
          <p:cNvSpPr txBox="1"/>
          <p:nvPr/>
        </p:nvSpPr>
        <p:spPr>
          <a:xfrm>
            <a:off x="4033683" y="1793418"/>
            <a:ext cx="4382729" cy="400110"/>
          </a:xfrm>
          <a:prstGeom prst="rect">
            <a:avLst/>
          </a:prstGeom>
          <a:noFill/>
        </p:spPr>
        <p:txBody>
          <a:bodyPr wrap="square">
            <a:spAutoFit/>
          </a:bodyPr>
          <a:lstStyle/>
          <a:p>
            <a:pPr>
              <a:buNone/>
            </a:pPr>
            <a:r>
              <a:rPr lang="en-US" sz="2000" b="1" dirty="0">
                <a:latin typeface="Arial Black" panose="020B0A04020102020204" pitchFamily="34" charset="0"/>
              </a:rPr>
              <a:t>Types of Regression Analysis</a:t>
            </a:r>
          </a:p>
        </p:txBody>
      </p:sp>
    </p:spTree>
    <p:extLst>
      <p:ext uri="{BB962C8B-B14F-4D97-AF65-F5344CB8AC3E}">
        <p14:creationId xmlns:p14="http://schemas.microsoft.com/office/powerpoint/2010/main" val="4270958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3E08B-6192-6968-269D-093FD9AD7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F1A1C-011B-B0D4-803B-F96FF27F2A4F}"/>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sp>
        <p:nvSpPr>
          <p:cNvPr id="6" name="TextBox 5">
            <a:extLst>
              <a:ext uri="{FF2B5EF4-FFF2-40B4-BE49-F238E27FC236}">
                <a16:creationId xmlns:a16="http://schemas.microsoft.com/office/drawing/2014/main" id="{92D6EE19-0D3E-5212-3E56-C607B3F432FC}"/>
              </a:ext>
            </a:extLst>
          </p:cNvPr>
          <p:cNvSpPr txBox="1"/>
          <p:nvPr/>
        </p:nvSpPr>
        <p:spPr>
          <a:xfrm>
            <a:off x="2762863" y="1270509"/>
            <a:ext cx="6882581" cy="400110"/>
          </a:xfrm>
          <a:prstGeom prst="rect">
            <a:avLst/>
          </a:prstGeom>
          <a:noFill/>
        </p:spPr>
        <p:txBody>
          <a:bodyPr wrap="square">
            <a:spAutoFit/>
          </a:bodyPr>
          <a:lstStyle/>
          <a:p>
            <a:r>
              <a:rPr lang="en-US" sz="2000" dirty="0">
                <a:solidFill>
                  <a:srgbClr val="FF0000"/>
                </a:solidFill>
                <a:latin typeface="Arial Black" panose="020B0A04020102020204" pitchFamily="34" charset="0"/>
              </a:rPr>
              <a:t>Intermediate Concepts of Regression Analysis</a:t>
            </a:r>
          </a:p>
        </p:txBody>
      </p:sp>
      <p:sp>
        <p:nvSpPr>
          <p:cNvPr id="8" name="TextBox 7">
            <a:extLst>
              <a:ext uri="{FF2B5EF4-FFF2-40B4-BE49-F238E27FC236}">
                <a16:creationId xmlns:a16="http://schemas.microsoft.com/office/drawing/2014/main" id="{23D43F84-318F-5EF3-5FBD-0FE8DF80CCA6}"/>
              </a:ext>
            </a:extLst>
          </p:cNvPr>
          <p:cNvSpPr txBox="1"/>
          <p:nvPr/>
        </p:nvSpPr>
        <p:spPr>
          <a:xfrm>
            <a:off x="737419" y="1791215"/>
            <a:ext cx="10491019" cy="4801314"/>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Assumptions</a:t>
            </a:r>
          </a:p>
          <a:p>
            <a:pPr>
              <a:buNone/>
            </a:pPr>
            <a:endParaRPr lang="en-US" b="1"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Linearity between variables</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Independence of errors</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Homoscedasticity (constant variance)</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Normal distribution of residuals</a:t>
            </a:r>
            <a:endParaRPr lang="en-US" dirty="0">
              <a:latin typeface="Arial Black" panose="020B0A04020102020204" pitchFamily="34" charset="0"/>
            </a:endParaRPr>
          </a:p>
          <a:p>
            <a:pPr marL="342900" indent="-342900">
              <a:buFont typeface="+mj-lt"/>
              <a:buAutoNum type="arabicPeriod"/>
            </a:pPr>
            <a:r>
              <a:rPr lang="en-US" dirty="0">
                <a:effectLst/>
                <a:latin typeface="Arial Black" panose="020B0A04020102020204" pitchFamily="34" charset="0"/>
              </a:rPr>
              <a:t>No multicollinearity among predictors</a:t>
            </a:r>
          </a:p>
          <a:p>
            <a:pPr>
              <a:buFont typeface="+mj-lt"/>
              <a:buAutoNum type="arabicPeriod"/>
            </a:pPr>
            <a:endParaRPr lang="en-US" dirty="0">
              <a:latin typeface="Arial Black" panose="020B0A04020102020204" pitchFamily="34" charset="0"/>
            </a:endParaRPr>
          </a:p>
          <a:p>
            <a:pPr>
              <a:buNone/>
            </a:pPr>
            <a:r>
              <a:rPr lang="en-US" b="1" dirty="0">
                <a:solidFill>
                  <a:srgbClr val="FF0000"/>
                </a:solidFill>
                <a:latin typeface="Arial Black" panose="020B0A04020102020204" pitchFamily="34" charset="0"/>
              </a:rPr>
              <a:t>Evaluation Metrics</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R² (Coefficient of Determination)</a:t>
            </a:r>
            <a:r>
              <a:rPr lang="en-US" dirty="0">
                <a:effectLst/>
                <a:latin typeface="Arial Black" panose="020B0A04020102020204" pitchFamily="34" charset="0"/>
              </a:rPr>
              <a:t> — how well the model explains variance</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MAE / MSE / RMSE</a:t>
            </a:r>
            <a:r>
              <a:rPr lang="en-US" dirty="0">
                <a:effectLst/>
                <a:latin typeface="Arial Black" panose="020B0A04020102020204" pitchFamily="34" charset="0"/>
              </a:rPr>
              <a:t> — error measures</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Adjusted R²</a:t>
            </a:r>
            <a:r>
              <a:rPr lang="en-US" dirty="0">
                <a:effectLst/>
                <a:latin typeface="Arial Black" panose="020B0A04020102020204" pitchFamily="34" charset="0"/>
              </a:rPr>
              <a:t> — adjusts for number of predictors</a:t>
            </a:r>
          </a:p>
          <a:p>
            <a:pPr>
              <a:buFont typeface="Arial" panose="020B0604020202020204" pitchFamily="34" charset="0"/>
              <a:buChar char="•"/>
            </a:pPr>
            <a:endParaRPr lang="en-US" dirty="0">
              <a:latin typeface="Arial Black" panose="020B0A04020102020204" pitchFamily="34" charset="0"/>
            </a:endParaRPr>
          </a:p>
          <a:p>
            <a:pPr>
              <a:buNone/>
            </a:pPr>
            <a:r>
              <a:rPr lang="en-US" b="1" dirty="0">
                <a:solidFill>
                  <a:srgbClr val="FF0000"/>
                </a:solidFill>
                <a:latin typeface="Arial Black" panose="020B0A04020102020204" pitchFamily="34" charset="0"/>
              </a:rPr>
              <a:t>Visualization</a:t>
            </a:r>
          </a:p>
          <a:p>
            <a:pPr>
              <a:buNone/>
            </a:pPr>
            <a:endParaRPr lang="en-US" b="1" dirty="0">
              <a:latin typeface="Arial Black" panose="020B0A04020102020204" pitchFamily="34" charset="0"/>
            </a:endParaRPr>
          </a:p>
          <a:p>
            <a:pPr>
              <a:buNone/>
            </a:pPr>
            <a:r>
              <a:rPr lang="en-US" dirty="0">
                <a:effectLst/>
                <a:latin typeface="Arial Black" panose="020B0A04020102020204" pitchFamily="34" charset="0"/>
              </a:rPr>
              <a:t>Scatter plots, regression lines, and residual plots help verify assumptions visually.</a:t>
            </a:r>
            <a:endParaRPr lang="en-US" dirty="0">
              <a:latin typeface="Arial Black" panose="020B0A04020102020204" pitchFamily="34" charset="0"/>
            </a:endParaRPr>
          </a:p>
        </p:txBody>
      </p:sp>
    </p:spTree>
    <p:extLst>
      <p:ext uri="{BB962C8B-B14F-4D97-AF65-F5344CB8AC3E}">
        <p14:creationId xmlns:p14="http://schemas.microsoft.com/office/powerpoint/2010/main" val="2670820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2C87F-FB65-8E5B-3536-EEB202155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17C70-27D1-6AD2-74BC-C00AFF1E66B1}"/>
              </a:ext>
            </a:extLst>
          </p:cNvPr>
          <p:cNvSpPr>
            <a:spLocks noGrp="1"/>
          </p:cNvSpPr>
          <p:nvPr>
            <p:ph type="ctrTitle"/>
          </p:nvPr>
        </p:nvSpPr>
        <p:spPr>
          <a:xfrm>
            <a:off x="1524000" y="265471"/>
            <a:ext cx="9144000" cy="806092"/>
          </a:xfrm>
        </p:spPr>
        <p:txBody>
          <a:bodyPr>
            <a:normAutofit/>
          </a:bodyPr>
          <a:lstStyle/>
          <a:p>
            <a:r>
              <a:rPr lang="en-US" sz="4000" dirty="0">
                <a:latin typeface="Arial Black" panose="020B0A04020102020204" pitchFamily="34" charset="0"/>
              </a:rPr>
              <a:t>LINEAR REGRESSION</a:t>
            </a:r>
          </a:p>
        </p:txBody>
      </p:sp>
      <p:sp>
        <p:nvSpPr>
          <p:cNvPr id="4" name="TextBox 3">
            <a:extLst>
              <a:ext uri="{FF2B5EF4-FFF2-40B4-BE49-F238E27FC236}">
                <a16:creationId xmlns:a16="http://schemas.microsoft.com/office/drawing/2014/main" id="{B0BB7BD8-F93A-FA27-0F0D-A39AD014E37B}"/>
              </a:ext>
            </a:extLst>
          </p:cNvPr>
          <p:cNvSpPr txBox="1"/>
          <p:nvPr/>
        </p:nvSpPr>
        <p:spPr>
          <a:xfrm>
            <a:off x="973394" y="1512075"/>
            <a:ext cx="9615948" cy="1477328"/>
          </a:xfrm>
          <a:prstGeom prst="rect">
            <a:avLst/>
          </a:prstGeom>
          <a:noFill/>
        </p:spPr>
        <p:txBody>
          <a:bodyPr wrap="square">
            <a:spAutoFit/>
          </a:bodyPr>
          <a:lstStyle/>
          <a:p>
            <a:pPr algn="just"/>
            <a:r>
              <a:rPr lang="en-US" dirty="0">
                <a:latin typeface="Arial Black" panose="020B0A04020102020204" pitchFamily="34" charset="0"/>
              </a:rPr>
              <a:t>“</a:t>
            </a:r>
            <a:r>
              <a:rPr lang="en-US" dirty="0">
                <a:solidFill>
                  <a:srgbClr val="FF0000"/>
                </a:solidFill>
                <a:latin typeface="Arial Black" panose="020B0A04020102020204" pitchFamily="34" charset="0"/>
              </a:rPr>
              <a:t>Implementation of Linear Regression means translating the math into a working model </a:t>
            </a:r>
            <a:r>
              <a:rPr lang="en-US" dirty="0">
                <a:latin typeface="Arial Black" panose="020B0A04020102020204" pitchFamily="34" charset="0"/>
              </a:rPr>
              <a:t>— defining the equation, minimizing error, and coding it so the computer can learn the best‑fit line. Whether we use Scikit‑Learn’s ready‑made tools or write gradient descent ourselves, the essence is the same: fitting a line that predicts outcomes.”</a:t>
            </a:r>
          </a:p>
        </p:txBody>
      </p:sp>
      <p:sp>
        <p:nvSpPr>
          <p:cNvPr id="7" name="TextBox 6">
            <a:extLst>
              <a:ext uri="{FF2B5EF4-FFF2-40B4-BE49-F238E27FC236}">
                <a16:creationId xmlns:a16="http://schemas.microsoft.com/office/drawing/2014/main" id="{40A0911B-87B6-0BE6-82EE-EF694A983194}"/>
              </a:ext>
            </a:extLst>
          </p:cNvPr>
          <p:cNvSpPr txBox="1"/>
          <p:nvPr/>
        </p:nvSpPr>
        <p:spPr>
          <a:xfrm>
            <a:off x="2168012" y="3468488"/>
            <a:ext cx="8008375" cy="400110"/>
          </a:xfrm>
          <a:prstGeom prst="rect">
            <a:avLst/>
          </a:prstGeom>
          <a:noFill/>
        </p:spPr>
        <p:txBody>
          <a:bodyPr wrap="square">
            <a:spAutoFit/>
          </a:bodyPr>
          <a:lstStyle/>
          <a:p>
            <a:r>
              <a:rPr lang="en-US" sz="2000" dirty="0">
                <a:solidFill>
                  <a:srgbClr val="7030A0"/>
                </a:solidFill>
                <a:latin typeface="Arial Black" panose="020B0A04020102020204" pitchFamily="34" charset="0"/>
              </a:rPr>
              <a:t>Notebook Structure: Linear Regression Implementation</a:t>
            </a:r>
          </a:p>
        </p:txBody>
      </p:sp>
      <p:sp>
        <p:nvSpPr>
          <p:cNvPr id="10" name="TextBox 9">
            <a:extLst>
              <a:ext uri="{FF2B5EF4-FFF2-40B4-BE49-F238E27FC236}">
                <a16:creationId xmlns:a16="http://schemas.microsoft.com/office/drawing/2014/main" id="{85123518-DE69-7CE5-2961-893D8F332F5E}"/>
              </a:ext>
            </a:extLst>
          </p:cNvPr>
          <p:cNvSpPr txBox="1"/>
          <p:nvPr/>
        </p:nvSpPr>
        <p:spPr>
          <a:xfrm>
            <a:off x="1130710" y="4347683"/>
            <a:ext cx="9537290" cy="1200329"/>
          </a:xfrm>
          <a:prstGeom prst="rect">
            <a:avLst/>
          </a:prstGeom>
          <a:noFill/>
        </p:spPr>
        <p:txBody>
          <a:bodyPr wrap="square">
            <a:spAutoFit/>
          </a:bodyPr>
          <a:lstStyle/>
          <a:p>
            <a:pPr algn="just"/>
            <a:r>
              <a:rPr lang="en-US" dirty="0">
                <a:latin typeface="Arial Black" panose="020B0A04020102020204" pitchFamily="34" charset="0"/>
              </a:rPr>
              <a:t>“</a:t>
            </a:r>
            <a:r>
              <a:rPr lang="en-US" dirty="0">
                <a:solidFill>
                  <a:srgbClr val="7030A0"/>
                </a:solidFill>
                <a:latin typeface="Arial Black" panose="020B0A04020102020204" pitchFamily="34" charset="0"/>
              </a:rPr>
              <a:t>Implementation means translating math into code. </a:t>
            </a:r>
            <a:r>
              <a:rPr lang="en-US" dirty="0">
                <a:latin typeface="Arial Black" panose="020B0A04020102020204" pitchFamily="34" charset="0"/>
              </a:rPr>
              <a:t>First, we code the learning process ourselves. Then, we use Scikit‑Learn’s built‑in function. Both approaches will show how Linear Regression learns the best‑fit line — one step by step, the other instantly.”</a:t>
            </a:r>
          </a:p>
        </p:txBody>
      </p:sp>
    </p:spTree>
    <p:extLst>
      <p:ext uri="{BB962C8B-B14F-4D97-AF65-F5344CB8AC3E}">
        <p14:creationId xmlns:p14="http://schemas.microsoft.com/office/powerpoint/2010/main" val="24473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7A99-095B-5968-1B26-D0BE85F23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87622-2046-DD11-9356-ACAE493576AE}"/>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509DFE2-E27F-107F-C6A9-31D103D3FF25}"/>
                  </a:ext>
                </a:extLst>
              </p:cNvPr>
              <p:cNvSpPr txBox="1"/>
              <p:nvPr/>
            </p:nvSpPr>
            <p:spPr>
              <a:xfrm>
                <a:off x="1106129" y="806092"/>
                <a:ext cx="9979742" cy="1015663"/>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Part 1: Manual Implementation (Gradient Descent)</a:t>
                </a:r>
              </a:p>
              <a:p>
                <a:pPr algn="ctr">
                  <a:buNone/>
                </a:pPr>
                <a:endParaRPr lang="en-US" sz="2000" b="1" dirty="0">
                  <a:solidFill>
                    <a:srgbClr val="FF0000"/>
                  </a:solidFill>
                  <a:latin typeface="Arial Black" panose="020B0A04020102020204" pitchFamily="34" charset="0"/>
                </a:endParaRPr>
              </a:p>
              <a:p>
                <a:pPr>
                  <a:buNone/>
                </a:pPr>
                <a:r>
                  <a:rPr lang="en-US" sz="2000" b="1" dirty="0">
                    <a:solidFill>
                      <a:srgbClr val="FF0000"/>
                    </a:solidFill>
                    <a:effectLst/>
                    <a:latin typeface="Arial Black" panose="020B0A04020102020204" pitchFamily="34" charset="0"/>
                  </a:rPr>
                  <a:t>Goal:</a:t>
                </a:r>
                <a:r>
                  <a:rPr lang="en-US" sz="2000" dirty="0">
                    <a:solidFill>
                      <a:srgbClr val="FF0000"/>
                    </a:solidFill>
                    <a:effectLst/>
                    <a:latin typeface="Arial Black" panose="020B0A04020102020204" pitchFamily="34" charset="0"/>
                  </a:rPr>
                  <a:t> </a:t>
                </a:r>
                <a:r>
                  <a:rPr lang="en-US" sz="2000" dirty="0">
                    <a:effectLst/>
                    <a:latin typeface="Arial Black" panose="020B0A04020102020204" pitchFamily="34" charset="0"/>
                  </a:rPr>
                  <a:t>Show how the algorithm learns slope </a:t>
                </a:r>
                <a14:m>
                  <m:oMath xmlns:m="http://schemas.openxmlformats.org/officeDocument/2006/math">
                    <m:r>
                      <a:rPr lang="en-US" sz="2000" i="1">
                        <a:latin typeface="Cambria Math" panose="02040503050406030204" pitchFamily="18" charset="0"/>
                      </a:rPr>
                      <m:t>𝑚</m:t>
                    </m:r>
                  </m:oMath>
                </a14:m>
                <a:r>
                  <a:rPr lang="en-US" sz="2000" dirty="0">
                    <a:effectLst/>
                    <a:latin typeface="Arial Black" panose="020B0A04020102020204" pitchFamily="34" charset="0"/>
                  </a:rPr>
                  <a:t> and intercept </a:t>
                </a:r>
                <a14:m>
                  <m:oMath xmlns:m="http://schemas.openxmlformats.org/officeDocument/2006/math">
                    <m:r>
                      <a:rPr lang="en-US" sz="2000" i="1">
                        <a:latin typeface="Cambria Math" panose="02040503050406030204" pitchFamily="18" charset="0"/>
                      </a:rPr>
                      <m:t>𝑐</m:t>
                    </m:r>
                  </m:oMath>
                </a14:m>
                <a:r>
                  <a:rPr lang="en-US" sz="2000" dirty="0">
                    <a:effectLst/>
                    <a:latin typeface="Arial Black" panose="020B0A04020102020204" pitchFamily="34" charset="0"/>
                  </a:rPr>
                  <a:t>.</a:t>
                </a:r>
                <a:endParaRPr lang="en-US" sz="2000" dirty="0">
                  <a:latin typeface="Arial Black" panose="020B0A04020102020204" pitchFamily="34" charset="0"/>
                </a:endParaRPr>
              </a:p>
            </p:txBody>
          </p:sp>
        </mc:Choice>
        <mc:Fallback>
          <p:sp>
            <p:nvSpPr>
              <p:cNvPr id="5" name="TextBox 4">
                <a:extLst>
                  <a:ext uri="{FF2B5EF4-FFF2-40B4-BE49-F238E27FC236}">
                    <a16:creationId xmlns:a16="http://schemas.microsoft.com/office/drawing/2014/main" id="{2509DFE2-E27F-107F-C6A9-31D103D3FF25}"/>
                  </a:ext>
                </a:extLst>
              </p:cNvPr>
              <p:cNvSpPr txBox="1">
                <a:spLocks noRot="1" noChangeAspect="1" noMove="1" noResize="1" noEditPoints="1" noAdjustHandles="1" noChangeArrowheads="1" noChangeShapeType="1" noTextEdit="1"/>
              </p:cNvSpPr>
              <p:nvPr/>
            </p:nvSpPr>
            <p:spPr>
              <a:xfrm>
                <a:off x="1106129" y="806092"/>
                <a:ext cx="9979742" cy="1015663"/>
              </a:xfrm>
              <a:prstGeom prst="rect">
                <a:avLst/>
              </a:prstGeom>
              <a:blipFill>
                <a:blip r:embed="rId2"/>
                <a:stretch>
                  <a:fillRect l="-611" t="-2994" b="-958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AA09C72-C97B-9132-7841-81B3024ED603}"/>
              </a:ext>
            </a:extLst>
          </p:cNvPr>
          <p:cNvSpPr txBox="1"/>
          <p:nvPr/>
        </p:nvSpPr>
        <p:spPr>
          <a:xfrm>
            <a:off x="481781" y="1989507"/>
            <a:ext cx="5397909" cy="4616648"/>
          </a:xfrm>
          <a:prstGeom prst="rect">
            <a:avLst/>
          </a:prstGeom>
          <a:noFill/>
        </p:spPr>
        <p:txBody>
          <a:bodyPr wrap="square">
            <a:spAutoFit/>
          </a:bodyPr>
          <a:lstStyle/>
          <a:p>
            <a:pPr>
              <a:buNone/>
            </a:pPr>
            <a:r>
              <a:rPr lang="en-US" sz="1400" dirty="0">
                <a:effectLst/>
                <a:latin typeface="Arial Black" panose="020B0A04020102020204" pitchFamily="34" charset="0"/>
              </a:rPr>
              <a:t>import </a:t>
            </a:r>
            <a:r>
              <a:rPr lang="en-US" sz="1400" dirty="0" err="1">
                <a:effectLst/>
                <a:latin typeface="Arial Black" panose="020B0A04020102020204" pitchFamily="34" charset="0"/>
              </a:rPr>
              <a:t>numpy</a:t>
            </a:r>
            <a:r>
              <a:rPr lang="en-US" sz="1400" dirty="0">
                <a:effectLst/>
                <a:latin typeface="Arial Black" panose="020B0A04020102020204" pitchFamily="34" charset="0"/>
              </a:rPr>
              <a:t> as np</a:t>
            </a:r>
          </a:p>
          <a:p>
            <a:pPr>
              <a:buNone/>
            </a:pPr>
            <a:r>
              <a:rPr lang="en-US" sz="1400" dirty="0">
                <a:effectLst/>
                <a:latin typeface="Arial Black" panose="020B0A04020102020204" pitchFamily="34" charset="0"/>
              </a:rPr>
              <a:t>import </a:t>
            </a:r>
            <a:r>
              <a:rPr lang="en-US" sz="1400" dirty="0" err="1">
                <a:effectLst/>
                <a:latin typeface="Arial Black" panose="020B0A04020102020204" pitchFamily="34" charset="0"/>
              </a:rPr>
              <a:t>matplotlib.pyplot</a:t>
            </a:r>
            <a:r>
              <a:rPr lang="en-US" sz="1400" dirty="0">
                <a:effectLst/>
                <a:latin typeface="Arial Black" panose="020B0A04020102020204" pitchFamily="34" charset="0"/>
              </a:rPr>
              <a:t> as </a:t>
            </a:r>
            <a:r>
              <a:rPr lang="en-US" sz="1400" dirty="0" err="1">
                <a:effectLst/>
                <a:latin typeface="Arial Black" panose="020B0A04020102020204" pitchFamily="34" charset="0"/>
              </a:rPr>
              <a:t>plt</a:t>
            </a:r>
            <a:endParaRPr lang="en-US" sz="1400" dirty="0">
              <a:effectLst/>
              <a:latin typeface="Arial Black" panose="020B0A04020102020204" pitchFamily="34" charset="0"/>
            </a:endParaRPr>
          </a:p>
          <a:p>
            <a:pPr>
              <a:buNone/>
            </a:pPr>
            <a:endParaRPr lang="en-US" sz="1400" dirty="0">
              <a:effectLst/>
              <a:latin typeface="Arial Black" panose="020B0A04020102020204" pitchFamily="34" charset="0"/>
            </a:endParaRPr>
          </a:p>
          <a:p>
            <a:pPr>
              <a:buNone/>
            </a:pPr>
            <a:r>
              <a:rPr lang="en-US" sz="1400" dirty="0">
                <a:solidFill>
                  <a:srgbClr val="FF0000"/>
                </a:solidFill>
                <a:effectLst/>
                <a:latin typeface="Arial Black" panose="020B0A04020102020204" pitchFamily="34" charset="0"/>
              </a:rPr>
              <a:t># Sample dataset</a:t>
            </a:r>
          </a:p>
          <a:p>
            <a:pPr>
              <a:buNone/>
            </a:pPr>
            <a:r>
              <a:rPr lang="en-US" sz="1400" dirty="0">
                <a:effectLst/>
                <a:latin typeface="Arial Black" panose="020B0A04020102020204" pitchFamily="34" charset="0"/>
              </a:rPr>
              <a:t>X = </a:t>
            </a:r>
            <a:r>
              <a:rPr lang="en-US" sz="1400" dirty="0" err="1">
                <a:effectLst/>
                <a:latin typeface="Arial Black" panose="020B0A04020102020204" pitchFamily="34" charset="0"/>
              </a:rPr>
              <a:t>np.array</a:t>
            </a:r>
            <a:r>
              <a:rPr lang="en-US" sz="1400" dirty="0">
                <a:effectLst/>
                <a:latin typeface="Arial Black" panose="020B0A04020102020204" pitchFamily="34" charset="0"/>
              </a:rPr>
              <a:t>([1,2,3,4,5])</a:t>
            </a:r>
          </a:p>
          <a:p>
            <a:pPr>
              <a:buNone/>
            </a:pPr>
            <a:r>
              <a:rPr lang="en-US" sz="1400" dirty="0">
                <a:effectLst/>
                <a:latin typeface="Arial Black" panose="020B0A04020102020204" pitchFamily="34" charset="0"/>
              </a:rPr>
              <a:t>y = </a:t>
            </a:r>
            <a:r>
              <a:rPr lang="en-US" sz="1400" dirty="0" err="1">
                <a:effectLst/>
                <a:latin typeface="Arial Black" panose="020B0A04020102020204" pitchFamily="34" charset="0"/>
              </a:rPr>
              <a:t>np.array</a:t>
            </a:r>
            <a:r>
              <a:rPr lang="en-US" sz="1400" dirty="0">
                <a:effectLst/>
                <a:latin typeface="Arial Black" panose="020B0A04020102020204" pitchFamily="34" charset="0"/>
              </a:rPr>
              <a:t>([2,4,5,4,5])</a:t>
            </a:r>
          </a:p>
          <a:p>
            <a:pPr>
              <a:buNone/>
            </a:pPr>
            <a:endParaRPr lang="en-US" sz="1400" dirty="0">
              <a:effectLst/>
              <a:latin typeface="Arial Black" panose="020B0A04020102020204" pitchFamily="34" charset="0"/>
            </a:endParaRPr>
          </a:p>
          <a:p>
            <a:pPr>
              <a:buNone/>
            </a:pPr>
            <a:r>
              <a:rPr lang="en-US" sz="1400" dirty="0">
                <a:solidFill>
                  <a:srgbClr val="FF0000"/>
                </a:solidFill>
                <a:effectLst/>
                <a:latin typeface="Arial Black" panose="020B0A04020102020204" pitchFamily="34" charset="0"/>
              </a:rPr>
              <a:t># Initialize parameters</a:t>
            </a:r>
          </a:p>
          <a:p>
            <a:pPr>
              <a:buNone/>
            </a:pPr>
            <a:r>
              <a:rPr lang="en-US" sz="1400" dirty="0">
                <a:effectLst/>
                <a:latin typeface="Arial Black" panose="020B0A04020102020204" pitchFamily="34" charset="0"/>
              </a:rPr>
              <a:t>m, c = 0, 0</a:t>
            </a:r>
          </a:p>
          <a:p>
            <a:pPr>
              <a:buNone/>
            </a:pPr>
            <a:r>
              <a:rPr lang="en-US" sz="1400" dirty="0">
                <a:effectLst/>
                <a:latin typeface="Arial Black" panose="020B0A04020102020204" pitchFamily="34" charset="0"/>
              </a:rPr>
              <a:t>alpha = 0.01</a:t>
            </a:r>
          </a:p>
          <a:p>
            <a:pPr>
              <a:buNone/>
            </a:pPr>
            <a:r>
              <a:rPr lang="en-US" sz="1400" dirty="0">
                <a:effectLst/>
                <a:latin typeface="Arial Black" panose="020B0A04020102020204" pitchFamily="34" charset="0"/>
              </a:rPr>
              <a:t>epochs = 1000</a:t>
            </a:r>
          </a:p>
          <a:p>
            <a:pPr>
              <a:buNone/>
            </a:pPr>
            <a:endParaRPr lang="en-US" sz="1400" dirty="0">
              <a:solidFill>
                <a:srgbClr val="FF0000"/>
              </a:solidFill>
              <a:effectLst/>
              <a:latin typeface="Arial Black" panose="020B0A04020102020204" pitchFamily="34" charset="0"/>
            </a:endParaRPr>
          </a:p>
          <a:p>
            <a:pPr>
              <a:buNone/>
            </a:pPr>
            <a:r>
              <a:rPr lang="en-US" sz="1400" dirty="0">
                <a:solidFill>
                  <a:srgbClr val="FF0000"/>
                </a:solidFill>
                <a:effectLst/>
                <a:latin typeface="Arial Black" panose="020B0A04020102020204" pitchFamily="34" charset="0"/>
              </a:rPr>
              <a:t># Gradient Descent</a:t>
            </a:r>
          </a:p>
          <a:p>
            <a:pPr>
              <a:buNone/>
            </a:pPr>
            <a:r>
              <a:rPr lang="en-US" sz="1400" dirty="0">
                <a:effectLst/>
                <a:latin typeface="Arial Black" panose="020B0A04020102020204" pitchFamily="34" charset="0"/>
              </a:rPr>
              <a:t>for _ in range(epochs):</a:t>
            </a:r>
          </a:p>
          <a:p>
            <a:pPr>
              <a:buNone/>
            </a:pPr>
            <a:r>
              <a:rPr lang="en-US" sz="1400" dirty="0">
                <a:effectLst/>
                <a:latin typeface="Arial Black" panose="020B0A04020102020204" pitchFamily="34" charset="0"/>
              </a:rPr>
              <a:t>    </a:t>
            </a:r>
            <a:r>
              <a:rPr lang="en-US" sz="1400" dirty="0" err="1">
                <a:effectLst/>
                <a:latin typeface="Arial Black" panose="020B0A04020102020204" pitchFamily="34" charset="0"/>
              </a:rPr>
              <a:t>y_pred</a:t>
            </a:r>
            <a:r>
              <a:rPr lang="en-US" sz="1400" dirty="0">
                <a:effectLst/>
                <a:latin typeface="Arial Black" panose="020B0A04020102020204" pitchFamily="34" charset="0"/>
              </a:rPr>
              <a:t> = m*X + c</a:t>
            </a:r>
          </a:p>
          <a:p>
            <a:pPr>
              <a:buNone/>
            </a:pPr>
            <a:r>
              <a:rPr lang="en-US" sz="1400" dirty="0">
                <a:effectLst/>
                <a:latin typeface="Arial Black" panose="020B0A04020102020204" pitchFamily="34" charset="0"/>
              </a:rPr>
              <a:t>    error = y - </a:t>
            </a:r>
            <a:r>
              <a:rPr lang="en-US" sz="1400" dirty="0" err="1">
                <a:effectLst/>
                <a:latin typeface="Arial Black" panose="020B0A04020102020204" pitchFamily="34" charset="0"/>
              </a:rPr>
              <a:t>y_pred</a:t>
            </a:r>
            <a:endParaRPr lang="en-US" sz="1400" dirty="0">
              <a:effectLst/>
              <a:latin typeface="Arial Black" panose="020B0A04020102020204" pitchFamily="34" charset="0"/>
            </a:endParaRPr>
          </a:p>
          <a:p>
            <a:pPr>
              <a:buNone/>
            </a:pPr>
            <a:r>
              <a:rPr lang="en-US" sz="1400" dirty="0">
                <a:effectLst/>
                <a:latin typeface="Arial Black" panose="020B0A04020102020204" pitchFamily="34" charset="0"/>
              </a:rPr>
              <a:t>    m -= alpha * (-2 * </a:t>
            </a:r>
            <a:r>
              <a:rPr lang="en-US" sz="1400" dirty="0" err="1">
                <a:effectLst/>
                <a:latin typeface="Arial Black" panose="020B0A04020102020204" pitchFamily="34" charset="0"/>
              </a:rPr>
              <a:t>np.mean</a:t>
            </a:r>
            <a:r>
              <a:rPr lang="en-US" sz="1400" dirty="0">
                <a:effectLst/>
                <a:latin typeface="Arial Black" panose="020B0A04020102020204" pitchFamily="34" charset="0"/>
              </a:rPr>
              <a:t>(X * error))</a:t>
            </a:r>
          </a:p>
          <a:p>
            <a:pPr>
              <a:buNone/>
            </a:pPr>
            <a:r>
              <a:rPr lang="en-US" sz="1400" dirty="0">
                <a:effectLst/>
                <a:latin typeface="Arial Black" panose="020B0A04020102020204" pitchFamily="34" charset="0"/>
              </a:rPr>
              <a:t>    c -= alpha * (-2 * </a:t>
            </a:r>
            <a:r>
              <a:rPr lang="en-US" sz="1400" dirty="0" err="1">
                <a:effectLst/>
                <a:latin typeface="Arial Black" panose="020B0A04020102020204" pitchFamily="34" charset="0"/>
              </a:rPr>
              <a:t>np.mean</a:t>
            </a:r>
            <a:r>
              <a:rPr lang="en-US" sz="1400" dirty="0">
                <a:effectLst/>
                <a:latin typeface="Arial Black" panose="020B0A04020102020204" pitchFamily="34" charset="0"/>
              </a:rPr>
              <a:t>(error))</a:t>
            </a:r>
          </a:p>
          <a:p>
            <a:pPr>
              <a:buNone/>
            </a:pPr>
            <a:endParaRPr lang="en-US" sz="1400" dirty="0">
              <a:effectLst/>
              <a:latin typeface="Arial Black" panose="020B0A04020102020204" pitchFamily="34" charset="0"/>
            </a:endParaRPr>
          </a:p>
          <a:p>
            <a:pPr>
              <a:buNone/>
            </a:pPr>
            <a:r>
              <a:rPr lang="en-US" sz="1400" dirty="0">
                <a:effectLst/>
                <a:latin typeface="Arial Black" panose="020B0A04020102020204" pitchFamily="34" charset="0"/>
              </a:rPr>
              <a:t>print("Slope (m):", m)</a:t>
            </a:r>
          </a:p>
          <a:p>
            <a:pPr>
              <a:buNone/>
            </a:pPr>
            <a:r>
              <a:rPr lang="en-US" sz="1400" dirty="0">
                <a:effectLst/>
                <a:latin typeface="Arial Black" panose="020B0A04020102020204" pitchFamily="34" charset="0"/>
              </a:rPr>
              <a:t>print("Intercept (c):", c)</a:t>
            </a:r>
          </a:p>
        </p:txBody>
      </p:sp>
      <p:sp>
        <p:nvSpPr>
          <p:cNvPr id="9" name="TextBox 8">
            <a:extLst>
              <a:ext uri="{FF2B5EF4-FFF2-40B4-BE49-F238E27FC236}">
                <a16:creationId xmlns:a16="http://schemas.microsoft.com/office/drawing/2014/main" id="{EC42B614-673A-685A-22B9-88FB3B3C8186}"/>
              </a:ext>
            </a:extLst>
          </p:cNvPr>
          <p:cNvSpPr txBox="1"/>
          <p:nvPr/>
        </p:nvSpPr>
        <p:spPr>
          <a:xfrm>
            <a:off x="4050891" y="3059668"/>
            <a:ext cx="7511031" cy="369332"/>
          </a:xfrm>
          <a:prstGeom prst="rect">
            <a:avLst/>
          </a:prstGeom>
          <a:noFill/>
        </p:spPr>
        <p:txBody>
          <a:bodyPr wrap="none" rtlCol="0">
            <a:spAutoFit/>
          </a:bodyPr>
          <a:lstStyle/>
          <a:p>
            <a:r>
              <a:rPr lang="en-US" dirty="0">
                <a:latin typeface="Arial Black" panose="020B0A04020102020204" pitchFamily="34" charset="0"/>
              </a:rPr>
              <a:t>TRY THIS CODE TO LEARN &amp; LET ME KNOW THE OUTPUT</a:t>
            </a:r>
          </a:p>
        </p:txBody>
      </p:sp>
      <p:sp>
        <p:nvSpPr>
          <p:cNvPr id="11" name="TextBox 10">
            <a:extLst>
              <a:ext uri="{FF2B5EF4-FFF2-40B4-BE49-F238E27FC236}">
                <a16:creationId xmlns:a16="http://schemas.microsoft.com/office/drawing/2014/main" id="{D2ECEB37-DA58-0D4F-A08F-CF37F2D5B913}"/>
              </a:ext>
            </a:extLst>
          </p:cNvPr>
          <p:cNvSpPr txBox="1"/>
          <p:nvPr/>
        </p:nvSpPr>
        <p:spPr>
          <a:xfrm>
            <a:off x="5070827" y="2256045"/>
            <a:ext cx="5597173" cy="369332"/>
          </a:xfrm>
          <a:prstGeom prst="rect">
            <a:avLst/>
          </a:prstGeom>
          <a:noFill/>
        </p:spPr>
        <p:txBody>
          <a:bodyPr wrap="none" rtlCol="0">
            <a:spAutoFit/>
          </a:bodyPr>
          <a:lstStyle/>
          <a:p>
            <a:r>
              <a:rPr lang="en-US" dirty="0">
                <a:latin typeface="Arial Black" panose="020B0A04020102020204" pitchFamily="34" charset="0"/>
              </a:rPr>
              <a:t>EXERCISE FOR 22 JUNE 2026 TO BE DONE</a:t>
            </a:r>
          </a:p>
        </p:txBody>
      </p:sp>
    </p:spTree>
    <p:extLst>
      <p:ext uri="{BB962C8B-B14F-4D97-AF65-F5344CB8AC3E}">
        <p14:creationId xmlns:p14="http://schemas.microsoft.com/office/powerpoint/2010/main" val="2663894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E0A8F-B6A3-72AD-4AF3-3ADB8FBF0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0323E-951C-3276-0AD8-E11771362E23}"/>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5" name="TextBox 4">
            <a:extLst>
              <a:ext uri="{FF2B5EF4-FFF2-40B4-BE49-F238E27FC236}">
                <a16:creationId xmlns:a16="http://schemas.microsoft.com/office/drawing/2014/main" id="{73951F26-5721-A77B-AB13-942578DF14B8}"/>
              </a:ext>
            </a:extLst>
          </p:cNvPr>
          <p:cNvSpPr txBox="1"/>
          <p:nvPr/>
        </p:nvSpPr>
        <p:spPr>
          <a:xfrm>
            <a:off x="531756" y="2440711"/>
            <a:ext cx="4399936" cy="2954655"/>
          </a:xfrm>
          <a:prstGeom prst="rect">
            <a:avLst/>
          </a:prstGeom>
          <a:noFill/>
        </p:spPr>
        <p:txBody>
          <a:bodyPr wrap="square">
            <a:spAutoFit/>
          </a:bodyPr>
          <a:lstStyle/>
          <a:p>
            <a:pPr algn="ctr"/>
            <a:r>
              <a:rPr lang="en-US" sz="2000" b="1" dirty="0">
                <a:solidFill>
                  <a:srgbClr val="FF0000"/>
                </a:solidFill>
                <a:latin typeface="Arial Black" panose="020B0A04020102020204" pitchFamily="34" charset="0"/>
              </a:rPr>
              <a:t>Part 2: Visualization of Fit</a:t>
            </a:r>
          </a:p>
          <a:p>
            <a:endParaRPr lang="en-US" sz="2000" b="1" dirty="0"/>
          </a:p>
          <a:p>
            <a:r>
              <a:rPr lang="en-US" sz="2000" dirty="0">
                <a:latin typeface="Arial Black" panose="020B0A04020102020204" pitchFamily="34" charset="0"/>
              </a:rPr>
              <a:t>python</a:t>
            </a:r>
          </a:p>
          <a:p>
            <a:r>
              <a:rPr lang="en-US" dirty="0" err="1">
                <a:latin typeface="Arial Black" panose="020B0A04020102020204" pitchFamily="34" charset="0"/>
              </a:rPr>
              <a:t>plt.scatter</a:t>
            </a:r>
            <a:r>
              <a:rPr lang="en-US" dirty="0">
                <a:latin typeface="Arial Black" panose="020B0A04020102020204" pitchFamily="34" charset="0"/>
              </a:rPr>
              <a:t>(X, y, color='blue')</a:t>
            </a:r>
          </a:p>
          <a:p>
            <a:r>
              <a:rPr lang="en-US" dirty="0" err="1">
                <a:latin typeface="Arial Black" panose="020B0A04020102020204" pitchFamily="34" charset="0"/>
              </a:rPr>
              <a:t>plt.plot</a:t>
            </a:r>
            <a:r>
              <a:rPr lang="en-US" dirty="0">
                <a:latin typeface="Arial Black" panose="020B0A04020102020204" pitchFamily="34" charset="0"/>
              </a:rPr>
              <a:t>(X, m*X + c, color='red')</a:t>
            </a:r>
          </a:p>
          <a:p>
            <a:r>
              <a:rPr lang="en-US" dirty="0" err="1">
                <a:latin typeface="Arial Black" panose="020B0A04020102020204" pitchFamily="34" charset="0"/>
              </a:rPr>
              <a:t>plt.title</a:t>
            </a:r>
            <a:r>
              <a:rPr lang="en-US" dirty="0">
                <a:latin typeface="Arial Black" panose="020B0A04020102020204" pitchFamily="34" charset="0"/>
              </a:rPr>
              <a:t>("Manual Linear Regression Fit")</a:t>
            </a:r>
          </a:p>
          <a:p>
            <a:r>
              <a:rPr lang="en-US" dirty="0" err="1">
                <a:latin typeface="Arial Black" panose="020B0A04020102020204" pitchFamily="34" charset="0"/>
              </a:rPr>
              <a:t>plt.xlabel</a:t>
            </a:r>
            <a:r>
              <a:rPr lang="en-US" dirty="0">
                <a:latin typeface="Arial Black" panose="020B0A04020102020204" pitchFamily="34" charset="0"/>
              </a:rPr>
              <a:t>("X")</a:t>
            </a:r>
          </a:p>
          <a:p>
            <a:r>
              <a:rPr lang="en-US" dirty="0" err="1">
                <a:latin typeface="Arial Black" panose="020B0A04020102020204" pitchFamily="34" charset="0"/>
              </a:rPr>
              <a:t>plt.ylabel</a:t>
            </a:r>
            <a:r>
              <a:rPr lang="en-US" dirty="0">
                <a:latin typeface="Arial Black" panose="020B0A04020102020204" pitchFamily="34" charset="0"/>
              </a:rPr>
              <a:t>("Y")</a:t>
            </a:r>
          </a:p>
          <a:p>
            <a:r>
              <a:rPr lang="en-US" dirty="0" err="1">
                <a:latin typeface="Arial Black" panose="020B0A04020102020204" pitchFamily="34" charset="0"/>
              </a:rPr>
              <a:t>plt.show</a:t>
            </a:r>
            <a:r>
              <a:rPr lang="en-US" dirty="0">
                <a:latin typeface="Arial Black" panose="020B0A04020102020204" pitchFamily="34" charset="0"/>
              </a:rPr>
              <a:t>()</a:t>
            </a:r>
          </a:p>
        </p:txBody>
      </p:sp>
      <p:sp>
        <p:nvSpPr>
          <p:cNvPr id="9" name="TextBox 8">
            <a:extLst>
              <a:ext uri="{FF2B5EF4-FFF2-40B4-BE49-F238E27FC236}">
                <a16:creationId xmlns:a16="http://schemas.microsoft.com/office/drawing/2014/main" id="{8A2E1977-A374-79E7-D858-E1964FB0CF50}"/>
              </a:ext>
            </a:extLst>
          </p:cNvPr>
          <p:cNvSpPr txBox="1"/>
          <p:nvPr/>
        </p:nvSpPr>
        <p:spPr>
          <a:xfrm>
            <a:off x="6430297" y="3456373"/>
            <a:ext cx="4399936" cy="646331"/>
          </a:xfrm>
          <a:prstGeom prst="rect">
            <a:avLst/>
          </a:prstGeom>
          <a:noFill/>
        </p:spPr>
        <p:txBody>
          <a:bodyPr wrap="square" rtlCol="0">
            <a:spAutoFit/>
          </a:bodyPr>
          <a:lstStyle/>
          <a:p>
            <a:r>
              <a:rPr lang="en-US" dirty="0">
                <a:latin typeface="Arial Black" panose="020B0A04020102020204" pitchFamily="34" charset="0"/>
              </a:rPr>
              <a:t>TRY THIS CODE TO LEARN &amp; LET ME KNOW THE OUTPUT</a:t>
            </a:r>
          </a:p>
        </p:txBody>
      </p:sp>
      <p:sp>
        <p:nvSpPr>
          <p:cNvPr id="11" name="TextBox 10">
            <a:extLst>
              <a:ext uri="{FF2B5EF4-FFF2-40B4-BE49-F238E27FC236}">
                <a16:creationId xmlns:a16="http://schemas.microsoft.com/office/drawing/2014/main" id="{D5DF267C-F1CC-133C-B030-1B627B2BDD67}"/>
              </a:ext>
            </a:extLst>
          </p:cNvPr>
          <p:cNvSpPr txBox="1"/>
          <p:nvPr/>
        </p:nvSpPr>
        <p:spPr>
          <a:xfrm>
            <a:off x="5759085" y="1577620"/>
            <a:ext cx="5597173" cy="369332"/>
          </a:xfrm>
          <a:prstGeom prst="rect">
            <a:avLst/>
          </a:prstGeom>
          <a:noFill/>
        </p:spPr>
        <p:txBody>
          <a:bodyPr wrap="none" rtlCol="0">
            <a:spAutoFit/>
          </a:bodyPr>
          <a:lstStyle/>
          <a:p>
            <a:r>
              <a:rPr lang="en-US" dirty="0">
                <a:latin typeface="Arial Black" panose="020B0A04020102020204" pitchFamily="34" charset="0"/>
              </a:rPr>
              <a:t>EXERCISE FOR 22 JUNE 2026 TO BE DONE</a:t>
            </a:r>
          </a:p>
        </p:txBody>
      </p:sp>
      <p:sp>
        <p:nvSpPr>
          <p:cNvPr id="4" name="TextBox 3">
            <a:extLst>
              <a:ext uri="{FF2B5EF4-FFF2-40B4-BE49-F238E27FC236}">
                <a16:creationId xmlns:a16="http://schemas.microsoft.com/office/drawing/2014/main" id="{38AC775E-97EC-F2D5-B53D-6AAEB3013A5F}"/>
              </a:ext>
            </a:extLst>
          </p:cNvPr>
          <p:cNvSpPr txBox="1"/>
          <p:nvPr/>
        </p:nvSpPr>
        <p:spPr>
          <a:xfrm>
            <a:off x="4572000" y="4911049"/>
            <a:ext cx="6931742" cy="369332"/>
          </a:xfrm>
          <a:prstGeom prst="rect">
            <a:avLst/>
          </a:prstGeom>
          <a:noFill/>
        </p:spPr>
        <p:txBody>
          <a:bodyPr wrap="square">
            <a:spAutoFit/>
          </a:bodyPr>
          <a:lstStyle/>
          <a:p>
            <a:r>
              <a:rPr lang="en-US" dirty="0">
                <a:solidFill>
                  <a:srgbClr val="FF0000"/>
                </a:solidFill>
                <a:latin typeface="Arial Black" panose="020B0A04020102020204" pitchFamily="34" charset="0"/>
              </a:rPr>
              <a:t>Scatter points + regression line =     ?</a:t>
            </a:r>
          </a:p>
        </p:txBody>
      </p:sp>
      <p:sp>
        <p:nvSpPr>
          <p:cNvPr id="6" name="Arrow: Right 5">
            <a:extLst>
              <a:ext uri="{FF2B5EF4-FFF2-40B4-BE49-F238E27FC236}">
                <a16:creationId xmlns:a16="http://schemas.microsoft.com/office/drawing/2014/main" id="{FEAFA623-9652-827B-EAD3-702989F19C62}"/>
              </a:ext>
            </a:extLst>
          </p:cNvPr>
          <p:cNvSpPr/>
          <p:nvPr/>
        </p:nvSpPr>
        <p:spPr>
          <a:xfrm>
            <a:off x="4931692" y="353722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C8FDD6-1418-0585-D326-6A3FC0D90555}"/>
              </a:ext>
            </a:extLst>
          </p:cNvPr>
          <p:cNvSpPr txBox="1"/>
          <p:nvPr/>
        </p:nvSpPr>
        <p:spPr>
          <a:xfrm>
            <a:off x="4107999" y="5612124"/>
            <a:ext cx="7497181" cy="369332"/>
          </a:xfrm>
          <a:prstGeom prst="rect">
            <a:avLst/>
          </a:prstGeom>
          <a:noFill/>
        </p:spPr>
        <p:txBody>
          <a:bodyPr wrap="none" rtlCol="0">
            <a:spAutoFit/>
          </a:bodyPr>
          <a:lstStyle/>
          <a:p>
            <a:r>
              <a:rPr lang="en-US" dirty="0">
                <a:latin typeface="Arial Black" panose="020B0A04020102020204" pitchFamily="34" charset="0"/>
              </a:rPr>
              <a:t>FILL IN THE BLANK &amp; LET KNOW THROUGH CHAT TODAY</a:t>
            </a:r>
          </a:p>
        </p:txBody>
      </p:sp>
    </p:spTree>
    <p:extLst>
      <p:ext uri="{BB962C8B-B14F-4D97-AF65-F5344CB8AC3E}">
        <p14:creationId xmlns:p14="http://schemas.microsoft.com/office/powerpoint/2010/main" val="1751933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B9B0-7B1E-6831-12A6-E184E0064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E21DF-6881-6C5D-DCBE-D4C9658786FC}"/>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9" name="TextBox 8">
            <a:extLst>
              <a:ext uri="{FF2B5EF4-FFF2-40B4-BE49-F238E27FC236}">
                <a16:creationId xmlns:a16="http://schemas.microsoft.com/office/drawing/2014/main" id="{BBE8528F-1FE4-1EA2-43C2-358C886CDFF8}"/>
              </a:ext>
            </a:extLst>
          </p:cNvPr>
          <p:cNvSpPr txBox="1"/>
          <p:nvPr/>
        </p:nvSpPr>
        <p:spPr>
          <a:xfrm>
            <a:off x="6430297" y="3456373"/>
            <a:ext cx="4399936" cy="646331"/>
          </a:xfrm>
          <a:prstGeom prst="rect">
            <a:avLst/>
          </a:prstGeom>
          <a:noFill/>
        </p:spPr>
        <p:txBody>
          <a:bodyPr wrap="square" rtlCol="0">
            <a:spAutoFit/>
          </a:bodyPr>
          <a:lstStyle/>
          <a:p>
            <a:r>
              <a:rPr lang="en-US" dirty="0">
                <a:latin typeface="Arial Black" panose="020B0A04020102020204" pitchFamily="34" charset="0"/>
              </a:rPr>
              <a:t>TRY THIS CODE TO LEARN &amp; LET ME KNOW THE OUTPUT</a:t>
            </a:r>
          </a:p>
        </p:txBody>
      </p:sp>
      <p:sp>
        <p:nvSpPr>
          <p:cNvPr id="11" name="TextBox 10">
            <a:extLst>
              <a:ext uri="{FF2B5EF4-FFF2-40B4-BE49-F238E27FC236}">
                <a16:creationId xmlns:a16="http://schemas.microsoft.com/office/drawing/2014/main" id="{1AE6159B-4FE6-D5DC-F210-C3DC9D434E2A}"/>
              </a:ext>
            </a:extLst>
          </p:cNvPr>
          <p:cNvSpPr txBox="1"/>
          <p:nvPr/>
        </p:nvSpPr>
        <p:spPr>
          <a:xfrm>
            <a:off x="5759085" y="1577620"/>
            <a:ext cx="5597173" cy="369332"/>
          </a:xfrm>
          <a:prstGeom prst="rect">
            <a:avLst/>
          </a:prstGeom>
          <a:noFill/>
        </p:spPr>
        <p:txBody>
          <a:bodyPr wrap="none" rtlCol="0">
            <a:spAutoFit/>
          </a:bodyPr>
          <a:lstStyle/>
          <a:p>
            <a:r>
              <a:rPr lang="en-US" dirty="0">
                <a:latin typeface="Arial Black" panose="020B0A04020102020204" pitchFamily="34" charset="0"/>
              </a:rPr>
              <a:t>EXERCISE FOR 22 JUNE 2026 TO BE DONE</a:t>
            </a:r>
          </a:p>
        </p:txBody>
      </p:sp>
      <p:sp>
        <p:nvSpPr>
          <p:cNvPr id="7" name="TextBox 6">
            <a:extLst>
              <a:ext uri="{FF2B5EF4-FFF2-40B4-BE49-F238E27FC236}">
                <a16:creationId xmlns:a16="http://schemas.microsoft.com/office/drawing/2014/main" id="{9F37B84E-EB82-3ACF-EE12-E0DB1CF60944}"/>
              </a:ext>
            </a:extLst>
          </p:cNvPr>
          <p:cNvSpPr txBox="1"/>
          <p:nvPr/>
        </p:nvSpPr>
        <p:spPr>
          <a:xfrm>
            <a:off x="737419" y="1439120"/>
            <a:ext cx="2930013" cy="646331"/>
          </a:xfrm>
          <a:prstGeom prst="rect">
            <a:avLst/>
          </a:prstGeom>
          <a:noFill/>
        </p:spPr>
        <p:txBody>
          <a:bodyPr wrap="square">
            <a:spAutoFit/>
          </a:bodyPr>
          <a:lstStyle/>
          <a:p>
            <a:r>
              <a:rPr lang="en-US" dirty="0">
                <a:solidFill>
                  <a:srgbClr val="FF0000"/>
                </a:solidFill>
                <a:latin typeface="Arial Black" panose="020B0A04020102020204" pitchFamily="34" charset="0"/>
              </a:rPr>
              <a:t>Part 3: Scikit‑Learn Implementation</a:t>
            </a:r>
          </a:p>
        </p:txBody>
      </p:sp>
      <p:sp>
        <p:nvSpPr>
          <p:cNvPr id="10" name="TextBox 9">
            <a:extLst>
              <a:ext uri="{FF2B5EF4-FFF2-40B4-BE49-F238E27FC236}">
                <a16:creationId xmlns:a16="http://schemas.microsoft.com/office/drawing/2014/main" id="{18C9FE0D-E448-909F-BE78-8C30B53B3DDD}"/>
              </a:ext>
            </a:extLst>
          </p:cNvPr>
          <p:cNvSpPr txBox="1"/>
          <p:nvPr/>
        </p:nvSpPr>
        <p:spPr>
          <a:xfrm>
            <a:off x="412953" y="2325548"/>
            <a:ext cx="5171769" cy="3970318"/>
          </a:xfrm>
          <a:prstGeom prst="rect">
            <a:avLst/>
          </a:prstGeom>
          <a:noFill/>
        </p:spPr>
        <p:txBody>
          <a:bodyPr wrap="square">
            <a:spAutoFit/>
          </a:bodyPr>
          <a:lstStyle/>
          <a:p>
            <a:pPr>
              <a:buNone/>
            </a:pPr>
            <a:r>
              <a:rPr lang="en-US" dirty="0"/>
              <a:t>Python</a:t>
            </a:r>
          </a:p>
          <a:p>
            <a:pPr>
              <a:buNone/>
            </a:pPr>
            <a:r>
              <a:rPr lang="en-US" dirty="0">
                <a:effectLst/>
                <a:latin typeface="Courier New" panose="02070309020205020404" pitchFamily="49" charset="0"/>
              </a:rPr>
              <a:t>from </a:t>
            </a:r>
            <a:r>
              <a:rPr lang="en-US" dirty="0" err="1">
                <a:effectLst/>
                <a:latin typeface="Courier New" panose="02070309020205020404" pitchFamily="49" charset="0"/>
              </a:rPr>
              <a:t>sklearn.linear_model</a:t>
            </a:r>
            <a:r>
              <a:rPr lang="en-US" dirty="0">
                <a:effectLst/>
                <a:latin typeface="Courier New" panose="02070309020205020404" pitchFamily="49" charset="0"/>
              </a:rPr>
              <a:t> import </a:t>
            </a:r>
            <a:r>
              <a:rPr lang="en-US" dirty="0" err="1">
                <a:effectLst/>
                <a:latin typeface="Courier New" panose="02070309020205020404" pitchFamily="49" charset="0"/>
              </a:rPr>
              <a:t>LinearRegression</a:t>
            </a:r>
            <a:endParaRPr lang="en-US" dirty="0">
              <a:effectLst/>
              <a:latin typeface="Courier New" panose="02070309020205020404" pitchFamily="49" charset="0"/>
            </a:endParaRPr>
          </a:p>
          <a:p>
            <a:pPr>
              <a:buNone/>
            </a:pPr>
            <a:endParaRPr lang="en-US" dirty="0">
              <a:effectLst/>
              <a:latin typeface="Courier New" panose="02070309020205020404" pitchFamily="49" charset="0"/>
            </a:endParaRPr>
          </a:p>
          <a:p>
            <a:pPr>
              <a:buNone/>
            </a:pPr>
            <a:r>
              <a:rPr lang="en-US" dirty="0">
                <a:effectLst/>
                <a:latin typeface="Courier New" panose="02070309020205020404" pitchFamily="49" charset="0"/>
              </a:rPr>
              <a:t>X = </a:t>
            </a:r>
            <a:r>
              <a:rPr lang="en-US" dirty="0" err="1">
                <a:effectLst/>
                <a:latin typeface="Courier New" panose="02070309020205020404" pitchFamily="49" charset="0"/>
              </a:rPr>
              <a:t>X.reshape</a:t>
            </a:r>
            <a:r>
              <a:rPr lang="en-US" dirty="0">
                <a:effectLst/>
                <a:latin typeface="Courier New" panose="02070309020205020404" pitchFamily="49" charset="0"/>
              </a:rPr>
              <a:t>(-1,1)  # reshape for </a:t>
            </a:r>
            <a:r>
              <a:rPr lang="en-US" dirty="0" err="1">
                <a:effectLst/>
                <a:latin typeface="Courier New" panose="02070309020205020404" pitchFamily="49" charset="0"/>
              </a:rPr>
              <a:t>sklearn</a:t>
            </a:r>
            <a:endParaRPr lang="en-US" dirty="0">
              <a:effectLst/>
              <a:latin typeface="Courier New" panose="02070309020205020404" pitchFamily="49" charset="0"/>
            </a:endParaRPr>
          </a:p>
          <a:p>
            <a:pPr>
              <a:buNone/>
            </a:pPr>
            <a:r>
              <a:rPr lang="en-US" dirty="0">
                <a:effectLst/>
                <a:latin typeface="Courier New" panose="02070309020205020404" pitchFamily="49" charset="0"/>
              </a:rPr>
              <a:t>model = </a:t>
            </a:r>
            <a:r>
              <a:rPr lang="en-US" dirty="0" err="1">
                <a:effectLst/>
                <a:latin typeface="Courier New" panose="02070309020205020404" pitchFamily="49" charset="0"/>
              </a:rPr>
              <a:t>LinearRegression</a:t>
            </a:r>
            <a:r>
              <a:rPr lang="en-US" dirty="0">
                <a:effectLst/>
                <a:latin typeface="Courier New" panose="02070309020205020404" pitchFamily="49" charset="0"/>
              </a:rPr>
              <a:t>()</a:t>
            </a:r>
          </a:p>
          <a:p>
            <a:pPr>
              <a:buNone/>
            </a:pPr>
            <a:r>
              <a:rPr lang="en-US" dirty="0" err="1">
                <a:effectLst/>
                <a:latin typeface="Courier New" panose="02070309020205020404" pitchFamily="49" charset="0"/>
              </a:rPr>
              <a:t>model.fit</a:t>
            </a:r>
            <a:r>
              <a:rPr lang="en-US" dirty="0">
                <a:effectLst/>
                <a:latin typeface="Courier New" panose="02070309020205020404" pitchFamily="49" charset="0"/>
              </a:rPr>
              <a:t>(X, y)</a:t>
            </a:r>
          </a:p>
          <a:p>
            <a:pPr>
              <a:buNone/>
            </a:pPr>
            <a:endParaRPr lang="en-US" dirty="0">
              <a:effectLst/>
              <a:latin typeface="Courier New" panose="02070309020205020404" pitchFamily="49" charset="0"/>
            </a:endParaRPr>
          </a:p>
          <a:p>
            <a:pPr>
              <a:buNone/>
            </a:pPr>
            <a:r>
              <a:rPr lang="en-US" dirty="0">
                <a:effectLst/>
                <a:latin typeface="Courier New" panose="02070309020205020404" pitchFamily="49" charset="0"/>
              </a:rPr>
              <a:t>print("Slope (m):", </a:t>
            </a:r>
            <a:r>
              <a:rPr lang="en-US" dirty="0" err="1">
                <a:effectLst/>
                <a:latin typeface="Courier New" panose="02070309020205020404" pitchFamily="49" charset="0"/>
              </a:rPr>
              <a:t>model.coef</a:t>
            </a:r>
            <a:r>
              <a:rPr lang="en-US" dirty="0">
                <a:effectLst/>
                <a:latin typeface="Courier New" panose="02070309020205020404" pitchFamily="49" charset="0"/>
              </a:rPr>
              <a:t>_[0])</a:t>
            </a:r>
          </a:p>
          <a:p>
            <a:pPr>
              <a:buNone/>
            </a:pPr>
            <a:r>
              <a:rPr lang="en-US" dirty="0">
                <a:effectLst/>
                <a:latin typeface="Courier New" panose="02070309020205020404" pitchFamily="49" charset="0"/>
              </a:rPr>
              <a:t>print("Intercept (c):", </a:t>
            </a:r>
            <a:r>
              <a:rPr lang="en-US" dirty="0" err="1">
                <a:effectLst/>
                <a:latin typeface="Courier New" panose="02070309020205020404" pitchFamily="49" charset="0"/>
              </a:rPr>
              <a:t>model.intercept</a:t>
            </a:r>
            <a:r>
              <a:rPr lang="en-US" dirty="0">
                <a:effectLst/>
                <a:latin typeface="Courier New" panose="02070309020205020404" pitchFamily="49" charset="0"/>
              </a:rPr>
              <a:t>_)</a:t>
            </a:r>
          </a:p>
          <a:p>
            <a:pPr>
              <a:buNone/>
            </a:pPr>
            <a:r>
              <a:rPr lang="en-US" dirty="0">
                <a:effectLst/>
                <a:latin typeface="Courier New" panose="02070309020205020404" pitchFamily="49" charset="0"/>
              </a:rPr>
              <a:t>print("Prediction for X=6:", </a:t>
            </a:r>
            <a:r>
              <a:rPr lang="en-US" dirty="0" err="1">
                <a:effectLst/>
                <a:latin typeface="Courier New" panose="02070309020205020404" pitchFamily="49" charset="0"/>
              </a:rPr>
              <a:t>model.predict</a:t>
            </a:r>
            <a:r>
              <a:rPr lang="en-US" dirty="0">
                <a:effectLst/>
                <a:latin typeface="Courier New" panose="02070309020205020404" pitchFamily="49" charset="0"/>
              </a:rPr>
              <a:t>([[6]]))</a:t>
            </a:r>
          </a:p>
        </p:txBody>
      </p:sp>
      <p:sp>
        <p:nvSpPr>
          <p:cNvPr id="13" name="TextBox 12">
            <a:extLst>
              <a:ext uri="{FF2B5EF4-FFF2-40B4-BE49-F238E27FC236}">
                <a16:creationId xmlns:a16="http://schemas.microsoft.com/office/drawing/2014/main" id="{9851B68C-1785-3518-5BF5-663EEE01E215}"/>
              </a:ext>
            </a:extLst>
          </p:cNvPr>
          <p:cNvSpPr txBox="1"/>
          <p:nvPr/>
        </p:nvSpPr>
        <p:spPr>
          <a:xfrm>
            <a:off x="5240595" y="5612125"/>
            <a:ext cx="6341805" cy="369332"/>
          </a:xfrm>
          <a:prstGeom prst="rect">
            <a:avLst/>
          </a:prstGeom>
          <a:noFill/>
        </p:spPr>
        <p:txBody>
          <a:bodyPr wrap="square">
            <a:spAutoFit/>
          </a:bodyPr>
          <a:lstStyle/>
          <a:p>
            <a:pPr>
              <a:buNone/>
            </a:pPr>
            <a:r>
              <a:rPr lang="en-US" dirty="0">
                <a:effectLst/>
                <a:latin typeface="Arial Black" panose="020B0A04020102020204" pitchFamily="34" charset="0"/>
              </a:rPr>
              <a:t>Compare results with manual gradient descent</a:t>
            </a:r>
            <a:r>
              <a:rPr lang="en-US" dirty="0">
                <a:effectLst/>
              </a:rPr>
              <a:t>.</a:t>
            </a:r>
            <a:endParaRPr lang="en-US" dirty="0"/>
          </a:p>
        </p:txBody>
      </p:sp>
    </p:spTree>
    <p:extLst>
      <p:ext uri="{BB962C8B-B14F-4D97-AF65-F5344CB8AC3E}">
        <p14:creationId xmlns:p14="http://schemas.microsoft.com/office/powerpoint/2010/main" val="3443447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BC400-B794-86D1-6E42-F2C731A33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4C8FD-A2A3-0DC1-5F17-FD92679D05F6}"/>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4" name="TextBox 3">
            <a:extLst>
              <a:ext uri="{FF2B5EF4-FFF2-40B4-BE49-F238E27FC236}">
                <a16:creationId xmlns:a16="http://schemas.microsoft.com/office/drawing/2014/main" id="{C11699E4-D829-92D3-355A-10BA67EB2C6D}"/>
              </a:ext>
            </a:extLst>
          </p:cNvPr>
          <p:cNvSpPr txBox="1"/>
          <p:nvPr/>
        </p:nvSpPr>
        <p:spPr>
          <a:xfrm>
            <a:off x="1233948" y="1226940"/>
            <a:ext cx="9724103" cy="1477328"/>
          </a:xfrm>
          <a:prstGeom prst="rect">
            <a:avLst/>
          </a:prstGeom>
          <a:noFill/>
        </p:spPr>
        <p:txBody>
          <a:bodyPr wrap="square">
            <a:spAutoFit/>
          </a:bodyPr>
          <a:lstStyle/>
          <a:p>
            <a:pPr algn="just">
              <a:buNone/>
            </a:pPr>
            <a:r>
              <a:rPr lang="en-US" b="1" dirty="0">
                <a:solidFill>
                  <a:srgbClr val="FF0000"/>
                </a:solidFill>
                <a:latin typeface="Arial Black" panose="020B0A04020102020204" pitchFamily="34" charset="0"/>
              </a:rPr>
              <a:t>Part 4: Reflection</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Manual method shows the </a:t>
            </a:r>
            <a:r>
              <a:rPr lang="en-US" b="1" dirty="0">
                <a:effectLst/>
                <a:latin typeface="Arial Black" panose="020B0A04020102020204" pitchFamily="34" charset="0"/>
              </a:rPr>
              <a:t>mechanics</a:t>
            </a:r>
            <a:r>
              <a:rPr lang="en-US" dirty="0">
                <a:effectLst/>
                <a:latin typeface="Arial Black" panose="020B0A04020102020204" pitchFamily="34" charset="0"/>
              </a:rPr>
              <a:t> (gradient descent).</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Scikit‑Learn shows the </a:t>
            </a:r>
            <a:r>
              <a:rPr lang="en-US" b="1" dirty="0">
                <a:effectLst/>
                <a:latin typeface="Arial Black" panose="020B0A04020102020204" pitchFamily="34" charset="0"/>
              </a:rPr>
              <a:t>practical shortcut</a:t>
            </a:r>
            <a:r>
              <a:rPr lang="en-US" dirty="0">
                <a:effectLst/>
                <a:latin typeface="Arial Black" panose="020B0A04020102020204" pitchFamily="34" charset="0"/>
              </a:rPr>
              <a:t> (ready‑made implementation).</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Both lead to the same essence: fitting the best line to minimize error</a:t>
            </a:r>
            <a:r>
              <a:rPr lang="en-US" dirty="0">
                <a:effectLst/>
                <a:latin typeface="Arial Black" panose="020B0A04020102020204" pitchFamily="34" charset="0"/>
              </a:rPr>
              <a:t>.</a:t>
            </a:r>
            <a:endParaRPr lang="en-US" dirty="0">
              <a:latin typeface="Arial Black" panose="020B0A04020102020204" pitchFamily="34" charset="0"/>
            </a:endParaRPr>
          </a:p>
        </p:txBody>
      </p:sp>
      <p:sp>
        <p:nvSpPr>
          <p:cNvPr id="17" name="TextBox 16">
            <a:extLst>
              <a:ext uri="{FF2B5EF4-FFF2-40B4-BE49-F238E27FC236}">
                <a16:creationId xmlns:a16="http://schemas.microsoft.com/office/drawing/2014/main" id="{38C16B99-A344-767D-8313-FDAF54F3044D}"/>
              </a:ext>
            </a:extLst>
          </p:cNvPr>
          <p:cNvSpPr txBox="1"/>
          <p:nvPr/>
        </p:nvSpPr>
        <p:spPr>
          <a:xfrm>
            <a:off x="1130710" y="3055374"/>
            <a:ext cx="9724103" cy="1200329"/>
          </a:xfrm>
          <a:prstGeom prst="rect">
            <a:avLst/>
          </a:prstGeom>
          <a:noFill/>
        </p:spPr>
        <p:txBody>
          <a:bodyPr wrap="square">
            <a:spAutoFit/>
          </a:bodyPr>
          <a:lstStyle/>
          <a:p>
            <a:pPr algn="just"/>
            <a:r>
              <a:rPr lang="en-US" b="0" i="0" dirty="0">
                <a:effectLst/>
                <a:latin typeface="Arial Black" panose="020B0A04020102020204" pitchFamily="34" charset="0"/>
              </a:rPr>
              <a:t>Linear regression is a </a:t>
            </a:r>
            <a:r>
              <a:rPr lang="en-US" b="1" i="0" dirty="0">
                <a:effectLst/>
                <a:latin typeface="Arial Black" panose="020B0A04020102020204" pitchFamily="34" charset="0"/>
              </a:rPr>
              <a:t>supervised learning</a:t>
            </a:r>
            <a:r>
              <a:rPr lang="en-US" b="0" i="0" dirty="0">
                <a:effectLst/>
                <a:latin typeface="Arial Black" panose="020B0A04020102020204" pitchFamily="34" charset="0"/>
              </a:rPr>
              <a:t> technique used to model the relationship between one or more independent variables (</a:t>
            </a:r>
            <a:r>
              <a:rPr lang="en-US" b="1" i="0" dirty="0">
                <a:effectLst/>
                <a:latin typeface="Arial Black" panose="020B0A04020102020204" pitchFamily="34" charset="0"/>
              </a:rPr>
              <a:t>features</a:t>
            </a:r>
            <a:r>
              <a:rPr lang="en-US" b="0" i="0" dirty="0">
                <a:effectLst/>
                <a:latin typeface="Arial Black" panose="020B0A04020102020204" pitchFamily="34" charset="0"/>
              </a:rPr>
              <a:t>) and a continuous dependent variable (</a:t>
            </a:r>
            <a:r>
              <a:rPr lang="en-US" b="1" i="0" dirty="0">
                <a:effectLst/>
                <a:latin typeface="Arial Black" panose="020B0A04020102020204" pitchFamily="34" charset="0"/>
              </a:rPr>
              <a:t>target</a:t>
            </a:r>
            <a:r>
              <a:rPr lang="en-US" b="0" i="0" dirty="0">
                <a:effectLst/>
                <a:latin typeface="Arial Black" panose="020B0A04020102020204" pitchFamily="34" charset="0"/>
              </a:rPr>
              <a:t>). It’s widely applied in forecasting, price prediction, and trend analysis.</a:t>
            </a:r>
            <a:endParaRPr lang="en-US" dirty="0">
              <a:latin typeface="Arial Black" panose="020B0A04020102020204" pitchFamily="34" charset="0"/>
            </a:endParaRPr>
          </a:p>
        </p:txBody>
      </p:sp>
      <p:sp>
        <p:nvSpPr>
          <p:cNvPr id="19" name="TextBox 18">
            <a:extLst>
              <a:ext uri="{FF2B5EF4-FFF2-40B4-BE49-F238E27FC236}">
                <a16:creationId xmlns:a16="http://schemas.microsoft.com/office/drawing/2014/main" id="{E2B655BC-E839-B42E-219B-83082DAEE41B}"/>
              </a:ext>
            </a:extLst>
          </p:cNvPr>
          <p:cNvSpPr txBox="1"/>
          <p:nvPr/>
        </p:nvSpPr>
        <p:spPr>
          <a:xfrm>
            <a:off x="840657" y="4606809"/>
            <a:ext cx="10510684" cy="1077218"/>
          </a:xfrm>
          <a:prstGeom prst="rect">
            <a:avLst/>
          </a:prstGeom>
          <a:noFill/>
        </p:spPr>
        <p:txBody>
          <a:bodyPr wrap="square">
            <a:spAutoFit/>
          </a:bodyPr>
          <a:lstStyle/>
          <a:p>
            <a:pPr algn="just">
              <a:buNone/>
            </a:pPr>
            <a:r>
              <a:rPr lang="en-US" sz="1600" b="1" dirty="0">
                <a:solidFill>
                  <a:srgbClr val="FF0000"/>
                </a:solidFill>
                <a:effectLst/>
                <a:latin typeface="Arial Black" panose="020B0A04020102020204" pitchFamily="34" charset="0"/>
              </a:rPr>
              <a:t>Aditya‑L1 data analysis does use regression techniques. </a:t>
            </a:r>
            <a:r>
              <a:rPr lang="en-US" sz="1600" b="1" dirty="0">
                <a:solidFill>
                  <a:srgbClr val="7030A0"/>
                </a:solidFill>
                <a:effectLst/>
                <a:latin typeface="Arial Black" panose="020B0A04020102020204" pitchFamily="34" charset="0"/>
              </a:rPr>
              <a:t>For example</a:t>
            </a:r>
            <a:r>
              <a:rPr lang="en-US" sz="1600" b="1" dirty="0">
                <a:effectLst/>
                <a:latin typeface="Arial Black" panose="020B0A04020102020204" pitchFamily="34" charset="0"/>
              </a:rPr>
              <a:t>, researchers have applied </a:t>
            </a:r>
            <a:r>
              <a:rPr lang="en-US" sz="1600" b="1" i="1" dirty="0">
                <a:effectLst/>
                <a:latin typeface="Arial Black" panose="020B0A04020102020204" pitchFamily="34" charset="0"/>
              </a:rPr>
              <a:t>logistic regression</a:t>
            </a:r>
            <a:r>
              <a:rPr lang="en-US" sz="1600" b="1" dirty="0">
                <a:effectLst/>
                <a:latin typeface="Arial Black" panose="020B0A04020102020204" pitchFamily="34" charset="0"/>
              </a:rPr>
              <a:t> models to classify and detect solar phenomena such as Coronal Mass Ejections (CMEs) using payload data from SWIS‑ASPEX. Regression helps distinguish between normal solar wind variations and CME events by learning from labeled features.</a:t>
            </a:r>
            <a:endParaRPr lang="en-US" sz="1600" dirty="0">
              <a:latin typeface="Arial Black" panose="020B0A04020102020204" pitchFamily="34" charset="0"/>
            </a:endParaRPr>
          </a:p>
        </p:txBody>
      </p:sp>
    </p:spTree>
    <p:extLst>
      <p:ext uri="{BB962C8B-B14F-4D97-AF65-F5344CB8AC3E}">
        <p14:creationId xmlns:p14="http://schemas.microsoft.com/office/powerpoint/2010/main" val="1935213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A211-91C6-8187-A612-4E7310764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F83DA-31B5-BC71-813C-DE4274D58D96}"/>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pic>
        <p:nvPicPr>
          <p:cNvPr id="5" name="Picture 4">
            <a:extLst>
              <a:ext uri="{FF2B5EF4-FFF2-40B4-BE49-F238E27FC236}">
                <a16:creationId xmlns:a16="http://schemas.microsoft.com/office/drawing/2014/main" id="{5EA0B98B-C18A-346F-116C-17330C8714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96" y="1386347"/>
            <a:ext cx="7012859" cy="4675239"/>
          </a:xfrm>
          <a:prstGeom prst="rect">
            <a:avLst/>
          </a:prstGeom>
        </p:spPr>
      </p:pic>
      <p:sp>
        <p:nvSpPr>
          <p:cNvPr id="7" name="TextBox 6">
            <a:extLst>
              <a:ext uri="{FF2B5EF4-FFF2-40B4-BE49-F238E27FC236}">
                <a16:creationId xmlns:a16="http://schemas.microsoft.com/office/drawing/2014/main" id="{4D057FB0-07B4-4FBC-19F5-D49B6554D752}"/>
              </a:ext>
            </a:extLst>
          </p:cNvPr>
          <p:cNvSpPr txBox="1"/>
          <p:nvPr/>
        </p:nvSpPr>
        <p:spPr>
          <a:xfrm>
            <a:off x="7660559" y="907810"/>
            <a:ext cx="4237703" cy="5632311"/>
          </a:xfrm>
          <a:prstGeom prst="rect">
            <a:avLst/>
          </a:prstGeom>
          <a:noFill/>
        </p:spPr>
        <p:txBody>
          <a:bodyPr wrap="square">
            <a:spAutoFit/>
          </a:bodyPr>
          <a:lstStyle/>
          <a:p>
            <a:pPr algn="just">
              <a:buNone/>
            </a:pPr>
            <a:r>
              <a:rPr lang="en-US" b="1" dirty="0">
                <a:effectLst/>
                <a:latin typeface="Arial Black" panose="020B0A04020102020204" pitchFamily="34" charset="0"/>
              </a:rPr>
              <a:t>Aditya‑L1 spacecraft</a:t>
            </a:r>
            <a:r>
              <a:rPr lang="en-US" dirty="0">
                <a:effectLst/>
                <a:latin typeface="Arial Black" panose="020B0A04020102020204" pitchFamily="34" charset="0"/>
              </a:rPr>
              <a:t> orbiting near Earth, facing the Sun.</a:t>
            </a:r>
          </a:p>
          <a:p>
            <a:pPr algn="just">
              <a:buNone/>
            </a:pPr>
            <a:endParaRPr lang="en-US" dirty="0">
              <a:latin typeface="Arial Black" panose="020B0A04020102020204" pitchFamily="34" charset="0"/>
            </a:endParaRPr>
          </a:p>
          <a:p>
            <a:pPr algn="just">
              <a:buNone/>
            </a:pPr>
            <a:r>
              <a:rPr lang="en-US" b="1" dirty="0">
                <a:effectLst/>
                <a:latin typeface="Arial Black" panose="020B0A04020102020204" pitchFamily="34" charset="0"/>
              </a:rPr>
              <a:t>Solar flares and CMEs</a:t>
            </a:r>
            <a:r>
              <a:rPr lang="en-US" dirty="0">
                <a:effectLst/>
                <a:latin typeface="Arial Black" panose="020B0A04020102020204" pitchFamily="34" charset="0"/>
              </a:rPr>
              <a:t> erupting from the Sun, symbolizing raw data.</a:t>
            </a:r>
          </a:p>
          <a:p>
            <a:pPr algn="just">
              <a:buNone/>
            </a:pPr>
            <a:endParaRPr lang="en-US" dirty="0">
              <a:latin typeface="Arial Black" panose="020B0A04020102020204" pitchFamily="34" charset="0"/>
            </a:endParaRPr>
          </a:p>
          <a:p>
            <a:pPr algn="just">
              <a:buNone/>
            </a:pPr>
            <a:r>
              <a:rPr lang="en-US" b="1" dirty="0">
                <a:effectLst/>
                <a:latin typeface="Arial Black" panose="020B0A04020102020204" pitchFamily="34" charset="0"/>
              </a:rPr>
              <a:t>Regression graphs</a:t>
            </a:r>
            <a:r>
              <a:rPr lang="en-US" dirty="0">
                <a:effectLst/>
                <a:latin typeface="Arial Black" panose="020B0A04020102020204" pitchFamily="34" charset="0"/>
              </a:rPr>
              <a:t> (scatter plots, logistic curve) on laptops and monitors, showing CME detection.</a:t>
            </a:r>
          </a:p>
          <a:p>
            <a:pPr algn="just">
              <a:buNone/>
            </a:pPr>
            <a:endParaRPr lang="en-US" dirty="0">
              <a:latin typeface="Arial Black" panose="020B0A04020102020204" pitchFamily="34" charset="0"/>
            </a:endParaRPr>
          </a:p>
          <a:p>
            <a:pPr algn="just">
              <a:buNone/>
            </a:pPr>
            <a:r>
              <a:rPr lang="en-US" b="1" dirty="0">
                <a:effectLst/>
                <a:latin typeface="Arial Black" panose="020B0A04020102020204" pitchFamily="34" charset="0"/>
              </a:rPr>
              <a:t>Metrics panel</a:t>
            </a:r>
            <a:r>
              <a:rPr lang="en-US" dirty="0">
                <a:effectLst/>
                <a:latin typeface="Arial Black" panose="020B0A04020102020204" pitchFamily="34" charset="0"/>
              </a:rPr>
              <a:t> with precision, recall, and F1 score — linking regression analysis to event classification.</a:t>
            </a:r>
          </a:p>
          <a:p>
            <a:pPr algn="just">
              <a:buNone/>
            </a:pPr>
            <a:endParaRPr lang="en-US" dirty="0">
              <a:latin typeface="Arial Black" panose="020B0A04020102020204" pitchFamily="34" charset="0"/>
            </a:endParaRPr>
          </a:p>
          <a:p>
            <a:pPr algn="just">
              <a:buNone/>
            </a:pPr>
            <a:r>
              <a:rPr lang="en-US" b="1" dirty="0">
                <a:effectLst/>
                <a:latin typeface="Arial Black" panose="020B0A04020102020204" pitchFamily="34" charset="0"/>
              </a:rPr>
              <a:t>Color palette:</a:t>
            </a:r>
            <a:r>
              <a:rPr lang="en-US" dirty="0">
                <a:effectLst/>
                <a:latin typeface="Arial Black" panose="020B0A04020102020204" pitchFamily="34" charset="0"/>
              </a:rPr>
              <a:t> Fiery oranges for solar activity, cool blues for data science</a:t>
            </a:r>
            <a:r>
              <a:rPr lang="en-US" dirty="0">
                <a:effectLst/>
              </a:rPr>
              <a:t>.</a:t>
            </a:r>
            <a:endParaRPr lang="en-US" dirty="0"/>
          </a:p>
        </p:txBody>
      </p:sp>
    </p:spTree>
    <p:extLst>
      <p:ext uri="{BB962C8B-B14F-4D97-AF65-F5344CB8AC3E}">
        <p14:creationId xmlns:p14="http://schemas.microsoft.com/office/powerpoint/2010/main" val="495879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FA1BB-244D-E179-DCB6-B7C049DB3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DE8A1-285F-DE17-9E82-AB82370D7412}"/>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pic>
        <p:nvPicPr>
          <p:cNvPr id="4" name="Picture 3">
            <a:extLst>
              <a:ext uri="{FF2B5EF4-FFF2-40B4-BE49-F238E27FC236}">
                <a16:creationId xmlns:a16="http://schemas.microsoft.com/office/drawing/2014/main" id="{7B7CB3F7-07D9-F029-0CD8-605AF10E0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906" y="1140541"/>
            <a:ext cx="7175091" cy="4783394"/>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00378C6-9087-5019-F117-071DA14E2EB9}"/>
                  </a:ext>
                </a:extLst>
              </p:cNvPr>
              <p:cNvSpPr txBox="1"/>
              <p:nvPr/>
            </p:nvSpPr>
            <p:spPr>
              <a:xfrm>
                <a:off x="7325031" y="900748"/>
                <a:ext cx="4060723" cy="5262979"/>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Plot Highlights</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Scatter points:</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 Normal solar wind observations</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 CME events detected</a:t>
                </a:r>
              </a:p>
              <a:p>
                <a:pPr marL="742950" lvl="1" indent="-285750">
                  <a:buFont typeface="Arial" panose="020B0604020202020204" pitchFamily="34" charset="0"/>
                  <a:buChar char="•"/>
                </a:pP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Logistic regression curve: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Red curve separating normal vs. CME regions.</a:t>
                </a:r>
              </a:p>
              <a:p>
                <a:pPr>
                  <a:buFont typeface="Arial" panose="020B0604020202020204" pitchFamily="34" charset="0"/>
                  <a:buChar char="•"/>
                </a:pP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Threshold line:</a:t>
                </a:r>
                <a:r>
                  <a:rPr lang="en-US" sz="1600" dirty="0">
                    <a:solidFill>
                      <a:srgbClr val="FF0000"/>
                    </a:solidFill>
                    <a:effectLst/>
                    <a:latin typeface="Arial Black" panose="020B0A04020102020204" pitchFamily="34" charset="0"/>
                  </a:rPr>
                  <a:t> </a:t>
                </a:r>
                <a14:m>
                  <m:oMath xmlns:m="http://schemas.openxmlformats.org/officeDocument/2006/math">
                    <m:r>
                      <a:rPr lang="en-US" sz="1600" i="1">
                        <a:latin typeface="Cambria Math" panose="02040503050406030204" pitchFamily="18" charset="0"/>
                      </a:rPr>
                      <m:t>𝑃</m:t>
                    </m:r>
                    <m:d>
                      <m:dPr>
                        <m:ctrlPr>
                          <a:rPr lang="en-US" sz="1600" i="1">
                            <a:latin typeface="Cambria Math" panose="02040503050406030204" pitchFamily="18" charset="0"/>
                          </a:rPr>
                        </m:ctrlPr>
                      </m:dPr>
                      <m:e>
                        <m:r>
                          <m:rPr>
                            <m:nor/>
                          </m:rPr>
                          <a:rPr lang="en-US" sz="1600" b="0" i="1">
                            <a:latin typeface="Arial Black" panose="020B0A04020102020204" pitchFamily="34" charset="0"/>
                          </a:rPr>
                          <m:t>CME</m:t>
                        </m:r>
                      </m:e>
                    </m:d>
                    <m:r>
                      <a:rPr lang="en-US" sz="1600" b="0" i="0">
                        <a:latin typeface="Cambria Math" panose="02040503050406030204" pitchFamily="18" charset="0"/>
                      </a:rPr>
                      <m:t>=0.5</m:t>
                    </m:r>
                  </m:oMath>
                </a14:m>
                <a:r>
                  <a:rPr lang="en-US" sz="1600" dirty="0">
                    <a:effectLst/>
                    <a:latin typeface="Arial Black" panose="020B0A04020102020204" pitchFamily="34" charset="0"/>
                  </a:rPr>
                  <a:t>marks the decision boundary.</a:t>
                </a:r>
              </a:p>
              <a:p>
                <a:pPr>
                  <a:buFont typeface="Arial" panose="020B0604020202020204" pitchFamily="34" charset="0"/>
                  <a:buChar char="•"/>
                </a:pP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Performance metrics: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Precision = 1.00, Recall = 0.50, F1 = 0.67.</a:t>
                </a:r>
              </a:p>
              <a:p>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Context:</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Aditya‑L1 spacecraft icon + CME probability region shaded.</a:t>
                </a:r>
                <a:endParaRPr lang="en-US" sz="1600" dirty="0">
                  <a:latin typeface="Arial Black" panose="020B0A04020102020204" pitchFamily="34" charset="0"/>
                </a:endParaRPr>
              </a:p>
            </p:txBody>
          </p:sp>
        </mc:Choice>
        <mc:Fallback>
          <p:sp>
            <p:nvSpPr>
              <p:cNvPr id="8" name="TextBox 7">
                <a:extLst>
                  <a:ext uri="{FF2B5EF4-FFF2-40B4-BE49-F238E27FC236}">
                    <a16:creationId xmlns:a16="http://schemas.microsoft.com/office/drawing/2014/main" id="{B00378C6-9087-5019-F117-071DA14E2EB9}"/>
                  </a:ext>
                </a:extLst>
              </p:cNvPr>
              <p:cNvSpPr txBox="1">
                <a:spLocks noRot="1" noChangeAspect="1" noMove="1" noResize="1" noEditPoints="1" noAdjustHandles="1" noChangeArrowheads="1" noChangeShapeType="1" noTextEdit="1"/>
              </p:cNvSpPr>
              <p:nvPr/>
            </p:nvSpPr>
            <p:spPr>
              <a:xfrm>
                <a:off x="7325031" y="900748"/>
                <a:ext cx="4060723" cy="5262979"/>
              </a:xfrm>
              <a:prstGeom prst="rect">
                <a:avLst/>
              </a:prstGeom>
              <a:blipFill>
                <a:blip r:embed="rId3"/>
                <a:stretch>
                  <a:fillRect l="-601" t="-348" b="-579"/>
                </a:stretch>
              </a:blipFill>
            </p:spPr>
            <p:txBody>
              <a:bodyPr/>
              <a:lstStyle/>
              <a:p>
                <a:r>
                  <a:rPr lang="en-US">
                    <a:noFill/>
                  </a:rPr>
                  <a:t> </a:t>
                </a:r>
              </a:p>
            </p:txBody>
          </p:sp>
        </mc:Fallback>
      </mc:AlternateContent>
    </p:spTree>
    <p:extLst>
      <p:ext uri="{BB962C8B-B14F-4D97-AF65-F5344CB8AC3E}">
        <p14:creationId xmlns:p14="http://schemas.microsoft.com/office/powerpoint/2010/main" val="4216810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A1D9-E89B-8007-180B-8A41DD2BA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F6544-9204-B11A-D589-55842616565F}"/>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5" name="TextBox 4">
            <a:extLst>
              <a:ext uri="{FF2B5EF4-FFF2-40B4-BE49-F238E27FC236}">
                <a16:creationId xmlns:a16="http://schemas.microsoft.com/office/drawing/2014/main" id="{D6E01C54-FC40-5EE3-A841-A1777AE2B2B9}"/>
              </a:ext>
            </a:extLst>
          </p:cNvPr>
          <p:cNvSpPr txBox="1"/>
          <p:nvPr/>
        </p:nvSpPr>
        <p:spPr>
          <a:xfrm>
            <a:off x="2792361" y="995205"/>
            <a:ext cx="7315199" cy="369332"/>
          </a:xfrm>
          <a:prstGeom prst="rect">
            <a:avLst/>
          </a:prstGeom>
          <a:noFill/>
        </p:spPr>
        <p:txBody>
          <a:bodyPr wrap="square">
            <a:spAutoFit/>
          </a:bodyPr>
          <a:lstStyle/>
          <a:p>
            <a:r>
              <a:rPr lang="en-US" dirty="0">
                <a:solidFill>
                  <a:srgbClr val="7030A0"/>
                </a:solidFill>
                <a:latin typeface="Arial Black" panose="020B0A04020102020204" pitchFamily="34" charset="0"/>
              </a:rPr>
              <a:t>Plot Titanic Survival Prediction via Logistic Regression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9416085-9774-D191-1B2F-D54A52701DC9}"/>
                  </a:ext>
                </a:extLst>
              </p:cNvPr>
              <p:cNvSpPr txBox="1"/>
              <p:nvPr/>
            </p:nvSpPr>
            <p:spPr>
              <a:xfrm>
                <a:off x="973393" y="1599290"/>
                <a:ext cx="10048567" cy="3941335"/>
              </a:xfrm>
              <a:prstGeom prst="rect">
                <a:avLst/>
              </a:prstGeom>
              <a:noFill/>
            </p:spPr>
            <p:txBody>
              <a:bodyPr wrap="square">
                <a:spAutoFit/>
              </a:bodyPr>
              <a:lstStyle/>
              <a:p>
                <a:pPr marL="285750" indent="-285750" algn="just">
                  <a:buFont typeface="Arial" panose="020B0604020202020204" pitchFamily="34" charset="0"/>
                  <a:buChar char="•"/>
                </a:pPr>
                <a:r>
                  <a:rPr lang="en-US" b="1" dirty="0">
                    <a:effectLst/>
                    <a:latin typeface="Arial Black" panose="020B0A04020102020204" pitchFamily="34" charset="0"/>
                  </a:rPr>
                  <a:t>X‑axis:</a:t>
                </a:r>
                <a:r>
                  <a:rPr lang="en-US" dirty="0">
                    <a:effectLst/>
                    <a:latin typeface="Arial Black" panose="020B0A04020102020204" pitchFamily="34" charset="0"/>
                  </a:rPr>
                  <a:t>  Passenger Age</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Y‑axis:</a:t>
                </a:r>
                <a:r>
                  <a:rPr lang="en-US" dirty="0">
                    <a:effectLst/>
                    <a:latin typeface="Arial Black" panose="020B0A04020102020204" pitchFamily="34" charset="0"/>
                  </a:rPr>
                  <a:t>  Probability of Survival</a:t>
                </a:r>
              </a:p>
              <a:p>
                <a:pPr marL="285750" indent="-285750" algn="just">
                  <a:buFont typeface="Arial" panose="020B0604020202020204" pitchFamily="34" charset="0"/>
                  <a:buChar char="•"/>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Data Points: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Non‑survivors (label = 0)</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Survivors (label = 1)</a:t>
                </a:r>
              </a:p>
              <a:p>
                <a:pPr marL="285750" indent="-285750" algn="just">
                  <a:buFont typeface="Arial" panose="020B0604020202020204" pitchFamily="34" charset="0"/>
                  <a:buChar char="•"/>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NOTE:</a:t>
                </a:r>
                <a:r>
                  <a:rPr lang="en-US" b="1" dirty="0">
                    <a:effectLst/>
                    <a:latin typeface="Arial Black" panose="020B0A04020102020204" pitchFamily="34" charset="0"/>
                  </a:rPr>
                  <a:t> </a:t>
                </a:r>
                <a:r>
                  <a:rPr lang="en-US" b="1" dirty="0">
                    <a:solidFill>
                      <a:srgbClr val="7030A0"/>
                    </a:solidFill>
                    <a:effectLst/>
                    <a:latin typeface="Arial Black" panose="020B0A04020102020204" pitchFamily="34" charset="0"/>
                  </a:rPr>
                  <a:t>Regression Curve:</a:t>
                </a:r>
                <a:r>
                  <a:rPr lang="en-US" dirty="0">
                    <a:solidFill>
                      <a:srgbClr val="7030A0"/>
                    </a:solidFill>
                    <a:effectLst/>
                    <a:latin typeface="Arial Black" panose="020B0A04020102020204" pitchFamily="34" charset="0"/>
                  </a:rPr>
                  <a:t> </a:t>
                </a:r>
                <a:r>
                  <a:rPr lang="en-US" dirty="0">
                    <a:effectLst/>
                    <a:latin typeface="Arial Black" panose="020B0A04020102020204" pitchFamily="34" charset="0"/>
                  </a:rPr>
                  <a:t>A smooth logistic curve showing how survival probability changes with age:</a:t>
                </a:r>
                <a:endParaRPr lang="en-US" dirty="0">
                  <a:latin typeface="Arial Black" panose="020B0A04020102020204" pitchFamily="34" charset="0"/>
                </a:endParaRPr>
              </a:p>
              <a:p>
                <a:pPr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b="0" i="1">
                              <a:latin typeface="Arial Black" panose="020B0A04020102020204" pitchFamily="34" charset="0"/>
                            </a:rPr>
                            <m:t>Survival</m:t>
                          </m:r>
                        </m:e>
                      </m:d>
                      <m:r>
                        <a:rPr lang="en-US" b="0" i="0">
                          <a:latin typeface="Cambria Math" panose="02040503050406030204" pitchFamily="18" charset="0"/>
                        </a:rPr>
                        <m:t>=</m:t>
                      </m:r>
                      <m:f>
                        <m:fPr>
                          <m:ctrlPr>
                            <a:rPr lang="en-US" b="0" i="1">
                              <a:latin typeface="Cambria Math" panose="02040503050406030204" pitchFamily="18" charset="0"/>
                            </a:rPr>
                          </m:ctrlPr>
                        </m:fPr>
                        <m:num>
                          <m:r>
                            <a:rPr lang="en-US" b="0" i="0">
                              <a:latin typeface="Cambria Math" panose="02040503050406030204" pitchFamily="18" charset="0"/>
                            </a:rPr>
                            <m:t>1</m:t>
                          </m:r>
                        </m:num>
                        <m:den>
                          <m:r>
                            <a:rPr lang="en-US" b="0" i="0">
                              <a:latin typeface="Cambria Math" panose="02040503050406030204" pitchFamily="18" charset="0"/>
                            </a:rPr>
                            <m:t>1+</m:t>
                          </m:r>
                          <m:sSup>
                            <m:sSupPr>
                              <m:ctrlPr>
                                <a:rPr lang="en-US" b="0" i="1">
                                  <a:latin typeface="Cambria Math" panose="02040503050406030204" pitchFamily="18" charset="0"/>
                                </a:rPr>
                              </m:ctrlPr>
                            </m:sSupPr>
                            <m:e>
                              <m:r>
                                <a:rPr lang="en-US" b="0" i="1">
                                  <a:latin typeface="Cambria Math" panose="02040503050406030204" pitchFamily="18" charset="0"/>
                                </a:rPr>
                                <m:t>𝑒</m:t>
                              </m:r>
                            </m:e>
                            <m:sup>
                              <m:r>
                                <a:rPr lang="en-US" b="0" i="0">
                                  <a:latin typeface="Cambria Math" panose="02040503050406030204" pitchFamily="18" charset="0"/>
                                </a:rPr>
                                <m:t>−</m:t>
                              </m:r>
                              <m:r>
                                <a:rPr lang="en-US" b="0" i="1">
                                  <a:latin typeface="Cambria Math" panose="02040503050406030204" pitchFamily="18" charset="0"/>
                                </a:rPr>
                                <m:t>𝑧</m:t>
                              </m:r>
                            </m:sup>
                          </m:sSup>
                        </m:den>
                      </m:f>
                      <m:r>
                        <a:rPr lang="en-US" b="0" i="0">
                          <a:latin typeface="Cambria Math" panose="02040503050406030204" pitchFamily="18" charset="0"/>
                        </a:rPr>
                        <m:t>, </m:t>
                      </m:r>
                      <m:r>
                        <a:rPr lang="en-US" b="0" i="1">
                          <a:latin typeface="Cambria Math" panose="02040503050406030204" pitchFamily="18" charset="0"/>
                        </a:rPr>
                        <m:t>𝑧</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0</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1</m:t>
                          </m:r>
                        </m:sub>
                      </m:sSub>
                      <m:r>
                        <a:rPr lang="en-US" b="0" i="0">
                          <a:latin typeface="Cambria Math" panose="02040503050406030204" pitchFamily="18" charset="0"/>
                        </a:rPr>
                        <m:t>⋅</m:t>
                      </m:r>
                      <m:r>
                        <m:rPr>
                          <m:nor/>
                        </m:rPr>
                        <a:rPr lang="en-US" b="0" i="1">
                          <a:latin typeface="Arial Black" panose="020B0A04020102020204" pitchFamily="34" charset="0"/>
                        </a:rPr>
                        <m:t>Age</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2</m:t>
                          </m:r>
                        </m:sub>
                      </m:sSub>
                      <m:r>
                        <a:rPr lang="en-US" b="0" i="0">
                          <a:latin typeface="Cambria Math" panose="02040503050406030204" pitchFamily="18" charset="0"/>
                        </a:rPr>
                        <m:t>⋅</m:t>
                      </m:r>
                      <m:r>
                        <m:rPr>
                          <m:nor/>
                        </m:rPr>
                        <a:rPr lang="en-US" b="0" i="1">
                          <a:latin typeface="Arial Black" panose="020B0A04020102020204" pitchFamily="34" charset="0"/>
                        </a:rPr>
                        <m:t>Fare</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𝛽</m:t>
                          </m:r>
                        </m:e>
                        <m:sub>
                          <m:r>
                            <a:rPr lang="en-US" b="0" i="0">
                              <a:latin typeface="Cambria Math" panose="02040503050406030204" pitchFamily="18" charset="0"/>
                            </a:rPr>
                            <m:t>3</m:t>
                          </m:r>
                        </m:sub>
                      </m:sSub>
                      <m:r>
                        <a:rPr lang="en-US" b="0" i="0">
                          <a:latin typeface="Cambria Math" panose="02040503050406030204" pitchFamily="18" charset="0"/>
                        </a:rPr>
                        <m:t>⋅</m:t>
                      </m:r>
                      <m:r>
                        <m:rPr>
                          <m:nor/>
                        </m:rPr>
                        <a:rPr lang="en-US" b="0" i="1">
                          <a:latin typeface="Arial Black" panose="020B0A04020102020204" pitchFamily="34" charset="0"/>
                        </a:rPr>
                        <m:t>Class</m:t>
                      </m:r>
                    </m:oMath>
                  </m:oMathPara>
                </a14:m>
                <a:endParaRPr lang="en-US" b="0" dirty="0">
                  <a:latin typeface="Arial Black" panose="020B0A04020102020204" pitchFamily="34" charset="0"/>
                </a:endParaRPr>
              </a:p>
              <a:p>
                <a:pPr algn="just">
                  <a:buNone/>
                </a:pPr>
                <a:r>
                  <a:rPr lang="en-US" dirty="0">
                    <a:effectLst/>
                    <a:latin typeface="Arial Black" panose="020B0A04020102020204" pitchFamily="34" charset="0"/>
                  </a:rPr>
                  <a:t>The curve typically slopes downward — younger passengers had higher survival odds.</a:t>
                </a:r>
                <a:endParaRPr lang="en-US" dirty="0">
                  <a:latin typeface="Arial Black" panose="020B0A04020102020204" pitchFamily="34" charset="0"/>
                </a:endParaRPr>
              </a:p>
            </p:txBody>
          </p:sp>
        </mc:Choice>
        <mc:Fallback>
          <p:sp>
            <p:nvSpPr>
              <p:cNvPr id="7" name="TextBox 6">
                <a:extLst>
                  <a:ext uri="{FF2B5EF4-FFF2-40B4-BE49-F238E27FC236}">
                    <a16:creationId xmlns:a16="http://schemas.microsoft.com/office/drawing/2014/main" id="{69416085-9774-D191-1B2F-D54A52701DC9}"/>
                  </a:ext>
                </a:extLst>
              </p:cNvPr>
              <p:cNvSpPr txBox="1">
                <a:spLocks noRot="1" noChangeAspect="1" noMove="1" noResize="1" noEditPoints="1" noAdjustHandles="1" noChangeArrowheads="1" noChangeShapeType="1" noTextEdit="1"/>
              </p:cNvSpPr>
              <p:nvPr/>
            </p:nvSpPr>
            <p:spPr>
              <a:xfrm>
                <a:off x="973393" y="1599290"/>
                <a:ext cx="10048567" cy="3941335"/>
              </a:xfrm>
              <a:prstGeom prst="rect">
                <a:avLst/>
              </a:prstGeom>
              <a:blipFill>
                <a:blip r:embed="rId2"/>
                <a:stretch>
                  <a:fillRect l="-546" t="-773" r="-485" b="-1391"/>
                </a:stretch>
              </a:blipFill>
            </p:spPr>
            <p:txBody>
              <a:bodyPr/>
              <a:lstStyle/>
              <a:p>
                <a:r>
                  <a:rPr lang="en-US">
                    <a:noFill/>
                  </a:rPr>
                  <a:t> </a:t>
                </a:r>
              </a:p>
            </p:txBody>
          </p:sp>
        </mc:Fallback>
      </mc:AlternateContent>
    </p:spTree>
    <p:extLst>
      <p:ext uri="{BB962C8B-B14F-4D97-AF65-F5344CB8AC3E}">
        <p14:creationId xmlns:p14="http://schemas.microsoft.com/office/powerpoint/2010/main" val="1542335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1FA98-4E1C-711D-B879-15709606A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37F22-B41B-8175-9681-6EE77E7881E3}"/>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5" name="TextBox 4">
            <a:extLst>
              <a:ext uri="{FF2B5EF4-FFF2-40B4-BE49-F238E27FC236}">
                <a16:creationId xmlns:a16="http://schemas.microsoft.com/office/drawing/2014/main" id="{2C9849CA-987F-52BF-F820-B8658860175A}"/>
              </a:ext>
            </a:extLst>
          </p:cNvPr>
          <p:cNvSpPr txBox="1"/>
          <p:nvPr/>
        </p:nvSpPr>
        <p:spPr>
          <a:xfrm>
            <a:off x="373626" y="831857"/>
            <a:ext cx="7315199" cy="369332"/>
          </a:xfrm>
          <a:prstGeom prst="rect">
            <a:avLst/>
          </a:prstGeom>
          <a:noFill/>
        </p:spPr>
        <p:txBody>
          <a:bodyPr wrap="square">
            <a:spAutoFit/>
          </a:bodyPr>
          <a:lstStyle/>
          <a:p>
            <a:r>
              <a:rPr lang="en-US" dirty="0">
                <a:solidFill>
                  <a:srgbClr val="7030A0"/>
                </a:solidFill>
                <a:latin typeface="Arial Black" panose="020B0A04020102020204" pitchFamily="34" charset="0"/>
              </a:rPr>
              <a:t>Plot Titanic Survival Prediction via Logistic Regression</a:t>
            </a:r>
          </a:p>
        </p:txBody>
      </p:sp>
      <p:pic>
        <p:nvPicPr>
          <p:cNvPr id="4" name="Picture 3">
            <a:extLst>
              <a:ext uri="{FF2B5EF4-FFF2-40B4-BE49-F238E27FC236}">
                <a16:creationId xmlns:a16="http://schemas.microsoft.com/office/drawing/2014/main" id="{E386212A-74BA-3CB8-23BB-C5101D715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55" y="1518264"/>
            <a:ext cx="7198442" cy="479896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D7BC4D3-B3D5-E953-F189-7CE0EDBE0961}"/>
                  </a:ext>
                </a:extLst>
              </p:cNvPr>
              <p:cNvSpPr txBox="1"/>
              <p:nvPr/>
            </p:nvSpPr>
            <p:spPr>
              <a:xfrm>
                <a:off x="7688825" y="1016523"/>
                <a:ext cx="4129547" cy="5262979"/>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Plot Highlights</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Axes:</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X‑axis → Passenger Age</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Y‑axis → Probability of Survival</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solidFill>
                      <a:srgbClr val="FF0000"/>
                    </a:solidFill>
                    <a:effectLst/>
                    <a:latin typeface="Arial Black" panose="020B0A04020102020204" pitchFamily="34" charset="0"/>
                  </a:rPr>
                  <a:t>Data Points:</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 Survivors (label = 1)</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 Non‑survivors (label = 0)</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Regression Curve:</a:t>
                </a:r>
                <a:r>
                  <a:rPr lang="en-US" sz="1600" dirty="0">
                    <a:effectLst/>
                    <a:latin typeface="Arial Black" panose="020B0A04020102020204" pitchFamily="34" charset="0"/>
                  </a:rPr>
                  <a:t> Red logistic curve sloping downward — younger passengers show higher survival probability.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Threshold Line:</a:t>
                </a:r>
                <a:r>
                  <a:rPr lang="en-US" sz="1600" dirty="0">
                    <a:effectLst/>
                    <a:latin typeface="Arial Black" panose="020B0A04020102020204" pitchFamily="34" charset="0"/>
                  </a:rPr>
                  <a:t> </a:t>
                </a:r>
                <a14:m>
                  <m:oMath xmlns:m="http://schemas.openxmlformats.org/officeDocument/2006/math">
                    <m:r>
                      <a:rPr lang="en-US" sz="1600" i="1">
                        <a:latin typeface="Cambria Math" panose="02040503050406030204" pitchFamily="18" charset="0"/>
                      </a:rPr>
                      <m:t>𝑃</m:t>
                    </m:r>
                    <m:d>
                      <m:dPr>
                        <m:ctrlPr>
                          <a:rPr lang="en-US" sz="1600" i="1">
                            <a:latin typeface="Cambria Math" panose="02040503050406030204" pitchFamily="18" charset="0"/>
                          </a:rPr>
                        </m:ctrlPr>
                      </m:dPr>
                      <m:e>
                        <m:r>
                          <m:rPr>
                            <m:nor/>
                          </m:rPr>
                          <a:rPr lang="en-US" sz="1600" b="0" i="1">
                            <a:latin typeface="Arial Black" panose="020B0A04020102020204" pitchFamily="34" charset="0"/>
                          </a:rPr>
                          <m:t>Survival</m:t>
                        </m:r>
                      </m:e>
                    </m:d>
                    <m:r>
                      <a:rPr lang="en-US" sz="1600" b="0" i="0">
                        <a:latin typeface="Cambria Math" panose="02040503050406030204" pitchFamily="18" charset="0"/>
                      </a:rPr>
                      <m:t>=0.5</m:t>
                    </m:r>
                  </m:oMath>
                </a14:m>
                <a:r>
                  <a:rPr lang="en-US" sz="1600" dirty="0">
                    <a:effectLst/>
                    <a:latin typeface="Arial Black" panose="020B0A04020102020204" pitchFamily="34" charset="0"/>
                  </a:rPr>
                  <a:t>marks the decision boundary.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Performance Metrics:</a:t>
                </a:r>
                <a:r>
                  <a:rPr lang="en-US" sz="1600" dirty="0">
                    <a:effectLst/>
                    <a:latin typeface="Arial Black" panose="020B0A04020102020204" pitchFamily="34" charset="0"/>
                  </a:rPr>
                  <a:t> Accuracy = 0.78, Precision = 0.75, Recall = 0.70.</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Visual Context:</a:t>
                </a:r>
                <a:r>
                  <a:rPr lang="en-US" sz="1600" dirty="0">
                    <a:effectLst/>
                    <a:latin typeface="Arial Black" panose="020B0A04020102020204" pitchFamily="34" charset="0"/>
                  </a:rPr>
                  <a:t> Titanic silhouette, shaded “High Survival Probability” region.</a:t>
                </a:r>
                <a:endParaRPr lang="en-US" sz="1600" dirty="0">
                  <a:latin typeface="Arial Black" panose="020B0A04020102020204" pitchFamily="34" charset="0"/>
                </a:endParaRPr>
              </a:p>
            </p:txBody>
          </p:sp>
        </mc:Choice>
        <mc:Fallback>
          <p:sp>
            <p:nvSpPr>
              <p:cNvPr id="8" name="TextBox 7">
                <a:extLst>
                  <a:ext uri="{FF2B5EF4-FFF2-40B4-BE49-F238E27FC236}">
                    <a16:creationId xmlns:a16="http://schemas.microsoft.com/office/drawing/2014/main" id="{3D7BC4D3-B3D5-E953-F189-7CE0EDBE0961}"/>
                  </a:ext>
                </a:extLst>
              </p:cNvPr>
              <p:cNvSpPr txBox="1">
                <a:spLocks noRot="1" noChangeAspect="1" noMove="1" noResize="1" noEditPoints="1" noAdjustHandles="1" noChangeArrowheads="1" noChangeShapeType="1" noTextEdit="1"/>
              </p:cNvSpPr>
              <p:nvPr/>
            </p:nvSpPr>
            <p:spPr>
              <a:xfrm>
                <a:off x="7688825" y="1016523"/>
                <a:ext cx="4129547" cy="5262979"/>
              </a:xfrm>
              <a:prstGeom prst="rect">
                <a:avLst/>
              </a:prstGeom>
              <a:blipFill>
                <a:blip r:embed="rId3"/>
                <a:stretch>
                  <a:fillRect l="-590" t="-695" r="-2212" b="-115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8147AB8-B00D-6C04-001C-BB8D5A3880F9}"/>
              </a:ext>
            </a:extLst>
          </p:cNvPr>
          <p:cNvSpPr txBox="1"/>
          <p:nvPr/>
        </p:nvSpPr>
        <p:spPr>
          <a:xfrm>
            <a:off x="221176" y="6234190"/>
            <a:ext cx="7620099" cy="400110"/>
          </a:xfrm>
          <a:prstGeom prst="rect">
            <a:avLst/>
          </a:prstGeom>
          <a:noFill/>
        </p:spPr>
        <p:txBody>
          <a:bodyPr wrap="none" rtlCol="0">
            <a:spAutoFit/>
          </a:bodyPr>
          <a:lstStyle/>
          <a:p>
            <a:r>
              <a:rPr lang="en-US" sz="2000" b="1" dirty="0">
                <a:solidFill>
                  <a:srgbClr val="FF0000"/>
                </a:solidFill>
              </a:rPr>
              <a:t>NOTE: PLEASE VALIDATE YOUR PLOT WITH MINE SHOWN ABOVE</a:t>
            </a:r>
          </a:p>
        </p:txBody>
      </p:sp>
    </p:spTree>
    <p:extLst>
      <p:ext uri="{BB962C8B-B14F-4D97-AF65-F5344CB8AC3E}">
        <p14:creationId xmlns:p14="http://schemas.microsoft.com/office/powerpoint/2010/main" val="2367919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CF3E7-A3A3-48E6-E4F9-41D28474E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CD48D-4346-0FA5-1CE8-2371AAB43F6A}"/>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sp>
        <p:nvSpPr>
          <p:cNvPr id="6" name="TextBox 5">
            <a:extLst>
              <a:ext uri="{FF2B5EF4-FFF2-40B4-BE49-F238E27FC236}">
                <a16:creationId xmlns:a16="http://schemas.microsoft.com/office/drawing/2014/main" id="{04A2A0A5-2929-4EFF-3DA9-E05F66B93D1D}"/>
              </a:ext>
            </a:extLst>
          </p:cNvPr>
          <p:cNvSpPr txBox="1"/>
          <p:nvPr/>
        </p:nvSpPr>
        <p:spPr>
          <a:xfrm>
            <a:off x="1170039" y="1723298"/>
            <a:ext cx="9881419" cy="2862322"/>
          </a:xfrm>
          <a:prstGeom prst="rect">
            <a:avLst/>
          </a:prstGeom>
          <a:noFill/>
        </p:spPr>
        <p:txBody>
          <a:bodyPr wrap="square">
            <a:spAutoFit/>
          </a:bodyPr>
          <a:lstStyle/>
          <a:p>
            <a:pPr algn="just">
              <a:buNone/>
            </a:pPr>
            <a:r>
              <a:rPr lang="en-US" dirty="0">
                <a:effectLst/>
                <a:latin typeface="Arial Black" panose="020B0A04020102020204" pitchFamily="34" charset="0"/>
              </a:rPr>
              <a:t>“Regression analysis is not just a mathematical exercise — it’s a way of seeing the world. It teaches us that every dataset, whether from the depths of the ocean or the vastness of space, carries a hidden pattern waiting to be revealed. Through regression, we learn to connect cause and effect, to predict, and to understand.”</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a:t>
            </a:r>
            <a:r>
              <a:rPr lang="en-US" dirty="0">
                <a:solidFill>
                  <a:srgbClr val="FF0000"/>
                </a:solidFill>
                <a:effectLst/>
                <a:latin typeface="Arial Black" panose="020B0A04020102020204" pitchFamily="34" charset="0"/>
              </a:rPr>
              <a:t>From Aditya‑L1’s solar data to the Titanic’s survival records</a:t>
            </a:r>
            <a:r>
              <a:rPr lang="en-US" dirty="0">
                <a:effectLst/>
                <a:latin typeface="Arial Black" panose="020B0A04020102020204" pitchFamily="34" charset="0"/>
              </a:rPr>
              <a:t>, regression reminds us that knowledge is power — the power to foresee, to innovate, and to make decisions grounded in evidence. It’s the bridge between curiosity and clarity, between observation and insight.”</a:t>
            </a:r>
            <a:endParaRPr lang="en-US" dirty="0">
              <a:latin typeface="Arial Black" panose="020B0A04020102020204" pitchFamily="34" charset="0"/>
            </a:endParaRPr>
          </a:p>
        </p:txBody>
      </p:sp>
    </p:spTree>
    <p:extLst>
      <p:ext uri="{BB962C8B-B14F-4D97-AF65-F5344CB8AC3E}">
        <p14:creationId xmlns:p14="http://schemas.microsoft.com/office/powerpoint/2010/main" val="2772431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0D545-9B2C-7F57-D733-955385DC4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2A466-9CF7-AFA4-E6D8-4F4E91471572}"/>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pic>
        <p:nvPicPr>
          <p:cNvPr id="6" name="Picture 5">
            <a:extLst>
              <a:ext uri="{FF2B5EF4-FFF2-40B4-BE49-F238E27FC236}">
                <a16:creationId xmlns:a16="http://schemas.microsoft.com/office/drawing/2014/main" id="{C5CBA75D-6CBE-FEF9-F815-21D1E91E5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075" y="875891"/>
            <a:ext cx="7935860" cy="5775632"/>
          </a:xfrm>
          <a:prstGeom prst="rect">
            <a:avLst/>
          </a:prstGeom>
        </p:spPr>
      </p:pic>
      <p:sp>
        <p:nvSpPr>
          <p:cNvPr id="9" name="TextBox 8">
            <a:extLst>
              <a:ext uri="{FF2B5EF4-FFF2-40B4-BE49-F238E27FC236}">
                <a16:creationId xmlns:a16="http://schemas.microsoft.com/office/drawing/2014/main" id="{350FEC33-F0B0-0C9C-8986-CFEEA63A5FAD}"/>
              </a:ext>
            </a:extLst>
          </p:cNvPr>
          <p:cNvSpPr txBox="1"/>
          <p:nvPr/>
        </p:nvSpPr>
        <p:spPr>
          <a:xfrm>
            <a:off x="8475406" y="2009381"/>
            <a:ext cx="3146323" cy="2585323"/>
          </a:xfrm>
          <a:prstGeom prst="rect">
            <a:avLst/>
          </a:prstGeom>
          <a:noFill/>
        </p:spPr>
        <p:txBody>
          <a:bodyPr wrap="square">
            <a:spAutoFit/>
          </a:bodyPr>
          <a:lstStyle/>
          <a:p>
            <a:pPr algn="just"/>
            <a:r>
              <a:rPr lang="en-US" dirty="0">
                <a:latin typeface="Arial Black" panose="020B0A04020102020204" pitchFamily="34" charset="0"/>
              </a:rPr>
              <a:t>“So as we end today’s session, remember — regression is more than numbers. It’s the language of discovery. And when we master that language, we don’t just analyze data — we illuminate truth.”</a:t>
            </a:r>
          </a:p>
        </p:txBody>
      </p:sp>
    </p:spTree>
    <p:extLst>
      <p:ext uri="{BB962C8B-B14F-4D97-AF65-F5344CB8AC3E}">
        <p14:creationId xmlns:p14="http://schemas.microsoft.com/office/powerpoint/2010/main" val="1631787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9C0FA-A7E6-ABCB-8028-F691C5049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CE0A7-60D6-1749-FDA1-105EE1901A7D}"/>
              </a:ext>
            </a:extLst>
          </p:cNvPr>
          <p:cNvSpPr>
            <a:spLocks noGrp="1"/>
          </p:cNvSpPr>
          <p:nvPr>
            <p:ph type="ctrTitle"/>
          </p:nvPr>
        </p:nvSpPr>
        <p:spPr>
          <a:xfrm>
            <a:off x="1524000" y="0"/>
            <a:ext cx="9144000" cy="806092"/>
          </a:xfrm>
        </p:spPr>
        <p:txBody>
          <a:bodyPr>
            <a:normAutofit/>
          </a:bodyPr>
          <a:lstStyle/>
          <a:p>
            <a:r>
              <a:rPr lang="en-US" sz="4000" dirty="0">
                <a:latin typeface="Arial Black" panose="020B0A04020102020204" pitchFamily="34" charset="0"/>
              </a:rPr>
              <a:t>LINEAR REGRESSION</a:t>
            </a:r>
          </a:p>
        </p:txBody>
      </p:sp>
      <p:pic>
        <p:nvPicPr>
          <p:cNvPr id="4" name="Picture 3">
            <a:extLst>
              <a:ext uri="{FF2B5EF4-FFF2-40B4-BE49-F238E27FC236}">
                <a16:creationId xmlns:a16="http://schemas.microsoft.com/office/drawing/2014/main" id="{294D67B4-7116-9D4E-DD8C-7C72F4CDC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8143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2163</Words>
  <Application>Microsoft Office PowerPoint</Application>
  <PresentationFormat>Widescreen</PresentationFormat>
  <Paragraphs>243</Paragraphs>
  <Slides>23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Arial Black</vt:lpstr>
      <vt:lpstr>Cambria Math</vt:lpstr>
      <vt:lpstr>Courier New</vt:lpstr>
      <vt:lpstr>Office Theme</vt:lpstr>
      <vt:lpstr>LINEAR REGRESSION</vt:lpstr>
      <vt:lpstr>LINEAR REGRESSION</vt:lpstr>
      <vt:lpstr>LINEAR REGRESSION</vt:lpstr>
      <vt:lpstr>LINEAR REGRESSION</vt:lpstr>
      <vt:lpstr>LINEAR REGRESSION</vt:lpstr>
      <vt:lpstr>LINEAR REGRESSION</vt:lpstr>
      <vt:lpstr>PYTHON FOR 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2026-06-22T04:16:18Z</dcterms:created>
  <dcterms:modified xsi:type="dcterms:W3CDTF">2026-06-22T07:43:36Z</dcterms:modified>
</cp:coreProperties>
</file>
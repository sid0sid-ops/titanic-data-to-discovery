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5" r:id="rId3"/>
    <p:sldId id="266" r:id="rId4"/>
    <p:sldId id="267" r:id="rId5"/>
    <p:sldId id="257" r:id="rId6"/>
    <p:sldId id="258" r:id="rId7"/>
    <p:sldId id="259" r:id="rId8"/>
    <p:sldId id="260" r:id="rId9"/>
    <p:sldId id="261" r:id="rId10"/>
    <p:sldId id="262" r:id="rId11"/>
    <p:sldId id="263" r:id="rId12"/>
    <p:sldId id="264"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CC2E9-4951-40F4-8979-94F989102127}" v="20" dt="2026-06-27T06:22:40.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modSld">
      <pc:chgData name="Ashok Gopalakrishnan" userId="d8b748a0ad7c7b3a" providerId="LiveId" clId="{59FD0868-84F1-432F-883D-B36E85A19EB2}" dt="2026-06-27T06:50:01.889" v="929" actId="14100"/>
      <pc:docMkLst>
        <pc:docMk/>
      </pc:docMkLst>
      <pc:sldChg chg="modSp mod">
        <pc:chgData name="Ashok Gopalakrishnan" userId="d8b748a0ad7c7b3a" providerId="LiveId" clId="{59FD0868-84F1-432F-883D-B36E85A19EB2}" dt="2026-06-27T04:57:16.307" v="280" actId="6549"/>
        <pc:sldMkLst>
          <pc:docMk/>
          <pc:sldMk cId="1683211191" sldId="256"/>
        </pc:sldMkLst>
        <pc:spChg chg="mod">
          <ac:chgData name="Ashok Gopalakrishnan" userId="d8b748a0ad7c7b3a" providerId="LiveId" clId="{59FD0868-84F1-432F-883D-B36E85A19EB2}" dt="2026-06-27T04:57:16.307" v="280" actId="6549"/>
          <ac:spMkLst>
            <pc:docMk/>
            <pc:sldMk cId="1683211191" sldId="256"/>
            <ac:spMk id="4" creationId="{C27A6EC6-8CEE-03B0-427A-4B4F5B6169F5}"/>
          </ac:spMkLst>
        </pc:spChg>
      </pc:sldChg>
      <pc:sldChg chg="addSp delSp modSp add mod">
        <pc:chgData name="Ashok Gopalakrishnan" userId="d8b748a0ad7c7b3a" providerId="LiveId" clId="{59FD0868-84F1-432F-883D-B36E85A19EB2}" dt="2026-06-27T04:57:21.921" v="281" actId="6549"/>
        <pc:sldMkLst>
          <pc:docMk/>
          <pc:sldMk cId="3237526976" sldId="257"/>
        </pc:sldMkLst>
        <pc:spChg chg="add mod">
          <ac:chgData name="Ashok Gopalakrishnan" userId="d8b748a0ad7c7b3a" providerId="LiveId" clId="{59FD0868-84F1-432F-883D-B36E85A19EB2}" dt="2026-06-27T04:28:18.699" v="34" actId="14100"/>
          <ac:spMkLst>
            <pc:docMk/>
            <pc:sldMk cId="3237526976" sldId="257"/>
            <ac:spMk id="3" creationId="{65F151DA-A4C6-BD8E-CDFE-382658DCABDD}"/>
          </ac:spMkLst>
        </pc:spChg>
        <pc:spChg chg="mod">
          <ac:chgData name="Ashok Gopalakrishnan" userId="d8b748a0ad7c7b3a" providerId="LiveId" clId="{59FD0868-84F1-432F-883D-B36E85A19EB2}" dt="2026-06-27T04:57:21.921" v="281" actId="6549"/>
          <ac:spMkLst>
            <pc:docMk/>
            <pc:sldMk cId="3237526976" sldId="257"/>
            <ac:spMk id="4" creationId="{AE188FED-3A8F-CFA2-CAAD-D09650FA3656}"/>
          </ac:spMkLst>
        </pc:spChg>
        <pc:spChg chg="del">
          <ac:chgData name="Ashok Gopalakrishnan" userId="d8b748a0ad7c7b3a" providerId="LiveId" clId="{59FD0868-84F1-432F-883D-B36E85A19EB2}" dt="2026-06-27T04:21:10.948" v="2" actId="478"/>
          <ac:spMkLst>
            <pc:docMk/>
            <pc:sldMk cId="3237526976" sldId="257"/>
            <ac:spMk id="7" creationId="{4FD25FDB-E24C-90F0-1497-C0AD5C30C335}"/>
          </ac:spMkLst>
        </pc:spChg>
        <pc:spChg chg="add mod">
          <ac:chgData name="Ashok Gopalakrishnan" userId="d8b748a0ad7c7b3a" providerId="LiveId" clId="{59FD0868-84F1-432F-883D-B36E85A19EB2}" dt="2026-06-27T04:28:26.756" v="36" actId="14100"/>
          <ac:spMkLst>
            <pc:docMk/>
            <pc:sldMk cId="3237526976" sldId="257"/>
            <ac:spMk id="8" creationId="{7D8177A2-49A8-261E-1CBF-10C342FD160C}"/>
          </ac:spMkLst>
        </pc:spChg>
        <pc:spChg chg="add mod">
          <ac:chgData name="Ashok Gopalakrishnan" userId="d8b748a0ad7c7b3a" providerId="LiveId" clId="{59FD0868-84F1-432F-883D-B36E85A19EB2}" dt="2026-06-27T04:28:35.010" v="38" actId="14100"/>
          <ac:spMkLst>
            <pc:docMk/>
            <pc:sldMk cId="3237526976" sldId="257"/>
            <ac:spMk id="10" creationId="{4683394B-AA1C-4F7B-F78B-BB47D21B262F}"/>
          </ac:spMkLst>
        </pc:spChg>
        <pc:spChg chg="add mod">
          <ac:chgData name="Ashok Gopalakrishnan" userId="d8b748a0ad7c7b3a" providerId="LiveId" clId="{59FD0868-84F1-432F-883D-B36E85A19EB2}" dt="2026-06-27T04:29:54.068" v="52" actId="207"/>
          <ac:spMkLst>
            <pc:docMk/>
            <pc:sldMk cId="3237526976" sldId="257"/>
            <ac:spMk id="12" creationId="{B9260EA9-4438-5B08-230E-08BDDC4974CC}"/>
          </ac:spMkLst>
        </pc:spChg>
        <pc:picChg chg="del">
          <ac:chgData name="Ashok Gopalakrishnan" userId="d8b748a0ad7c7b3a" providerId="LiveId" clId="{59FD0868-84F1-432F-883D-B36E85A19EB2}" dt="2026-06-27T04:21:05.539" v="1" actId="478"/>
          <ac:picMkLst>
            <pc:docMk/>
            <pc:sldMk cId="3237526976" sldId="257"/>
            <ac:picMk id="6" creationId="{C8BA10AC-A1EF-E5B4-F042-C8376F9D4A00}"/>
          </ac:picMkLst>
        </pc:picChg>
      </pc:sldChg>
      <pc:sldChg chg="addSp delSp modSp add mod">
        <pc:chgData name="Ashok Gopalakrishnan" userId="d8b748a0ad7c7b3a" providerId="LiveId" clId="{59FD0868-84F1-432F-883D-B36E85A19EB2}" dt="2026-06-27T04:57:28.351" v="282" actId="6549"/>
        <pc:sldMkLst>
          <pc:docMk/>
          <pc:sldMk cId="3932970450" sldId="258"/>
        </pc:sldMkLst>
        <pc:spChg chg="del">
          <ac:chgData name="Ashok Gopalakrishnan" userId="d8b748a0ad7c7b3a" providerId="LiveId" clId="{59FD0868-84F1-432F-883D-B36E85A19EB2}" dt="2026-06-27T04:30:06.120" v="54" actId="478"/>
          <ac:spMkLst>
            <pc:docMk/>
            <pc:sldMk cId="3932970450" sldId="258"/>
            <ac:spMk id="3" creationId="{0DC5BDAA-C4F1-1A00-5BCC-A310B7D9411A}"/>
          </ac:spMkLst>
        </pc:spChg>
        <pc:spChg chg="mod">
          <ac:chgData name="Ashok Gopalakrishnan" userId="d8b748a0ad7c7b3a" providerId="LiveId" clId="{59FD0868-84F1-432F-883D-B36E85A19EB2}" dt="2026-06-27T04:57:28.351" v="282" actId="6549"/>
          <ac:spMkLst>
            <pc:docMk/>
            <pc:sldMk cId="3932970450" sldId="258"/>
            <ac:spMk id="4" creationId="{D3180B9E-4C25-656A-F8B2-31A8946E8AC3}"/>
          </ac:spMkLst>
        </pc:spChg>
        <pc:spChg chg="add mod">
          <ac:chgData name="Ashok Gopalakrishnan" userId="d8b748a0ad7c7b3a" providerId="LiveId" clId="{59FD0868-84F1-432F-883D-B36E85A19EB2}" dt="2026-06-27T04:31:27.915" v="96" actId="1076"/>
          <ac:spMkLst>
            <pc:docMk/>
            <pc:sldMk cId="3932970450" sldId="258"/>
            <ac:spMk id="5" creationId="{F40CAA2C-1AA3-4863-E9A5-262194E8FE72}"/>
          </ac:spMkLst>
        </pc:spChg>
        <pc:spChg chg="add mod">
          <ac:chgData name="Ashok Gopalakrishnan" userId="d8b748a0ad7c7b3a" providerId="LiveId" clId="{59FD0868-84F1-432F-883D-B36E85A19EB2}" dt="2026-06-27T04:31:26.925" v="95" actId="207"/>
          <ac:spMkLst>
            <pc:docMk/>
            <pc:sldMk cId="3932970450" sldId="258"/>
            <ac:spMk id="6" creationId="{A2B890A7-EC9B-287C-CD32-28104311ECCA}"/>
          </ac:spMkLst>
        </pc:spChg>
        <pc:spChg chg="del">
          <ac:chgData name="Ashok Gopalakrishnan" userId="d8b748a0ad7c7b3a" providerId="LiveId" clId="{59FD0868-84F1-432F-883D-B36E85A19EB2}" dt="2026-06-27T04:30:08.447" v="55" actId="478"/>
          <ac:spMkLst>
            <pc:docMk/>
            <pc:sldMk cId="3932970450" sldId="258"/>
            <ac:spMk id="8" creationId="{44885D6E-07A1-D072-23D0-6973385DF650}"/>
          </ac:spMkLst>
        </pc:spChg>
        <pc:spChg chg="del">
          <ac:chgData name="Ashok Gopalakrishnan" userId="d8b748a0ad7c7b3a" providerId="LiveId" clId="{59FD0868-84F1-432F-883D-B36E85A19EB2}" dt="2026-06-27T04:30:11.104" v="56" actId="478"/>
          <ac:spMkLst>
            <pc:docMk/>
            <pc:sldMk cId="3932970450" sldId="258"/>
            <ac:spMk id="10" creationId="{B28AE3B7-8AB5-9D7C-350C-C5553912178A}"/>
          </ac:spMkLst>
        </pc:spChg>
        <pc:spChg chg="del">
          <ac:chgData name="Ashok Gopalakrishnan" userId="d8b748a0ad7c7b3a" providerId="LiveId" clId="{59FD0868-84F1-432F-883D-B36E85A19EB2}" dt="2026-06-27T04:30:13.226" v="57" actId="478"/>
          <ac:spMkLst>
            <pc:docMk/>
            <pc:sldMk cId="3932970450" sldId="258"/>
            <ac:spMk id="12" creationId="{A270AA4E-DB75-C5B5-3E4C-96D63AE858B5}"/>
          </ac:spMkLst>
        </pc:spChg>
      </pc:sldChg>
      <pc:sldChg chg="addSp delSp modSp add mod">
        <pc:chgData name="Ashok Gopalakrishnan" userId="d8b748a0ad7c7b3a" providerId="LiveId" clId="{59FD0868-84F1-432F-883D-B36E85A19EB2}" dt="2026-06-27T04:57:35.872" v="283" actId="6549"/>
        <pc:sldMkLst>
          <pc:docMk/>
          <pc:sldMk cId="1984098998" sldId="259"/>
        </pc:sldMkLst>
        <pc:spChg chg="add mod">
          <ac:chgData name="Ashok Gopalakrishnan" userId="d8b748a0ad7c7b3a" providerId="LiveId" clId="{59FD0868-84F1-432F-883D-B36E85A19EB2}" dt="2026-06-27T04:55:36.832" v="267" actId="1076"/>
          <ac:spMkLst>
            <pc:docMk/>
            <pc:sldMk cId="1984098998" sldId="259"/>
            <ac:spMk id="3" creationId="{EA222122-84C0-3041-C1B2-972E0D69D8FC}"/>
          </ac:spMkLst>
        </pc:spChg>
        <pc:spChg chg="mod">
          <ac:chgData name="Ashok Gopalakrishnan" userId="d8b748a0ad7c7b3a" providerId="LiveId" clId="{59FD0868-84F1-432F-883D-B36E85A19EB2}" dt="2026-06-27T04:57:35.872" v="283" actId="6549"/>
          <ac:spMkLst>
            <pc:docMk/>
            <pc:sldMk cId="1984098998" sldId="259"/>
            <ac:spMk id="4" creationId="{D9FDD164-4F9A-BECD-8F58-F50D4630E7CA}"/>
          </ac:spMkLst>
        </pc:spChg>
        <pc:spChg chg="del">
          <ac:chgData name="Ashok Gopalakrishnan" userId="d8b748a0ad7c7b3a" providerId="LiveId" clId="{59FD0868-84F1-432F-883D-B36E85A19EB2}" dt="2026-06-27T04:31:42.936" v="98" actId="478"/>
          <ac:spMkLst>
            <pc:docMk/>
            <pc:sldMk cId="1984098998" sldId="259"/>
            <ac:spMk id="5" creationId="{5AE1C81B-A76E-F5FB-C2E1-CD9CB364AC56}"/>
          </ac:spMkLst>
        </pc:spChg>
        <pc:spChg chg="del">
          <ac:chgData name="Ashok Gopalakrishnan" userId="d8b748a0ad7c7b3a" providerId="LiveId" clId="{59FD0868-84F1-432F-883D-B36E85A19EB2}" dt="2026-06-27T04:31:45.858" v="99" actId="478"/>
          <ac:spMkLst>
            <pc:docMk/>
            <pc:sldMk cId="1984098998" sldId="259"/>
            <ac:spMk id="6" creationId="{58FE4908-4149-FB7F-82EE-A7B7A19C8F5F}"/>
          </ac:spMkLst>
        </pc:spChg>
        <pc:spChg chg="add mod">
          <ac:chgData name="Ashok Gopalakrishnan" userId="d8b748a0ad7c7b3a" providerId="LiveId" clId="{59FD0868-84F1-432F-883D-B36E85A19EB2}" dt="2026-06-27T04:55:40.240" v="268" actId="1076"/>
          <ac:spMkLst>
            <pc:docMk/>
            <pc:sldMk cId="1984098998" sldId="259"/>
            <ac:spMk id="8" creationId="{C01C7249-454F-1900-3E81-4ECB187B9DE2}"/>
          </ac:spMkLst>
        </pc:spChg>
        <pc:spChg chg="add mod">
          <ac:chgData name="Ashok Gopalakrishnan" userId="d8b748a0ad7c7b3a" providerId="LiveId" clId="{59FD0868-84F1-432F-883D-B36E85A19EB2}" dt="2026-06-27T04:55:45.070" v="269" actId="1076"/>
          <ac:spMkLst>
            <pc:docMk/>
            <pc:sldMk cId="1984098998" sldId="259"/>
            <ac:spMk id="10" creationId="{8B33C4C0-6740-A12C-5467-EAE47C0773ED}"/>
          </ac:spMkLst>
        </pc:spChg>
        <pc:spChg chg="add mod">
          <ac:chgData name="Ashok Gopalakrishnan" userId="d8b748a0ad7c7b3a" providerId="LiveId" clId="{59FD0868-84F1-432F-883D-B36E85A19EB2}" dt="2026-06-27T04:55:49.385" v="270" actId="1076"/>
          <ac:spMkLst>
            <pc:docMk/>
            <pc:sldMk cId="1984098998" sldId="259"/>
            <ac:spMk id="12" creationId="{909DAA44-6360-CFAE-4737-95638EE2B005}"/>
          </ac:spMkLst>
        </pc:spChg>
        <pc:spChg chg="add">
          <ac:chgData name="Ashok Gopalakrishnan" userId="d8b748a0ad7c7b3a" providerId="LiveId" clId="{59FD0868-84F1-432F-883D-B36E85A19EB2}" dt="2026-06-27T04:39:41.866" v="162" actId="11529"/>
          <ac:spMkLst>
            <pc:docMk/>
            <pc:sldMk cId="1984098998" sldId="259"/>
            <ac:spMk id="13" creationId="{19A8B883-C532-3C44-2737-63AC26F5F049}"/>
          </ac:spMkLst>
        </pc:spChg>
        <pc:spChg chg="add mod">
          <ac:chgData name="Ashok Gopalakrishnan" userId="d8b748a0ad7c7b3a" providerId="LiveId" clId="{59FD0868-84F1-432F-883D-B36E85A19EB2}" dt="2026-06-27T04:42:07.697" v="175" actId="207"/>
          <ac:spMkLst>
            <pc:docMk/>
            <pc:sldMk cId="1984098998" sldId="259"/>
            <ac:spMk id="15" creationId="{D25A7037-F0FA-0E3E-6EC5-B059D43A8103}"/>
          </ac:spMkLst>
        </pc:spChg>
        <pc:spChg chg="add del mod">
          <ac:chgData name="Ashok Gopalakrishnan" userId="d8b748a0ad7c7b3a" providerId="LiveId" clId="{59FD0868-84F1-432F-883D-B36E85A19EB2}" dt="2026-06-27T04:41:17.876" v="171" actId="478"/>
          <ac:spMkLst>
            <pc:docMk/>
            <pc:sldMk cId="1984098998" sldId="259"/>
            <ac:spMk id="16" creationId="{595D13A1-70B9-BBDE-21FF-411FA02964BF}"/>
          </ac:spMkLst>
        </pc:spChg>
        <pc:spChg chg="add mod">
          <ac:chgData name="Ashok Gopalakrishnan" userId="d8b748a0ad7c7b3a" providerId="LiveId" clId="{59FD0868-84F1-432F-883D-B36E85A19EB2}" dt="2026-06-27T04:41:52.660" v="174" actId="688"/>
          <ac:spMkLst>
            <pc:docMk/>
            <pc:sldMk cId="1984098998" sldId="259"/>
            <ac:spMk id="17" creationId="{840548B3-C52A-9799-E673-FE85AC0D5819}"/>
          </ac:spMkLst>
        </pc:spChg>
      </pc:sldChg>
      <pc:sldChg chg="addSp delSp modSp add mod">
        <pc:chgData name="Ashok Gopalakrishnan" userId="d8b748a0ad7c7b3a" providerId="LiveId" clId="{59FD0868-84F1-432F-883D-B36E85A19EB2}" dt="2026-06-27T04:57:43.161" v="284" actId="6549"/>
        <pc:sldMkLst>
          <pc:docMk/>
          <pc:sldMk cId="2524692345" sldId="260"/>
        </pc:sldMkLst>
        <pc:spChg chg="del">
          <ac:chgData name="Ashok Gopalakrishnan" userId="d8b748a0ad7c7b3a" providerId="LiveId" clId="{59FD0868-84F1-432F-883D-B36E85A19EB2}" dt="2026-06-27T04:42:41.793" v="183" actId="478"/>
          <ac:spMkLst>
            <pc:docMk/>
            <pc:sldMk cId="2524692345" sldId="260"/>
            <ac:spMk id="3" creationId="{5B93FDFD-24EC-FECB-4D3B-C93765CD42AD}"/>
          </ac:spMkLst>
        </pc:spChg>
        <pc:spChg chg="mod">
          <ac:chgData name="Ashok Gopalakrishnan" userId="d8b748a0ad7c7b3a" providerId="LiveId" clId="{59FD0868-84F1-432F-883D-B36E85A19EB2}" dt="2026-06-27T04:57:43.161" v="284" actId="6549"/>
          <ac:spMkLst>
            <pc:docMk/>
            <pc:sldMk cId="2524692345" sldId="260"/>
            <ac:spMk id="4" creationId="{7B1286D2-C4F8-58D8-39DC-3DE2C9E114A1}"/>
          </ac:spMkLst>
        </pc:spChg>
        <pc:spChg chg="add mod">
          <ac:chgData name="Ashok Gopalakrishnan" userId="d8b748a0ad7c7b3a" providerId="LiveId" clId="{59FD0868-84F1-432F-883D-B36E85A19EB2}" dt="2026-06-27T04:56:01.506" v="271" actId="1076"/>
          <ac:spMkLst>
            <pc:docMk/>
            <pc:sldMk cId="2524692345" sldId="260"/>
            <ac:spMk id="5" creationId="{89EDDA38-02A9-32C3-3071-7F92E3FD81BB}"/>
          </ac:spMkLst>
        </pc:spChg>
        <pc:spChg chg="add mod">
          <ac:chgData name="Ashok Gopalakrishnan" userId="d8b748a0ad7c7b3a" providerId="LiveId" clId="{59FD0868-84F1-432F-883D-B36E85A19EB2}" dt="2026-06-27T04:56:05.846" v="272" actId="1076"/>
          <ac:spMkLst>
            <pc:docMk/>
            <pc:sldMk cId="2524692345" sldId="260"/>
            <ac:spMk id="7" creationId="{AFE39495-D094-2217-67D7-C30D5B460EE1}"/>
          </ac:spMkLst>
        </pc:spChg>
        <pc:spChg chg="del">
          <ac:chgData name="Ashok Gopalakrishnan" userId="d8b748a0ad7c7b3a" providerId="LiveId" clId="{59FD0868-84F1-432F-883D-B36E85A19EB2}" dt="2026-06-27T04:42:38.099" v="182" actId="478"/>
          <ac:spMkLst>
            <pc:docMk/>
            <pc:sldMk cId="2524692345" sldId="260"/>
            <ac:spMk id="8" creationId="{B95CB691-E641-DDCD-3F22-2585FB19CF15}"/>
          </ac:spMkLst>
        </pc:spChg>
        <pc:spChg chg="del">
          <ac:chgData name="Ashok Gopalakrishnan" userId="d8b748a0ad7c7b3a" providerId="LiveId" clId="{59FD0868-84F1-432F-883D-B36E85A19EB2}" dt="2026-06-27T04:42:34.753" v="181" actId="478"/>
          <ac:spMkLst>
            <pc:docMk/>
            <pc:sldMk cId="2524692345" sldId="260"/>
            <ac:spMk id="10" creationId="{E0B6B58E-1698-68FA-7829-EDEE1ED66718}"/>
          </ac:spMkLst>
        </pc:spChg>
        <pc:spChg chg="del">
          <ac:chgData name="Ashok Gopalakrishnan" userId="d8b748a0ad7c7b3a" providerId="LiveId" clId="{59FD0868-84F1-432F-883D-B36E85A19EB2}" dt="2026-06-27T04:42:32.023" v="180" actId="478"/>
          <ac:spMkLst>
            <pc:docMk/>
            <pc:sldMk cId="2524692345" sldId="260"/>
            <ac:spMk id="12" creationId="{90556219-2ECF-4B2C-232E-3AADBC75D54A}"/>
          </ac:spMkLst>
        </pc:spChg>
        <pc:spChg chg="del">
          <ac:chgData name="Ashok Gopalakrishnan" userId="d8b748a0ad7c7b3a" providerId="LiveId" clId="{59FD0868-84F1-432F-883D-B36E85A19EB2}" dt="2026-06-27T04:42:29.293" v="179" actId="478"/>
          <ac:spMkLst>
            <pc:docMk/>
            <pc:sldMk cId="2524692345" sldId="260"/>
            <ac:spMk id="13" creationId="{3D105E46-D8CE-F58C-83BE-66E50D752FE0}"/>
          </ac:spMkLst>
        </pc:spChg>
        <pc:spChg chg="del">
          <ac:chgData name="Ashok Gopalakrishnan" userId="d8b748a0ad7c7b3a" providerId="LiveId" clId="{59FD0868-84F1-432F-883D-B36E85A19EB2}" dt="2026-06-27T04:42:22.905" v="177" actId="478"/>
          <ac:spMkLst>
            <pc:docMk/>
            <pc:sldMk cId="2524692345" sldId="260"/>
            <ac:spMk id="15" creationId="{F2F9DE66-B33F-C75F-6AB5-32E77B83FC73}"/>
          </ac:spMkLst>
        </pc:spChg>
        <pc:spChg chg="del">
          <ac:chgData name="Ashok Gopalakrishnan" userId="d8b748a0ad7c7b3a" providerId="LiveId" clId="{59FD0868-84F1-432F-883D-B36E85A19EB2}" dt="2026-06-27T04:42:25.807" v="178" actId="478"/>
          <ac:spMkLst>
            <pc:docMk/>
            <pc:sldMk cId="2524692345" sldId="260"/>
            <ac:spMk id="17" creationId="{18216FD4-03FE-E85C-9DA2-7158C9046EB7}"/>
          </ac:spMkLst>
        </pc:spChg>
      </pc:sldChg>
      <pc:sldChg chg="addSp delSp modSp add mod">
        <pc:chgData name="Ashok Gopalakrishnan" userId="d8b748a0ad7c7b3a" providerId="LiveId" clId="{59FD0868-84F1-432F-883D-B36E85A19EB2}" dt="2026-06-27T04:57:49.254" v="285" actId="6549"/>
        <pc:sldMkLst>
          <pc:docMk/>
          <pc:sldMk cId="1504713472" sldId="261"/>
        </pc:sldMkLst>
        <pc:spChg chg="add mod">
          <ac:chgData name="Ashok Gopalakrishnan" userId="d8b748a0ad7c7b3a" providerId="LiveId" clId="{59FD0868-84F1-432F-883D-B36E85A19EB2}" dt="2026-06-27T04:54:38.221" v="264" actId="1076"/>
          <ac:spMkLst>
            <pc:docMk/>
            <pc:sldMk cId="1504713472" sldId="261"/>
            <ac:spMk id="3" creationId="{A404F0AF-13D7-4D4D-66AA-029E78B4FC9D}"/>
          </ac:spMkLst>
        </pc:spChg>
        <pc:spChg chg="mod">
          <ac:chgData name="Ashok Gopalakrishnan" userId="d8b748a0ad7c7b3a" providerId="LiveId" clId="{59FD0868-84F1-432F-883D-B36E85A19EB2}" dt="2026-06-27T04:57:49.254" v="285" actId="6549"/>
          <ac:spMkLst>
            <pc:docMk/>
            <pc:sldMk cId="1504713472" sldId="261"/>
            <ac:spMk id="4" creationId="{2D97E893-DC3D-70FA-1D9C-C9CC14E49FA1}"/>
          </ac:spMkLst>
        </pc:spChg>
        <pc:spChg chg="del">
          <ac:chgData name="Ashok Gopalakrishnan" userId="d8b748a0ad7c7b3a" providerId="LiveId" clId="{59FD0868-84F1-432F-883D-B36E85A19EB2}" dt="2026-06-27T04:47:19.083" v="216" actId="478"/>
          <ac:spMkLst>
            <pc:docMk/>
            <pc:sldMk cId="1504713472" sldId="261"/>
            <ac:spMk id="5" creationId="{BE80A673-147F-E79E-B6E1-D18D650B557D}"/>
          </ac:spMkLst>
        </pc:spChg>
        <pc:spChg chg="del">
          <ac:chgData name="Ashok Gopalakrishnan" userId="d8b748a0ad7c7b3a" providerId="LiveId" clId="{59FD0868-84F1-432F-883D-B36E85A19EB2}" dt="2026-06-27T04:47:21.538" v="217" actId="478"/>
          <ac:spMkLst>
            <pc:docMk/>
            <pc:sldMk cId="1504713472" sldId="261"/>
            <ac:spMk id="7" creationId="{3437B749-68F0-1908-4DCE-C920BBA3BAD8}"/>
          </ac:spMkLst>
        </pc:spChg>
        <pc:spChg chg="add mod">
          <ac:chgData name="Ashok Gopalakrishnan" userId="d8b748a0ad7c7b3a" providerId="LiveId" clId="{59FD0868-84F1-432F-883D-B36E85A19EB2}" dt="2026-06-27T04:56:19.526" v="273" actId="1076"/>
          <ac:spMkLst>
            <pc:docMk/>
            <pc:sldMk cId="1504713472" sldId="261"/>
            <ac:spMk id="8" creationId="{3C1B6ADE-7088-DE4D-EC73-344E4540BC36}"/>
          </ac:spMkLst>
        </pc:spChg>
        <pc:spChg chg="add mod">
          <ac:chgData name="Ashok Gopalakrishnan" userId="d8b748a0ad7c7b3a" providerId="LiveId" clId="{59FD0868-84F1-432F-883D-B36E85A19EB2}" dt="2026-06-27T04:56:29.369" v="275" actId="6549"/>
          <ac:spMkLst>
            <pc:docMk/>
            <pc:sldMk cId="1504713472" sldId="261"/>
            <ac:spMk id="10" creationId="{6D0979E3-58E8-41AB-83E3-1333D41098D1}"/>
          </ac:spMkLst>
        </pc:spChg>
      </pc:sldChg>
      <pc:sldChg chg="addSp delSp modSp add mod">
        <pc:chgData name="Ashok Gopalakrishnan" userId="d8b748a0ad7c7b3a" providerId="LiveId" clId="{59FD0868-84F1-432F-883D-B36E85A19EB2}" dt="2026-06-27T05:06:42.954" v="359" actId="207"/>
        <pc:sldMkLst>
          <pc:docMk/>
          <pc:sldMk cId="744267183" sldId="262"/>
        </pc:sldMkLst>
        <pc:spChg chg="del">
          <ac:chgData name="Ashok Gopalakrishnan" userId="d8b748a0ad7c7b3a" providerId="LiveId" clId="{59FD0868-84F1-432F-883D-B36E85A19EB2}" dt="2026-06-27T04:56:53.078" v="279" actId="478"/>
          <ac:spMkLst>
            <pc:docMk/>
            <pc:sldMk cId="744267183" sldId="262"/>
            <ac:spMk id="3" creationId="{19936140-7E86-F210-3BAF-867ACC3D4333}"/>
          </ac:spMkLst>
        </pc:spChg>
        <pc:spChg chg="mod">
          <ac:chgData name="Ashok Gopalakrishnan" userId="d8b748a0ad7c7b3a" providerId="LiveId" clId="{59FD0868-84F1-432F-883D-B36E85A19EB2}" dt="2026-06-27T04:57:53.943" v="286" actId="6549"/>
          <ac:spMkLst>
            <pc:docMk/>
            <pc:sldMk cId="744267183" sldId="262"/>
            <ac:spMk id="4" creationId="{90DE0FDF-5C2D-E337-B28D-938D4F49959B}"/>
          </ac:spMkLst>
        </pc:spChg>
        <pc:spChg chg="add mod">
          <ac:chgData name="Ashok Gopalakrishnan" userId="d8b748a0ad7c7b3a" providerId="LiveId" clId="{59FD0868-84F1-432F-883D-B36E85A19EB2}" dt="2026-06-27T05:05:17.299" v="345" actId="1076"/>
          <ac:spMkLst>
            <pc:docMk/>
            <pc:sldMk cId="744267183" sldId="262"/>
            <ac:spMk id="5" creationId="{908A4914-7C7E-5011-8E30-9973A421B25B}"/>
          </ac:spMkLst>
        </pc:spChg>
        <pc:spChg chg="add mod">
          <ac:chgData name="Ashok Gopalakrishnan" userId="d8b748a0ad7c7b3a" providerId="LiveId" clId="{59FD0868-84F1-432F-883D-B36E85A19EB2}" dt="2026-06-27T05:05:20.723" v="346" actId="1076"/>
          <ac:spMkLst>
            <pc:docMk/>
            <pc:sldMk cId="744267183" sldId="262"/>
            <ac:spMk id="7" creationId="{842D3FD7-C33B-328A-B1A9-313FD6160EA8}"/>
          </ac:spMkLst>
        </pc:spChg>
        <pc:spChg chg="del">
          <ac:chgData name="Ashok Gopalakrishnan" userId="d8b748a0ad7c7b3a" providerId="LiveId" clId="{59FD0868-84F1-432F-883D-B36E85A19EB2}" dt="2026-06-27T04:56:48.775" v="278" actId="478"/>
          <ac:spMkLst>
            <pc:docMk/>
            <pc:sldMk cId="744267183" sldId="262"/>
            <ac:spMk id="8" creationId="{E8042BA9-F97D-F16B-E4CF-C0B9586DE48E}"/>
          </ac:spMkLst>
        </pc:spChg>
        <pc:spChg chg="del">
          <ac:chgData name="Ashok Gopalakrishnan" userId="d8b748a0ad7c7b3a" providerId="LiveId" clId="{59FD0868-84F1-432F-883D-B36E85A19EB2}" dt="2026-06-27T04:56:46.123" v="277" actId="478"/>
          <ac:spMkLst>
            <pc:docMk/>
            <pc:sldMk cId="744267183" sldId="262"/>
            <ac:spMk id="10" creationId="{01C73412-7A61-856B-F3EB-2F4CD146F833}"/>
          </ac:spMkLst>
        </pc:spChg>
        <pc:spChg chg="add mod">
          <ac:chgData name="Ashok Gopalakrishnan" userId="d8b748a0ad7c7b3a" providerId="LiveId" clId="{59FD0868-84F1-432F-883D-B36E85A19EB2}" dt="2026-06-27T05:05:24.419" v="347" actId="1076"/>
          <ac:spMkLst>
            <pc:docMk/>
            <pc:sldMk cId="744267183" sldId="262"/>
            <ac:spMk id="11" creationId="{2C53745B-F574-10D4-95E2-B9BE3F25CD4C}"/>
          </ac:spMkLst>
        </pc:spChg>
        <pc:spChg chg="add mod">
          <ac:chgData name="Ashok Gopalakrishnan" userId="d8b748a0ad7c7b3a" providerId="LiveId" clId="{59FD0868-84F1-432F-883D-B36E85A19EB2}" dt="2026-06-27T05:05:45.858" v="349" actId="207"/>
          <ac:spMkLst>
            <pc:docMk/>
            <pc:sldMk cId="744267183" sldId="262"/>
            <ac:spMk id="13" creationId="{E296B293-8C74-BF66-4A18-C6FFA737E317}"/>
          </ac:spMkLst>
        </pc:spChg>
        <pc:spChg chg="add mod">
          <ac:chgData name="Ashok Gopalakrishnan" userId="d8b748a0ad7c7b3a" providerId="LiveId" clId="{59FD0868-84F1-432F-883D-B36E85A19EB2}" dt="2026-06-27T05:06:42.954" v="359" actId="207"/>
          <ac:spMkLst>
            <pc:docMk/>
            <pc:sldMk cId="744267183" sldId="262"/>
            <ac:spMk id="15" creationId="{8BFD3D7D-69F2-D37D-B998-6EA10BD4AE0E}"/>
          </ac:spMkLst>
        </pc:spChg>
      </pc:sldChg>
      <pc:sldChg chg="addSp delSp modSp add mod">
        <pc:chgData name="Ashok Gopalakrishnan" userId="d8b748a0ad7c7b3a" providerId="LiveId" clId="{59FD0868-84F1-432F-883D-B36E85A19EB2}" dt="2026-06-27T05:10:49.629" v="391" actId="12"/>
        <pc:sldMkLst>
          <pc:docMk/>
          <pc:sldMk cId="749787236" sldId="263"/>
        </pc:sldMkLst>
        <pc:spChg chg="del">
          <ac:chgData name="Ashok Gopalakrishnan" userId="d8b748a0ad7c7b3a" providerId="LiveId" clId="{59FD0868-84F1-432F-883D-B36E85A19EB2}" dt="2026-06-27T05:07:11.033" v="365" actId="478"/>
          <ac:spMkLst>
            <pc:docMk/>
            <pc:sldMk cId="749787236" sldId="263"/>
            <ac:spMk id="5" creationId="{DE088664-6F1D-9557-539D-A831ABEF2BA8}"/>
          </ac:spMkLst>
        </pc:spChg>
        <pc:spChg chg="del">
          <ac:chgData name="Ashok Gopalakrishnan" userId="d8b748a0ad7c7b3a" providerId="LiveId" clId="{59FD0868-84F1-432F-883D-B36E85A19EB2}" dt="2026-06-27T05:07:08.691" v="364" actId="478"/>
          <ac:spMkLst>
            <pc:docMk/>
            <pc:sldMk cId="749787236" sldId="263"/>
            <ac:spMk id="7" creationId="{33D63376-E787-71F8-53DE-EF721E1BAA6E}"/>
          </ac:spMkLst>
        </pc:spChg>
        <pc:spChg chg="add mod">
          <ac:chgData name="Ashok Gopalakrishnan" userId="d8b748a0ad7c7b3a" providerId="LiveId" clId="{59FD0868-84F1-432F-883D-B36E85A19EB2}" dt="2026-06-27T05:10:49.629" v="391" actId="12"/>
          <ac:spMkLst>
            <pc:docMk/>
            <pc:sldMk cId="749787236" sldId="263"/>
            <ac:spMk id="8" creationId="{B7ED1BD4-B0DB-E089-80B3-876E3D7573A8}"/>
          </ac:spMkLst>
        </pc:spChg>
        <pc:spChg chg="del">
          <ac:chgData name="Ashok Gopalakrishnan" userId="d8b748a0ad7c7b3a" providerId="LiveId" clId="{59FD0868-84F1-432F-883D-B36E85A19EB2}" dt="2026-06-27T05:07:06.266" v="363" actId="478"/>
          <ac:spMkLst>
            <pc:docMk/>
            <pc:sldMk cId="749787236" sldId="263"/>
            <ac:spMk id="11" creationId="{5AAC5CC4-29E1-428E-F993-C40373140653}"/>
          </ac:spMkLst>
        </pc:spChg>
        <pc:spChg chg="del">
          <ac:chgData name="Ashok Gopalakrishnan" userId="d8b748a0ad7c7b3a" providerId="LiveId" clId="{59FD0868-84F1-432F-883D-B36E85A19EB2}" dt="2026-06-27T05:07:00.154" v="361" actId="478"/>
          <ac:spMkLst>
            <pc:docMk/>
            <pc:sldMk cId="749787236" sldId="263"/>
            <ac:spMk id="13" creationId="{7156B34E-58CF-7F07-4CE8-E05AF0675BD4}"/>
          </ac:spMkLst>
        </pc:spChg>
        <pc:spChg chg="del">
          <ac:chgData name="Ashok Gopalakrishnan" userId="d8b748a0ad7c7b3a" providerId="LiveId" clId="{59FD0868-84F1-432F-883D-B36E85A19EB2}" dt="2026-06-27T05:07:03.097" v="362" actId="478"/>
          <ac:spMkLst>
            <pc:docMk/>
            <pc:sldMk cId="749787236" sldId="263"/>
            <ac:spMk id="15" creationId="{34E8F10B-7770-37E5-6C43-E889C3C7087E}"/>
          </ac:spMkLst>
        </pc:spChg>
        <pc:picChg chg="add mod">
          <ac:chgData name="Ashok Gopalakrishnan" userId="d8b748a0ad7c7b3a" providerId="LiveId" clId="{59FD0868-84F1-432F-883D-B36E85A19EB2}" dt="2026-06-27T05:08:42.673" v="368" actId="1076"/>
          <ac:picMkLst>
            <pc:docMk/>
            <pc:sldMk cId="749787236" sldId="263"/>
            <ac:picMk id="3" creationId="{6385FA32-5841-D918-8C26-6DB0C727170F}"/>
          </ac:picMkLst>
        </pc:picChg>
      </pc:sldChg>
      <pc:sldChg chg="addSp delSp modSp add mod">
        <pc:chgData name="Ashok Gopalakrishnan" userId="d8b748a0ad7c7b3a" providerId="LiveId" clId="{59FD0868-84F1-432F-883D-B36E85A19EB2}" dt="2026-06-27T05:14:50.007" v="418" actId="207"/>
        <pc:sldMkLst>
          <pc:docMk/>
          <pc:sldMk cId="806787031" sldId="264"/>
        </pc:sldMkLst>
        <pc:spChg chg="add mod">
          <ac:chgData name="Ashok Gopalakrishnan" userId="d8b748a0ad7c7b3a" providerId="LiveId" clId="{59FD0868-84F1-432F-883D-B36E85A19EB2}" dt="2026-06-27T05:14:50.007" v="418" actId="207"/>
          <ac:spMkLst>
            <pc:docMk/>
            <pc:sldMk cId="806787031" sldId="264"/>
            <ac:spMk id="7" creationId="{24ADC73E-1479-7019-99B4-F768AF2358E8}"/>
          </ac:spMkLst>
        </pc:spChg>
        <pc:spChg chg="del">
          <ac:chgData name="Ashok Gopalakrishnan" userId="d8b748a0ad7c7b3a" providerId="LiveId" clId="{59FD0868-84F1-432F-883D-B36E85A19EB2}" dt="2026-06-27T05:11:04.977" v="394" actId="478"/>
          <ac:spMkLst>
            <pc:docMk/>
            <pc:sldMk cId="806787031" sldId="264"/>
            <ac:spMk id="8" creationId="{442432C9-729B-EEA3-F73F-BE11E2614DB0}"/>
          </ac:spMkLst>
        </pc:spChg>
        <pc:picChg chg="del">
          <ac:chgData name="Ashok Gopalakrishnan" userId="d8b748a0ad7c7b3a" providerId="LiveId" clId="{59FD0868-84F1-432F-883D-B36E85A19EB2}" dt="2026-06-27T05:11:00.825" v="393" actId="478"/>
          <ac:picMkLst>
            <pc:docMk/>
            <pc:sldMk cId="806787031" sldId="264"/>
            <ac:picMk id="3" creationId="{DBFC1854-DBCC-4AA4-1391-332A421AA8D9}"/>
          </ac:picMkLst>
        </pc:picChg>
        <pc:picChg chg="add mod">
          <ac:chgData name="Ashok Gopalakrishnan" userId="d8b748a0ad7c7b3a" providerId="LiveId" clId="{59FD0868-84F1-432F-883D-B36E85A19EB2}" dt="2026-06-27T05:12:37.979" v="397" actId="1076"/>
          <ac:picMkLst>
            <pc:docMk/>
            <pc:sldMk cId="806787031" sldId="264"/>
            <ac:picMk id="5" creationId="{B7E438B8-139E-D5E9-5237-429F4F1ABD44}"/>
          </ac:picMkLst>
        </pc:picChg>
      </pc:sldChg>
      <pc:sldChg chg="addSp delSp modSp add mod">
        <pc:chgData name="Ashok Gopalakrishnan" userId="d8b748a0ad7c7b3a" providerId="LiveId" clId="{59FD0868-84F1-432F-883D-B36E85A19EB2}" dt="2026-06-27T05:22:22.004" v="458" actId="6549"/>
        <pc:sldMkLst>
          <pc:docMk/>
          <pc:sldMk cId="1038268124" sldId="265"/>
        </pc:sldMkLst>
        <pc:spChg chg="add mod">
          <ac:chgData name="Ashok Gopalakrishnan" userId="d8b748a0ad7c7b3a" providerId="LiveId" clId="{59FD0868-84F1-432F-883D-B36E85A19EB2}" dt="2026-06-27T05:16:44.680" v="428" actId="255"/>
          <ac:spMkLst>
            <pc:docMk/>
            <pc:sldMk cId="1038268124" sldId="265"/>
            <ac:spMk id="3" creationId="{BD5854D9-288D-8706-3DE6-9CA62777A79F}"/>
          </ac:spMkLst>
        </pc:spChg>
        <pc:spChg chg="del">
          <ac:chgData name="Ashok Gopalakrishnan" userId="d8b748a0ad7c7b3a" providerId="LiveId" clId="{59FD0868-84F1-432F-883D-B36E85A19EB2}" dt="2026-06-27T05:16:07.452" v="421" actId="478"/>
          <ac:spMkLst>
            <pc:docMk/>
            <pc:sldMk cId="1038268124" sldId="265"/>
            <ac:spMk id="7" creationId="{7099D58C-B819-7116-5C24-4DB72E99B219}"/>
          </ac:spMkLst>
        </pc:spChg>
        <pc:spChg chg="add mod">
          <ac:chgData name="Ashok Gopalakrishnan" userId="d8b748a0ad7c7b3a" providerId="LiveId" clId="{59FD0868-84F1-432F-883D-B36E85A19EB2}" dt="2026-06-27T05:18:06.221" v="436" actId="3626"/>
          <ac:spMkLst>
            <pc:docMk/>
            <pc:sldMk cId="1038268124" sldId="265"/>
            <ac:spMk id="8" creationId="{598A1069-1AEC-5F83-3CFA-F10358161759}"/>
          </ac:spMkLst>
        </pc:spChg>
        <pc:spChg chg="add mod">
          <ac:chgData name="Ashok Gopalakrishnan" userId="d8b748a0ad7c7b3a" providerId="LiveId" clId="{59FD0868-84F1-432F-883D-B36E85A19EB2}" dt="2026-06-27T05:19:25.329" v="446" actId="20577"/>
          <ac:spMkLst>
            <pc:docMk/>
            <pc:sldMk cId="1038268124" sldId="265"/>
            <ac:spMk id="10" creationId="{32565AA8-4242-3BF3-233C-CD55D497784C}"/>
          </ac:spMkLst>
        </pc:spChg>
        <pc:spChg chg="add mod">
          <ac:chgData name="Ashok Gopalakrishnan" userId="d8b748a0ad7c7b3a" providerId="LiveId" clId="{59FD0868-84F1-432F-883D-B36E85A19EB2}" dt="2026-06-27T05:22:22.004" v="458" actId="6549"/>
          <ac:spMkLst>
            <pc:docMk/>
            <pc:sldMk cId="1038268124" sldId="265"/>
            <ac:spMk id="12" creationId="{934E0245-485C-A83F-1890-510DE86F7750}"/>
          </ac:spMkLst>
        </pc:spChg>
        <pc:picChg chg="del">
          <ac:chgData name="Ashok Gopalakrishnan" userId="d8b748a0ad7c7b3a" providerId="LiveId" clId="{59FD0868-84F1-432F-883D-B36E85A19EB2}" dt="2026-06-27T05:16:05.007" v="420" actId="478"/>
          <ac:picMkLst>
            <pc:docMk/>
            <pc:sldMk cId="1038268124" sldId="265"/>
            <ac:picMk id="6" creationId="{2DCD2B5F-197C-7457-F04A-3334AE26B6B3}"/>
          </ac:picMkLst>
        </pc:picChg>
      </pc:sldChg>
      <pc:sldChg chg="addSp delSp modSp add mod">
        <pc:chgData name="Ashok Gopalakrishnan" userId="d8b748a0ad7c7b3a" providerId="LiveId" clId="{59FD0868-84F1-432F-883D-B36E85A19EB2}" dt="2026-06-27T05:24:18.862" v="471" actId="1076"/>
        <pc:sldMkLst>
          <pc:docMk/>
          <pc:sldMk cId="997150777" sldId="266"/>
        </pc:sldMkLst>
        <pc:spChg chg="del">
          <ac:chgData name="Ashok Gopalakrishnan" userId="d8b748a0ad7c7b3a" providerId="LiveId" clId="{59FD0868-84F1-432F-883D-B36E85A19EB2}" dt="2026-06-27T05:22:50.003" v="463" actId="478"/>
          <ac:spMkLst>
            <pc:docMk/>
            <pc:sldMk cId="997150777" sldId="266"/>
            <ac:spMk id="3" creationId="{3C600A2D-BB57-E39C-A288-183F06CA159A}"/>
          </ac:spMkLst>
        </pc:spChg>
        <pc:spChg chg="mod">
          <ac:chgData name="Ashok Gopalakrishnan" userId="d8b748a0ad7c7b3a" providerId="LiveId" clId="{59FD0868-84F1-432F-883D-B36E85A19EB2}" dt="2026-06-27T05:24:18.862" v="471" actId="1076"/>
          <ac:spMkLst>
            <pc:docMk/>
            <pc:sldMk cId="997150777" sldId="266"/>
            <ac:spMk id="4" creationId="{287104FF-0021-F0BE-C86D-4732FA795638}"/>
          </ac:spMkLst>
        </pc:spChg>
        <pc:spChg chg="del">
          <ac:chgData name="Ashok Gopalakrishnan" userId="d8b748a0ad7c7b3a" providerId="LiveId" clId="{59FD0868-84F1-432F-883D-B36E85A19EB2}" dt="2026-06-27T05:22:48.051" v="462" actId="478"/>
          <ac:spMkLst>
            <pc:docMk/>
            <pc:sldMk cId="997150777" sldId="266"/>
            <ac:spMk id="8" creationId="{D191F337-075A-7747-A299-188DFEA23AB7}"/>
          </ac:spMkLst>
        </pc:spChg>
        <pc:spChg chg="del">
          <ac:chgData name="Ashok Gopalakrishnan" userId="d8b748a0ad7c7b3a" providerId="LiveId" clId="{59FD0868-84F1-432F-883D-B36E85A19EB2}" dt="2026-06-27T05:22:42.896" v="460" actId="478"/>
          <ac:spMkLst>
            <pc:docMk/>
            <pc:sldMk cId="997150777" sldId="266"/>
            <ac:spMk id="10" creationId="{B66CB4F2-946D-4461-C95A-39F2C87C8D91}"/>
          </ac:spMkLst>
        </pc:spChg>
        <pc:spChg chg="del">
          <ac:chgData name="Ashok Gopalakrishnan" userId="d8b748a0ad7c7b3a" providerId="LiveId" clId="{59FD0868-84F1-432F-883D-B36E85A19EB2}" dt="2026-06-27T05:22:45.391" v="461" actId="478"/>
          <ac:spMkLst>
            <pc:docMk/>
            <pc:sldMk cId="997150777" sldId="266"/>
            <ac:spMk id="12" creationId="{92B27389-DB28-D792-D6C6-0CAF81F531C1}"/>
          </ac:spMkLst>
        </pc:spChg>
        <pc:picChg chg="add mod">
          <ac:chgData name="Ashok Gopalakrishnan" userId="d8b748a0ad7c7b3a" providerId="LiveId" clId="{59FD0868-84F1-432F-883D-B36E85A19EB2}" dt="2026-06-27T05:24:13.011" v="470" actId="14100"/>
          <ac:picMkLst>
            <pc:docMk/>
            <pc:sldMk cId="997150777" sldId="266"/>
            <ac:picMk id="5" creationId="{A9693D97-BD7E-14AF-07EB-4EFCE7BC002E}"/>
          </ac:picMkLst>
        </pc:picChg>
      </pc:sldChg>
      <pc:sldChg chg="addSp delSp modSp add mod">
        <pc:chgData name="Ashok Gopalakrishnan" userId="d8b748a0ad7c7b3a" providerId="LiveId" clId="{59FD0868-84F1-432F-883D-B36E85A19EB2}" dt="2026-06-27T05:29:36.937" v="490" actId="123"/>
        <pc:sldMkLst>
          <pc:docMk/>
          <pc:sldMk cId="3974541144" sldId="267"/>
        </pc:sldMkLst>
        <pc:spChg chg="add mod">
          <ac:chgData name="Ashok Gopalakrishnan" userId="d8b748a0ad7c7b3a" providerId="LiveId" clId="{59FD0868-84F1-432F-883D-B36E85A19EB2}" dt="2026-06-27T05:25:23.925" v="483" actId="207"/>
          <ac:spMkLst>
            <pc:docMk/>
            <pc:sldMk cId="3974541144" sldId="267"/>
            <ac:spMk id="3" creationId="{28185288-A354-E611-DC78-247B6BFD648D}"/>
          </ac:spMkLst>
        </pc:spChg>
        <pc:spChg chg="add mod">
          <ac:chgData name="Ashok Gopalakrishnan" userId="d8b748a0ad7c7b3a" providerId="LiveId" clId="{59FD0868-84F1-432F-883D-B36E85A19EB2}" dt="2026-06-27T05:29:36.937" v="490" actId="123"/>
          <ac:spMkLst>
            <pc:docMk/>
            <pc:sldMk cId="3974541144" sldId="267"/>
            <ac:spMk id="7" creationId="{4BEB8D43-AD18-C893-DBA3-F03237740655}"/>
          </ac:spMkLst>
        </pc:spChg>
        <pc:picChg chg="del">
          <ac:chgData name="Ashok Gopalakrishnan" userId="d8b748a0ad7c7b3a" providerId="LiveId" clId="{59FD0868-84F1-432F-883D-B36E85A19EB2}" dt="2026-06-27T05:24:30.393" v="473" actId="478"/>
          <ac:picMkLst>
            <pc:docMk/>
            <pc:sldMk cId="3974541144" sldId="267"/>
            <ac:picMk id="5" creationId="{39D116C6-E5AA-D92D-FD0D-2E1C7A55EDEF}"/>
          </ac:picMkLst>
        </pc:picChg>
      </pc:sldChg>
      <pc:sldChg chg="addSp delSp modSp add mod">
        <pc:chgData name="Ashok Gopalakrishnan" userId="d8b748a0ad7c7b3a" providerId="LiveId" clId="{59FD0868-84F1-432F-883D-B36E85A19EB2}" dt="2026-06-27T05:39:27.431" v="548" actId="1076"/>
        <pc:sldMkLst>
          <pc:docMk/>
          <pc:sldMk cId="2891659547" sldId="268"/>
        </pc:sldMkLst>
        <pc:spChg chg="add mod">
          <ac:chgData name="Ashok Gopalakrishnan" userId="d8b748a0ad7c7b3a" providerId="LiveId" clId="{59FD0868-84F1-432F-883D-B36E85A19EB2}" dt="2026-06-27T05:32:41.090" v="503" actId="1076"/>
          <ac:spMkLst>
            <pc:docMk/>
            <pc:sldMk cId="2891659547" sldId="268"/>
            <ac:spMk id="3" creationId="{B109DBAC-B1BA-0DDE-5A43-CC86877E3393}"/>
          </ac:spMkLst>
        </pc:spChg>
        <pc:spChg chg="mod">
          <ac:chgData name="Ashok Gopalakrishnan" userId="d8b748a0ad7c7b3a" providerId="LiveId" clId="{59FD0868-84F1-432F-883D-B36E85A19EB2}" dt="2026-06-27T05:32:46.922" v="504" actId="1076"/>
          <ac:spMkLst>
            <pc:docMk/>
            <pc:sldMk cId="2891659547" sldId="268"/>
            <ac:spMk id="4" creationId="{0C3B3425-F1F5-5F01-ABC1-C12C13422A1C}"/>
          </ac:spMkLst>
        </pc:spChg>
        <pc:spChg chg="del">
          <ac:chgData name="Ashok Gopalakrishnan" userId="d8b748a0ad7c7b3a" providerId="LiveId" clId="{59FD0868-84F1-432F-883D-B36E85A19EB2}" dt="2026-06-27T05:31:57.674" v="493" actId="478"/>
          <ac:spMkLst>
            <pc:docMk/>
            <pc:sldMk cId="2891659547" sldId="268"/>
            <ac:spMk id="7" creationId="{F2A631BF-5A35-7289-C69E-B0BB5AFE781C}"/>
          </ac:spMkLst>
        </pc:spChg>
        <pc:spChg chg="add mod">
          <ac:chgData name="Ashok Gopalakrishnan" userId="d8b748a0ad7c7b3a" providerId="LiveId" clId="{59FD0868-84F1-432F-883D-B36E85A19EB2}" dt="2026-06-27T05:34:07.315" v="511" actId="123"/>
          <ac:spMkLst>
            <pc:docMk/>
            <pc:sldMk cId="2891659547" sldId="268"/>
            <ac:spMk id="8" creationId="{D72F5A24-E4BE-F86D-C23E-4ED0EFB70AC5}"/>
          </ac:spMkLst>
        </pc:spChg>
        <pc:spChg chg="add mod">
          <ac:chgData name="Ashok Gopalakrishnan" userId="d8b748a0ad7c7b3a" providerId="LiveId" clId="{59FD0868-84F1-432F-883D-B36E85A19EB2}" dt="2026-06-27T05:37:09.792" v="533"/>
          <ac:spMkLst>
            <pc:docMk/>
            <pc:sldMk cId="2891659547" sldId="268"/>
            <ac:spMk id="10" creationId="{B902BF9C-D098-B65A-E007-A9453BA7B10A}"/>
          </ac:spMkLst>
        </pc:spChg>
        <pc:spChg chg="add mod">
          <ac:chgData name="Ashok Gopalakrishnan" userId="d8b748a0ad7c7b3a" providerId="LiveId" clId="{59FD0868-84F1-432F-883D-B36E85A19EB2}" dt="2026-06-27T05:37:19.886" v="534" actId="1076"/>
          <ac:spMkLst>
            <pc:docMk/>
            <pc:sldMk cId="2891659547" sldId="268"/>
            <ac:spMk id="12" creationId="{6065AED4-B6A3-91D0-E638-750334FAEA5C}"/>
          </ac:spMkLst>
        </pc:spChg>
        <pc:spChg chg="add mod">
          <ac:chgData name="Ashok Gopalakrishnan" userId="d8b748a0ad7c7b3a" providerId="LiveId" clId="{59FD0868-84F1-432F-883D-B36E85A19EB2}" dt="2026-06-27T05:39:27.431" v="548" actId="1076"/>
          <ac:spMkLst>
            <pc:docMk/>
            <pc:sldMk cId="2891659547" sldId="268"/>
            <ac:spMk id="14" creationId="{F04C8696-75F9-54B8-8A6A-8C6F5ECFF146}"/>
          </ac:spMkLst>
        </pc:spChg>
        <pc:picChg chg="del">
          <ac:chgData name="Ashok Gopalakrishnan" userId="d8b748a0ad7c7b3a" providerId="LiveId" clId="{59FD0868-84F1-432F-883D-B36E85A19EB2}" dt="2026-06-27T05:31:55.125" v="492" actId="478"/>
          <ac:picMkLst>
            <pc:docMk/>
            <pc:sldMk cId="2891659547" sldId="268"/>
            <ac:picMk id="5" creationId="{68405DC0-FEDD-E6C9-6E57-DADAA6E25F6D}"/>
          </ac:picMkLst>
        </pc:picChg>
      </pc:sldChg>
      <pc:sldChg chg="addSp delSp modSp add mod">
        <pc:chgData name="Ashok Gopalakrishnan" userId="d8b748a0ad7c7b3a" providerId="LiveId" clId="{59FD0868-84F1-432F-883D-B36E85A19EB2}" dt="2026-06-27T05:41:56.795" v="590" actId="207"/>
        <pc:sldMkLst>
          <pc:docMk/>
          <pc:sldMk cId="2961402821" sldId="269"/>
        </pc:sldMkLst>
        <pc:spChg chg="del">
          <ac:chgData name="Ashok Gopalakrishnan" userId="d8b748a0ad7c7b3a" providerId="LiveId" clId="{59FD0868-84F1-432F-883D-B36E85A19EB2}" dt="2026-06-27T05:39:43.021" v="551" actId="478"/>
          <ac:spMkLst>
            <pc:docMk/>
            <pc:sldMk cId="2961402821" sldId="269"/>
            <ac:spMk id="3" creationId="{A3D76F86-53FE-691D-D79A-F53B35CEF83C}"/>
          </ac:spMkLst>
        </pc:spChg>
        <pc:spChg chg="add mod">
          <ac:chgData name="Ashok Gopalakrishnan" userId="d8b748a0ad7c7b3a" providerId="LiveId" clId="{59FD0868-84F1-432F-883D-B36E85A19EB2}" dt="2026-06-27T05:41:11.511" v="582" actId="1076"/>
          <ac:spMkLst>
            <pc:docMk/>
            <pc:sldMk cId="2961402821" sldId="269"/>
            <ac:spMk id="6" creationId="{A071D55F-D75A-21F3-97A5-344F5AEAFB09}"/>
          </ac:spMkLst>
        </pc:spChg>
        <pc:spChg chg="del">
          <ac:chgData name="Ashok Gopalakrishnan" userId="d8b748a0ad7c7b3a" providerId="LiveId" clId="{59FD0868-84F1-432F-883D-B36E85A19EB2}" dt="2026-06-27T05:39:40.760" v="550" actId="478"/>
          <ac:spMkLst>
            <pc:docMk/>
            <pc:sldMk cId="2961402821" sldId="269"/>
            <ac:spMk id="8" creationId="{0DF6D5C9-CCFF-EE9E-6820-EF9F8A678AC3}"/>
          </ac:spMkLst>
        </pc:spChg>
        <pc:spChg chg="del">
          <ac:chgData name="Ashok Gopalakrishnan" userId="d8b748a0ad7c7b3a" providerId="LiveId" clId="{59FD0868-84F1-432F-883D-B36E85A19EB2}" dt="2026-06-27T05:39:45.027" v="552" actId="478"/>
          <ac:spMkLst>
            <pc:docMk/>
            <pc:sldMk cId="2961402821" sldId="269"/>
            <ac:spMk id="10" creationId="{70D13F47-F147-C40D-D2FB-1164C51B788B}"/>
          </ac:spMkLst>
        </pc:spChg>
        <pc:spChg chg="del">
          <ac:chgData name="Ashok Gopalakrishnan" userId="d8b748a0ad7c7b3a" providerId="LiveId" clId="{59FD0868-84F1-432F-883D-B36E85A19EB2}" dt="2026-06-27T05:39:47.370" v="553" actId="478"/>
          <ac:spMkLst>
            <pc:docMk/>
            <pc:sldMk cId="2961402821" sldId="269"/>
            <ac:spMk id="12" creationId="{92579811-2CD1-0129-AEEB-5492AE91D189}"/>
          </ac:spMkLst>
        </pc:spChg>
        <pc:spChg chg="del">
          <ac:chgData name="Ashok Gopalakrishnan" userId="d8b748a0ad7c7b3a" providerId="LiveId" clId="{59FD0868-84F1-432F-883D-B36E85A19EB2}" dt="2026-06-27T05:39:49.453" v="554" actId="478"/>
          <ac:spMkLst>
            <pc:docMk/>
            <pc:sldMk cId="2961402821" sldId="269"/>
            <ac:spMk id="14" creationId="{B0768E16-BA39-1E6A-9690-37E9BCA2CB9A}"/>
          </ac:spMkLst>
        </pc:spChg>
        <pc:graphicFrameChg chg="add mod modGraphic">
          <ac:chgData name="Ashok Gopalakrishnan" userId="d8b748a0ad7c7b3a" providerId="LiveId" clId="{59FD0868-84F1-432F-883D-B36E85A19EB2}" dt="2026-06-27T05:41:56.795" v="590" actId="207"/>
          <ac:graphicFrameMkLst>
            <pc:docMk/>
            <pc:sldMk cId="2961402821" sldId="269"/>
            <ac:graphicFrameMk id="2" creationId="{0A8DBBD1-5368-4AEB-BD62-28BD5683DB19}"/>
          </ac:graphicFrameMkLst>
        </pc:graphicFrameChg>
      </pc:sldChg>
      <pc:sldChg chg="addSp delSp modSp add mod">
        <pc:chgData name="Ashok Gopalakrishnan" userId="d8b748a0ad7c7b3a" providerId="LiveId" clId="{59FD0868-84F1-432F-883D-B36E85A19EB2}" dt="2026-06-27T05:46:04.814" v="611" actId="207"/>
        <pc:sldMkLst>
          <pc:docMk/>
          <pc:sldMk cId="2977203238" sldId="270"/>
        </pc:sldMkLst>
        <pc:spChg chg="del">
          <ac:chgData name="Ashok Gopalakrishnan" userId="d8b748a0ad7c7b3a" providerId="LiveId" clId="{59FD0868-84F1-432F-883D-B36E85A19EB2}" dt="2026-06-27T05:43:56.995" v="593" actId="478"/>
          <ac:spMkLst>
            <pc:docMk/>
            <pc:sldMk cId="2977203238" sldId="270"/>
            <ac:spMk id="6" creationId="{35940DAB-457A-FA2A-096E-6F47C4018487}"/>
          </ac:spMkLst>
        </pc:spChg>
        <pc:spChg chg="add mod">
          <ac:chgData name="Ashok Gopalakrishnan" userId="d8b748a0ad7c7b3a" providerId="LiveId" clId="{59FD0868-84F1-432F-883D-B36E85A19EB2}" dt="2026-06-27T05:46:04.814" v="611" actId="207"/>
          <ac:spMkLst>
            <pc:docMk/>
            <pc:sldMk cId="2977203238" sldId="270"/>
            <ac:spMk id="8" creationId="{3F5ACC21-9CEE-64EA-9D41-65E01051CE57}"/>
          </ac:spMkLst>
        </pc:spChg>
        <pc:graphicFrameChg chg="del">
          <ac:chgData name="Ashok Gopalakrishnan" userId="d8b748a0ad7c7b3a" providerId="LiveId" clId="{59FD0868-84F1-432F-883D-B36E85A19EB2}" dt="2026-06-27T05:43:54.530" v="592" actId="478"/>
          <ac:graphicFrameMkLst>
            <pc:docMk/>
            <pc:sldMk cId="2977203238" sldId="270"/>
            <ac:graphicFrameMk id="2" creationId="{4CECC485-7EFF-E1CB-D274-3B338B8F6487}"/>
          </ac:graphicFrameMkLst>
        </pc:graphicFrameChg>
        <pc:picChg chg="add mod">
          <ac:chgData name="Ashok Gopalakrishnan" userId="d8b748a0ad7c7b3a" providerId="LiveId" clId="{59FD0868-84F1-432F-883D-B36E85A19EB2}" dt="2026-06-27T05:44:16.572" v="596" actId="1076"/>
          <ac:picMkLst>
            <pc:docMk/>
            <pc:sldMk cId="2977203238" sldId="270"/>
            <ac:picMk id="5" creationId="{5157D0DD-4F00-3A1C-DD34-8C2D818C4140}"/>
          </ac:picMkLst>
        </pc:picChg>
      </pc:sldChg>
      <pc:sldChg chg="addSp delSp modSp add mod">
        <pc:chgData name="Ashok Gopalakrishnan" userId="d8b748a0ad7c7b3a" providerId="LiveId" clId="{59FD0868-84F1-432F-883D-B36E85A19EB2}" dt="2026-06-27T05:54:54.579" v="655" actId="207"/>
        <pc:sldMkLst>
          <pc:docMk/>
          <pc:sldMk cId="614998653" sldId="271"/>
        </pc:sldMkLst>
        <pc:spChg chg="add mod">
          <ac:chgData name="Ashok Gopalakrishnan" userId="d8b748a0ad7c7b3a" providerId="LiveId" clId="{59FD0868-84F1-432F-883D-B36E85A19EB2}" dt="2026-06-27T05:48:57.546" v="622" actId="207"/>
          <ac:spMkLst>
            <pc:docMk/>
            <pc:sldMk cId="614998653" sldId="271"/>
            <ac:spMk id="3" creationId="{343D2092-F045-92A3-A38E-857626A3AD93}"/>
          </ac:spMkLst>
        </pc:spChg>
        <pc:spChg chg="add mod">
          <ac:chgData name="Ashok Gopalakrishnan" userId="d8b748a0ad7c7b3a" providerId="LiveId" clId="{59FD0868-84F1-432F-883D-B36E85A19EB2}" dt="2026-06-27T05:50:24.742" v="631" actId="255"/>
          <ac:spMkLst>
            <pc:docMk/>
            <pc:sldMk cId="614998653" sldId="271"/>
            <ac:spMk id="7" creationId="{ED92EB23-27E0-C05F-A2F5-E7A5BF038FB4}"/>
          </ac:spMkLst>
        </pc:spChg>
        <pc:spChg chg="del">
          <ac:chgData name="Ashok Gopalakrishnan" userId="d8b748a0ad7c7b3a" providerId="LiveId" clId="{59FD0868-84F1-432F-883D-B36E85A19EB2}" dt="2026-06-27T05:46:20.298" v="614" actId="478"/>
          <ac:spMkLst>
            <pc:docMk/>
            <pc:sldMk cId="614998653" sldId="271"/>
            <ac:spMk id="8" creationId="{4586691C-008E-2002-54CD-605A5E547AFA}"/>
          </ac:spMkLst>
        </pc:spChg>
        <pc:spChg chg="add mod">
          <ac:chgData name="Ashok Gopalakrishnan" userId="d8b748a0ad7c7b3a" providerId="LiveId" clId="{59FD0868-84F1-432F-883D-B36E85A19EB2}" dt="2026-06-27T05:52:49.524" v="648" actId="12"/>
          <ac:spMkLst>
            <pc:docMk/>
            <pc:sldMk cId="614998653" sldId="271"/>
            <ac:spMk id="12" creationId="{C2A3FE01-A91E-CCBA-07FC-2D9F79BDB679}"/>
          </ac:spMkLst>
        </pc:spChg>
        <pc:spChg chg="add mod">
          <ac:chgData name="Ashok Gopalakrishnan" userId="d8b748a0ad7c7b3a" providerId="LiveId" clId="{59FD0868-84F1-432F-883D-B36E85A19EB2}" dt="2026-06-27T05:54:54.579" v="655" actId="207"/>
          <ac:spMkLst>
            <pc:docMk/>
            <pc:sldMk cId="614998653" sldId="271"/>
            <ac:spMk id="14" creationId="{CB1BA8B8-9B6C-C9A3-F891-567D9A1EA4AA}"/>
          </ac:spMkLst>
        </pc:spChg>
        <pc:picChg chg="del">
          <ac:chgData name="Ashok Gopalakrishnan" userId="d8b748a0ad7c7b3a" providerId="LiveId" clId="{59FD0868-84F1-432F-883D-B36E85A19EB2}" dt="2026-06-27T05:46:18.003" v="613" actId="478"/>
          <ac:picMkLst>
            <pc:docMk/>
            <pc:sldMk cId="614998653" sldId="271"/>
            <ac:picMk id="5" creationId="{DDD06FAE-0260-AA1C-B796-A325E3E98E6B}"/>
          </ac:picMkLst>
        </pc:picChg>
        <pc:picChg chg="add mod">
          <ac:chgData name="Ashok Gopalakrishnan" userId="d8b748a0ad7c7b3a" providerId="LiveId" clId="{59FD0868-84F1-432F-883D-B36E85A19EB2}" dt="2026-06-27T05:51:35.683" v="637" actId="14100"/>
          <ac:picMkLst>
            <pc:docMk/>
            <pc:sldMk cId="614998653" sldId="271"/>
            <ac:picMk id="10" creationId="{FB2B1E0E-4C14-9897-C902-66D8301D2A20}"/>
          </ac:picMkLst>
        </pc:picChg>
      </pc:sldChg>
      <pc:sldChg chg="addSp delSp modSp add mod">
        <pc:chgData name="Ashok Gopalakrishnan" userId="d8b748a0ad7c7b3a" providerId="LiveId" clId="{59FD0868-84F1-432F-883D-B36E85A19EB2}" dt="2026-06-27T05:58:28.505" v="691" actId="1076"/>
        <pc:sldMkLst>
          <pc:docMk/>
          <pc:sldMk cId="2251899214" sldId="272"/>
        </pc:sldMkLst>
        <pc:spChg chg="add mod">
          <ac:chgData name="Ashok Gopalakrishnan" userId="d8b748a0ad7c7b3a" providerId="LiveId" clId="{59FD0868-84F1-432F-883D-B36E85A19EB2}" dt="2026-06-27T05:57:09.877" v="674" actId="12"/>
          <ac:spMkLst>
            <pc:docMk/>
            <pc:sldMk cId="2251899214" sldId="272"/>
            <ac:spMk id="5" creationId="{EC6611A4-2B99-9103-6AB9-0543D6A5DD74}"/>
          </ac:spMkLst>
        </pc:spChg>
        <pc:spChg chg="del">
          <ac:chgData name="Ashok Gopalakrishnan" userId="d8b748a0ad7c7b3a" providerId="LiveId" clId="{59FD0868-84F1-432F-883D-B36E85A19EB2}" dt="2026-06-27T05:55:14.716" v="660" actId="478"/>
          <ac:spMkLst>
            <pc:docMk/>
            <pc:sldMk cId="2251899214" sldId="272"/>
            <ac:spMk id="7" creationId="{AB7FEDAD-05B9-BBDF-8476-349CF72B7D7E}"/>
          </ac:spMkLst>
        </pc:spChg>
        <pc:spChg chg="add mod">
          <ac:chgData name="Ashok Gopalakrishnan" userId="d8b748a0ad7c7b3a" providerId="LiveId" clId="{59FD0868-84F1-432F-883D-B36E85A19EB2}" dt="2026-06-27T05:58:28.505" v="691" actId="1076"/>
          <ac:spMkLst>
            <pc:docMk/>
            <pc:sldMk cId="2251899214" sldId="272"/>
            <ac:spMk id="8" creationId="{69EE2EAD-2C45-0F22-1951-8EB249DD272F}"/>
          </ac:spMkLst>
        </pc:spChg>
        <pc:spChg chg="del">
          <ac:chgData name="Ashok Gopalakrishnan" userId="d8b748a0ad7c7b3a" providerId="LiveId" clId="{59FD0868-84F1-432F-883D-B36E85A19EB2}" dt="2026-06-27T05:55:10.246" v="658" actId="478"/>
          <ac:spMkLst>
            <pc:docMk/>
            <pc:sldMk cId="2251899214" sldId="272"/>
            <ac:spMk id="12" creationId="{B13AA209-39F5-F458-5DEE-756C23B4041F}"/>
          </ac:spMkLst>
        </pc:spChg>
        <pc:spChg chg="del">
          <ac:chgData name="Ashok Gopalakrishnan" userId="d8b748a0ad7c7b3a" providerId="LiveId" clId="{59FD0868-84F1-432F-883D-B36E85A19EB2}" dt="2026-06-27T05:55:07.683" v="657" actId="478"/>
          <ac:spMkLst>
            <pc:docMk/>
            <pc:sldMk cId="2251899214" sldId="272"/>
            <ac:spMk id="14" creationId="{1E6FEFDA-E8FE-6F47-9817-3A3FB3CD2E49}"/>
          </ac:spMkLst>
        </pc:spChg>
        <pc:picChg chg="del">
          <ac:chgData name="Ashok Gopalakrishnan" userId="d8b748a0ad7c7b3a" providerId="LiveId" clId="{59FD0868-84F1-432F-883D-B36E85A19EB2}" dt="2026-06-27T05:55:11.985" v="659" actId="478"/>
          <ac:picMkLst>
            <pc:docMk/>
            <pc:sldMk cId="2251899214" sldId="272"/>
            <ac:picMk id="10" creationId="{51C32B7B-AF32-8CAD-934A-52E666CC3351}"/>
          </ac:picMkLst>
        </pc:picChg>
      </pc:sldChg>
      <pc:sldChg chg="addSp delSp modSp add mod">
        <pc:chgData name="Ashok Gopalakrishnan" userId="d8b748a0ad7c7b3a" providerId="LiveId" clId="{59FD0868-84F1-432F-883D-B36E85A19EB2}" dt="2026-06-27T06:05:24.808" v="742" actId="1076"/>
        <pc:sldMkLst>
          <pc:docMk/>
          <pc:sldMk cId="1507836947" sldId="273"/>
        </pc:sldMkLst>
        <pc:spChg chg="mod">
          <ac:chgData name="Ashok Gopalakrishnan" userId="d8b748a0ad7c7b3a" providerId="LiveId" clId="{59FD0868-84F1-432F-883D-B36E85A19EB2}" dt="2026-06-27T06:03:46.937" v="727" actId="1076"/>
          <ac:spMkLst>
            <pc:docMk/>
            <pc:sldMk cId="1507836947" sldId="273"/>
            <ac:spMk id="3" creationId="{1AD3876B-EC19-8161-930A-BD905FBCCEF2}"/>
          </ac:spMkLst>
        </pc:spChg>
        <pc:spChg chg="del">
          <ac:chgData name="Ashok Gopalakrishnan" userId="d8b748a0ad7c7b3a" providerId="LiveId" clId="{59FD0868-84F1-432F-883D-B36E85A19EB2}" dt="2026-06-27T05:58:42.135" v="693" actId="478"/>
          <ac:spMkLst>
            <pc:docMk/>
            <pc:sldMk cId="1507836947" sldId="273"/>
            <ac:spMk id="5" creationId="{FBEE436A-CAB7-7DAA-DF32-EBFE96C3903C}"/>
          </ac:spMkLst>
        </pc:spChg>
        <pc:spChg chg="add mod">
          <ac:chgData name="Ashok Gopalakrishnan" userId="d8b748a0ad7c7b3a" providerId="LiveId" clId="{59FD0868-84F1-432F-883D-B36E85A19EB2}" dt="2026-06-27T06:03:51.904" v="728" actId="1076"/>
          <ac:spMkLst>
            <pc:docMk/>
            <pc:sldMk cId="1507836947" sldId="273"/>
            <ac:spMk id="6" creationId="{83577FF4-C49B-8602-0628-33F6DC8B4F36}"/>
          </ac:spMkLst>
        </pc:spChg>
        <pc:spChg chg="del">
          <ac:chgData name="Ashok Gopalakrishnan" userId="d8b748a0ad7c7b3a" providerId="LiveId" clId="{59FD0868-84F1-432F-883D-B36E85A19EB2}" dt="2026-06-27T05:58:44.277" v="694" actId="478"/>
          <ac:spMkLst>
            <pc:docMk/>
            <pc:sldMk cId="1507836947" sldId="273"/>
            <ac:spMk id="8" creationId="{482672CE-5F43-6D6E-0C1B-DABE9E7E3815}"/>
          </ac:spMkLst>
        </pc:spChg>
        <pc:spChg chg="add mod">
          <ac:chgData name="Ashok Gopalakrishnan" userId="d8b748a0ad7c7b3a" providerId="LiveId" clId="{59FD0868-84F1-432F-883D-B36E85A19EB2}" dt="2026-06-27T06:04:06.075" v="731" actId="14100"/>
          <ac:spMkLst>
            <pc:docMk/>
            <pc:sldMk cId="1507836947" sldId="273"/>
            <ac:spMk id="9" creationId="{C846C521-71E7-D32D-1C5C-04A63EE27E78}"/>
          </ac:spMkLst>
        </pc:spChg>
        <pc:spChg chg="add mod">
          <ac:chgData name="Ashok Gopalakrishnan" userId="d8b748a0ad7c7b3a" providerId="LiveId" clId="{59FD0868-84F1-432F-883D-B36E85A19EB2}" dt="2026-06-27T06:05:24.808" v="742" actId="1076"/>
          <ac:spMkLst>
            <pc:docMk/>
            <pc:sldMk cId="1507836947" sldId="273"/>
            <ac:spMk id="11" creationId="{B793F640-E900-E1FF-4165-BC2EDFFF7C72}"/>
          </ac:spMkLst>
        </pc:spChg>
      </pc:sldChg>
      <pc:sldChg chg="addSp delSp modSp add mod">
        <pc:chgData name="Ashok Gopalakrishnan" userId="d8b748a0ad7c7b3a" providerId="LiveId" clId="{59FD0868-84F1-432F-883D-B36E85A19EB2}" dt="2026-06-27T06:08:27.172" v="777" actId="207"/>
        <pc:sldMkLst>
          <pc:docMk/>
          <pc:sldMk cId="1502397319" sldId="274"/>
        </pc:sldMkLst>
        <pc:spChg chg="add mod">
          <ac:chgData name="Ashok Gopalakrishnan" userId="d8b748a0ad7c7b3a" providerId="LiveId" clId="{59FD0868-84F1-432F-883D-B36E85A19EB2}" dt="2026-06-27T06:07:26.287" v="768" actId="207"/>
          <ac:spMkLst>
            <pc:docMk/>
            <pc:sldMk cId="1502397319" sldId="274"/>
            <ac:spMk id="5" creationId="{26E6E89F-2550-2D30-B405-F304C1D6026E}"/>
          </ac:spMkLst>
        </pc:spChg>
        <pc:spChg chg="del">
          <ac:chgData name="Ashok Gopalakrishnan" userId="d8b748a0ad7c7b3a" providerId="LiveId" clId="{59FD0868-84F1-432F-883D-B36E85A19EB2}" dt="2026-06-27T06:05:42.947" v="745" actId="478"/>
          <ac:spMkLst>
            <pc:docMk/>
            <pc:sldMk cId="1502397319" sldId="274"/>
            <ac:spMk id="6" creationId="{3EFFE9A6-8BE5-2DF6-B7AE-1EF3BF2DB7ED}"/>
          </ac:spMkLst>
        </pc:spChg>
        <pc:spChg chg="add mod">
          <ac:chgData name="Ashok Gopalakrishnan" userId="d8b748a0ad7c7b3a" providerId="LiveId" clId="{59FD0868-84F1-432F-883D-B36E85A19EB2}" dt="2026-06-27T06:08:27.172" v="777" actId="207"/>
          <ac:spMkLst>
            <pc:docMk/>
            <pc:sldMk cId="1502397319" sldId="274"/>
            <ac:spMk id="8" creationId="{3ECC4134-A196-00C6-35BF-103CD6680AAB}"/>
          </ac:spMkLst>
        </pc:spChg>
        <pc:spChg chg="del">
          <ac:chgData name="Ashok Gopalakrishnan" userId="d8b748a0ad7c7b3a" providerId="LiveId" clId="{59FD0868-84F1-432F-883D-B36E85A19EB2}" dt="2026-06-27T06:05:40.461" v="744" actId="478"/>
          <ac:spMkLst>
            <pc:docMk/>
            <pc:sldMk cId="1502397319" sldId="274"/>
            <ac:spMk id="9" creationId="{2BD82C41-7A33-57B7-DD94-8F7C61D446BD}"/>
          </ac:spMkLst>
        </pc:spChg>
        <pc:spChg chg="del">
          <ac:chgData name="Ashok Gopalakrishnan" userId="d8b748a0ad7c7b3a" providerId="LiveId" clId="{59FD0868-84F1-432F-883D-B36E85A19EB2}" dt="2026-06-27T06:05:45.547" v="746" actId="478"/>
          <ac:spMkLst>
            <pc:docMk/>
            <pc:sldMk cId="1502397319" sldId="274"/>
            <ac:spMk id="11" creationId="{C215252D-6719-3F1A-EBEC-B850937A0B7F}"/>
          </ac:spMkLst>
        </pc:spChg>
      </pc:sldChg>
      <pc:sldChg chg="addSp delSp modSp add mod">
        <pc:chgData name="Ashok Gopalakrishnan" userId="d8b748a0ad7c7b3a" providerId="LiveId" clId="{59FD0868-84F1-432F-883D-B36E85A19EB2}" dt="2026-06-27T06:14:05.631" v="805" actId="207"/>
        <pc:sldMkLst>
          <pc:docMk/>
          <pc:sldMk cId="3971879880" sldId="275"/>
        </pc:sldMkLst>
        <pc:spChg chg="del">
          <ac:chgData name="Ashok Gopalakrishnan" userId="d8b748a0ad7c7b3a" providerId="LiveId" clId="{59FD0868-84F1-432F-883D-B36E85A19EB2}" dt="2026-06-27T06:11:08.918" v="780" actId="478"/>
          <ac:spMkLst>
            <pc:docMk/>
            <pc:sldMk cId="3971879880" sldId="275"/>
            <ac:spMk id="5" creationId="{10A9CDFF-5F2A-41C5-8D53-BF9B9F8BA0E8}"/>
          </ac:spMkLst>
        </pc:spChg>
        <pc:spChg chg="del">
          <ac:chgData name="Ashok Gopalakrishnan" userId="d8b748a0ad7c7b3a" providerId="LiveId" clId="{59FD0868-84F1-432F-883D-B36E85A19EB2}" dt="2026-06-27T06:11:06.081" v="779" actId="478"/>
          <ac:spMkLst>
            <pc:docMk/>
            <pc:sldMk cId="3971879880" sldId="275"/>
            <ac:spMk id="8" creationId="{4D5E453F-7B0D-8CB3-1822-F5CBA3778813}"/>
          </ac:spMkLst>
        </pc:spChg>
        <pc:spChg chg="add mod">
          <ac:chgData name="Ashok Gopalakrishnan" userId="d8b748a0ad7c7b3a" providerId="LiveId" clId="{59FD0868-84F1-432F-883D-B36E85A19EB2}" dt="2026-06-27T06:12:59.770" v="796" actId="207"/>
          <ac:spMkLst>
            <pc:docMk/>
            <pc:sldMk cId="3971879880" sldId="275"/>
            <ac:spMk id="9" creationId="{646F6D13-1C7B-5FFE-1B9E-8C963F9F3B60}"/>
          </ac:spMkLst>
        </pc:spChg>
        <pc:spChg chg="add mod">
          <ac:chgData name="Ashok Gopalakrishnan" userId="d8b748a0ad7c7b3a" providerId="LiveId" clId="{59FD0868-84F1-432F-883D-B36E85A19EB2}" dt="2026-06-27T06:14:05.631" v="805" actId="207"/>
          <ac:spMkLst>
            <pc:docMk/>
            <pc:sldMk cId="3971879880" sldId="275"/>
            <ac:spMk id="11" creationId="{D060B7E7-BC1C-8313-5F16-CABD80D429ED}"/>
          </ac:spMkLst>
        </pc:spChg>
        <pc:picChg chg="add mod">
          <ac:chgData name="Ashok Gopalakrishnan" userId="d8b748a0ad7c7b3a" providerId="LiveId" clId="{59FD0868-84F1-432F-883D-B36E85A19EB2}" dt="2026-06-27T06:13:13.712" v="799" actId="14100"/>
          <ac:picMkLst>
            <pc:docMk/>
            <pc:sldMk cId="3971879880" sldId="275"/>
            <ac:picMk id="6" creationId="{BACBC7A8-23D7-48FA-87CD-27554FD6A6DC}"/>
          </ac:picMkLst>
        </pc:picChg>
      </pc:sldChg>
      <pc:sldChg chg="addSp delSp modSp add mod">
        <pc:chgData name="Ashok Gopalakrishnan" userId="d8b748a0ad7c7b3a" providerId="LiveId" clId="{59FD0868-84F1-432F-883D-B36E85A19EB2}" dt="2026-06-27T06:26:16.387" v="893" actId="14100"/>
        <pc:sldMkLst>
          <pc:docMk/>
          <pc:sldMk cId="2523079355" sldId="276"/>
        </pc:sldMkLst>
        <pc:spChg chg="del">
          <ac:chgData name="Ashok Gopalakrishnan" userId="d8b748a0ad7c7b3a" providerId="LiveId" clId="{59FD0868-84F1-432F-883D-B36E85A19EB2}" dt="2026-06-27T06:14:33.415" v="810" actId="478"/>
          <ac:spMkLst>
            <pc:docMk/>
            <pc:sldMk cId="2523079355" sldId="276"/>
            <ac:spMk id="3" creationId="{AA8C38E0-2E96-0B8A-1AAB-B1CC86BE19C3}"/>
          </ac:spMkLst>
        </pc:spChg>
        <pc:spChg chg="add mod">
          <ac:chgData name="Ashok Gopalakrishnan" userId="d8b748a0ad7c7b3a" providerId="LiveId" clId="{59FD0868-84F1-432F-883D-B36E85A19EB2}" dt="2026-06-27T06:16:15.584" v="817" actId="207"/>
          <ac:spMkLst>
            <pc:docMk/>
            <pc:sldMk cId="2523079355" sldId="276"/>
            <ac:spMk id="5" creationId="{1A784F8E-7A1E-FC11-63E6-7B852AA91C7A}"/>
          </ac:spMkLst>
        </pc:spChg>
        <pc:spChg chg="add mod">
          <ac:chgData name="Ashok Gopalakrishnan" userId="d8b748a0ad7c7b3a" providerId="LiveId" clId="{59FD0868-84F1-432F-883D-B36E85A19EB2}" dt="2026-06-27T06:21:46.852" v="861" actId="1076"/>
          <ac:spMkLst>
            <pc:docMk/>
            <pc:sldMk cId="2523079355" sldId="276"/>
            <ac:spMk id="8" creationId="{4005C66E-BFA2-0FC2-252C-05563BAB579D}"/>
          </ac:spMkLst>
        </pc:spChg>
        <pc:spChg chg="del">
          <ac:chgData name="Ashok Gopalakrishnan" userId="d8b748a0ad7c7b3a" providerId="LiveId" clId="{59FD0868-84F1-432F-883D-B36E85A19EB2}" dt="2026-06-27T06:14:27.050" v="808" actId="478"/>
          <ac:spMkLst>
            <pc:docMk/>
            <pc:sldMk cId="2523079355" sldId="276"/>
            <ac:spMk id="9" creationId="{AC10723E-FC26-E119-E050-C98BD5496FED}"/>
          </ac:spMkLst>
        </pc:spChg>
        <pc:spChg chg="del">
          <ac:chgData name="Ashok Gopalakrishnan" userId="d8b748a0ad7c7b3a" providerId="LiveId" clId="{59FD0868-84F1-432F-883D-B36E85A19EB2}" dt="2026-06-27T06:14:29.381" v="809" actId="478"/>
          <ac:spMkLst>
            <pc:docMk/>
            <pc:sldMk cId="2523079355" sldId="276"/>
            <ac:spMk id="11" creationId="{DE0D2B11-5223-B372-B694-5AA48C241906}"/>
          </ac:spMkLst>
        </pc:spChg>
        <pc:spChg chg="add mod">
          <ac:chgData name="Ashok Gopalakrishnan" userId="d8b748a0ad7c7b3a" providerId="LiveId" clId="{59FD0868-84F1-432F-883D-B36E85A19EB2}" dt="2026-06-27T06:21:53.711" v="863" actId="1076"/>
          <ac:spMkLst>
            <pc:docMk/>
            <pc:sldMk cId="2523079355" sldId="276"/>
            <ac:spMk id="12" creationId="{BDC75E15-653F-408F-7D3B-F109D6091B86}"/>
          </ac:spMkLst>
        </pc:spChg>
        <pc:spChg chg="add mod">
          <ac:chgData name="Ashok Gopalakrishnan" userId="d8b748a0ad7c7b3a" providerId="LiveId" clId="{59FD0868-84F1-432F-883D-B36E85A19EB2}" dt="2026-06-27T06:23:06.043" v="871" actId="1076"/>
          <ac:spMkLst>
            <pc:docMk/>
            <pc:sldMk cId="2523079355" sldId="276"/>
            <ac:spMk id="14" creationId="{4D77EB9F-4389-C97F-6C8E-749F5853FDFF}"/>
          </ac:spMkLst>
        </pc:spChg>
        <pc:spChg chg="add mod">
          <ac:chgData name="Ashok Gopalakrishnan" userId="d8b748a0ad7c7b3a" providerId="LiveId" clId="{59FD0868-84F1-432F-883D-B36E85A19EB2}" dt="2026-06-27T06:26:16.387" v="893" actId="14100"/>
          <ac:spMkLst>
            <pc:docMk/>
            <pc:sldMk cId="2523079355" sldId="276"/>
            <ac:spMk id="17" creationId="{F9D41F27-CF84-FE84-829F-7FA219EB8BCF}"/>
          </ac:spMkLst>
        </pc:spChg>
        <pc:graphicFrameChg chg="add mod modGraphic">
          <ac:chgData name="Ashok Gopalakrishnan" userId="d8b748a0ad7c7b3a" providerId="LiveId" clId="{59FD0868-84F1-432F-883D-B36E85A19EB2}" dt="2026-06-27T06:25:04.822" v="884" actId="14100"/>
          <ac:graphicFrameMkLst>
            <pc:docMk/>
            <pc:sldMk cId="2523079355" sldId="276"/>
            <ac:graphicFrameMk id="15" creationId="{461BAA51-B2C5-6C01-C0A6-6183B16003B4}"/>
          </ac:graphicFrameMkLst>
        </pc:graphicFrameChg>
        <pc:picChg chg="del">
          <ac:chgData name="Ashok Gopalakrishnan" userId="d8b748a0ad7c7b3a" providerId="LiveId" clId="{59FD0868-84F1-432F-883D-B36E85A19EB2}" dt="2026-06-27T06:14:24.314" v="807" actId="478"/>
          <ac:picMkLst>
            <pc:docMk/>
            <pc:sldMk cId="2523079355" sldId="276"/>
            <ac:picMk id="6" creationId="{C400A1E6-1618-D3E3-E55C-C1E60706A8E8}"/>
          </ac:picMkLst>
        </pc:picChg>
      </pc:sldChg>
      <pc:sldChg chg="addSp delSp modSp add mod">
        <pc:chgData name="Ashok Gopalakrishnan" userId="d8b748a0ad7c7b3a" providerId="LiveId" clId="{59FD0868-84F1-432F-883D-B36E85A19EB2}" dt="2026-06-27T06:43:53.075" v="915" actId="20577"/>
        <pc:sldMkLst>
          <pc:docMk/>
          <pc:sldMk cId="646037089" sldId="277"/>
        </pc:sldMkLst>
        <pc:spChg chg="add mod">
          <ac:chgData name="Ashok Gopalakrishnan" userId="d8b748a0ad7c7b3a" providerId="LiveId" clId="{59FD0868-84F1-432F-883D-B36E85A19EB2}" dt="2026-06-27T06:43:53.075" v="915" actId="20577"/>
          <ac:spMkLst>
            <pc:docMk/>
            <pc:sldMk cId="646037089" sldId="277"/>
            <ac:spMk id="3" creationId="{346FD546-2429-25E9-854B-E14A20C782BE}"/>
          </ac:spMkLst>
        </pc:spChg>
        <pc:spChg chg="del">
          <ac:chgData name="Ashok Gopalakrishnan" userId="d8b748a0ad7c7b3a" providerId="LiveId" clId="{59FD0868-84F1-432F-883D-B36E85A19EB2}" dt="2026-06-27T06:42:12.082" v="896" actId="478"/>
          <ac:spMkLst>
            <pc:docMk/>
            <pc:sldMk cId="646037089" sldId="277"/>
            <ac:spMk id="5" creationId="{2A4780AC-A8B9-95A0-20F4-F5CB8C16AFF7}"/>
          </ac:spMkLst>
        </pc:spChg>
        <pc:spChg chg="del">
          <ac:chgData name="Ashok Gopalakrishnan" userId="d8b748a0ad7c7b3a" providerId="LiveId" clId="{59FD0868-84F1-432F-883D-B36E85A19EB2}" dt="2026-06-27T06:42:10.073" v="895" actId="478"/>
          <ac:spMkLst>
            <pc:docMk/>
            <pc:sldMk cId="646037089" sldId="277"/>
            <ac:spMk id="8" creationId="{0CB80375-37EA-72C2-5A01-51164580AC11}"/>
          </ac:spMkLst>
        </pc:spChg>
        <pc:spChg chg="del">
          <ac:chgData name="Ashok Gopalakrishnan" userId="d8b748a0ad7c7b3a" providerId="LiveId" clId="{59FD0868-84F1-432F-883D-B36E85A19EB2}" dt="2026-06-27T06:42:14.348" v="897" actId="478"/>
          <ac:spMkLst>
            <pc:docMk/>
            <pc:sldMk cId="646037089" sldId="277"/>
            <ac:spMk id="12" creationId="{564058E4-B0A9-2252-10A4-39068A3D1D58}"/>
          </ac:spMkLst>
        </pc:spChg>
        <pc:spChg chg="del">
          <ac:chgData name="Ashok Gopalakrishnan" userId="d8b748a0ad7c7b3a" providerId="LiveId" clId="{59FD0868-84F1-432F-883D-B36E85A19EB2}" dt="2026-06-27T06:42:16.873" v="898" actId="478"/>
          <ac:spMkLst>
            <pc:docMk/>
            <pc:sldMk cId="646037089" sldId="277"/>
            <ac:spMk id="14" creationId="{E390E270-419C-A3E2-BF5C-CD59A204E339}"/>
          </ac:spMkLst>
        </pc:spChg>
        <pc:spChg chg="del">
          <ac:chgData name="Ashok Gopalakrishnan" userId="d8b748a0ad7c7b3a" providerId="LiveId" clId="{59FD0868-84F1-432F-883D-B36E85A19EB2}" dt="2026-06-27T06:42:21.277" v="900" actId="478"/>
          <ac:spMkLst>
            <pc:docMk/>
            <pc:sldMk cId="646037089" sldId="277"/>
            <ac:spMk id="17" creationId="{17BBC213-E9EC-C8B4-B95A-DF5DD450BAE9}"/>
          </ac:spMkLst>
        </pc:spChg>
        <pc:graphicFrameChg chg="del">
          <ac:chgData name="Ashok Gopalakrishnan" userId="d8b748a0ad7c7b3a" providerId="LiveId" clId="{59FD0868-84F1-432F-883D-B36E85A19EB2}" dt="2026-06-27T06:42:18.768" v="899" actId="478"/>
          <ac:graphicFrameMkLst>
            <pc:docMk/>
            <pc:sldMk cId="646037089" sldId="277"/>
            <ac:graphicFrameMk id="15" creationId="{8F0B61CA-45AF-9BCA-129F-D7DF5818C62E}"/>
          </ac:graphicFrameMkLst>
        </pc:graphicFrameChg>
      </pc:sldChg>
      <pc:sldChg chg="addSp delSp modSp add mod">
        <pc:chgData name="Ashok Gopalakrishnan" userId="d8b748a0ad7c7b3a" providerId="LiveId" clId="{59FD0868-84F1-432F-883D-B36E85A19EB2}" dt="2026-06-27T06:46:54.013" v="921" actId="1076"/>
        <pc:sldMkLst>
          <pc:docMk/>
          <pc:sldMk cId="1241840817" sldId="278"/>
        </pc:sldMkLst>
        <pc:spChg chg="del">
          <ac:chgData name="Ashok Gopalakrishnan" userId="d8b748a0ad7c7b3a" providerId="LiveId" clId="{59FD0868-84F1-432F-883D-B36E85A19EB2}" dt="2026-06-27T06:44:37.984" v="917" actId="478"/>
          <ac:spMkLst>
            <pc:docMk/>
            <pc:sldMk cId="1241840817" sldId="278"/>
            <ac:spMk id="3" creationId="{C5623085-7CED-32C0-377E-81016740BF20}"/>
          </ac:spMkLst>
        </pc:spChg>
        <pc:picChg chg="add mod">
          <ac:chgData name="Ashok Gopalakrishnan" userId="d8b748a0ad7c7b3a" providerId="LiveId" clId="{59FD0868-84F1-432F-883D-B36E85A19EB2}" dt="2026-06-27T06:46:54.013" v="921" actId="1076"/>
          <ac:picMkLst>
            <pc:docMk/>
            <pc:sldMk cId="1241840817" sldId="278"/>
            <ac:picMk id="5" creationId="{AA618D83-BDF0-50CE-388B-1F9B9C9862C9}"/>
          </ac:picMkLst>
        </pc:picChg>
      </pc:sldChg>
      <pc:sldChg chg="addSp delSp modSp add mod">
        <pc:chgData name="Ashok Gopalakrishnan" userId="d8b748a0ad7c7b3a" providerId="LiveId" clId="{59FD0868-84F1-432F-883D-B36E85A19EB2}" dt="2026-06-27T06:50:01.889" v="929" actId="14100"/>
        <pc:sldMkLst>
          <pc:docMk/>
          <pc:sldMk cId="229310485" sldId="279"/>
        </pc:sldMkLst>
        <pc:spChg chg="del">
          <ac:chgData name="Ashok Gopalakrishnan" userId="d8b748a0ad7c7b3a" providerId="LiveId" clId="{59FD0868-84F1-432F-883D-B36E85A19EB2}" dt="2026-06-27T06:49:45.008" v="926" actId="478"/>
          <ac:spMkLst>
            <pc:docMk/>
            <pc:sldMk cId="229310485" sldId="279"/>
            <ac:spMk id="4" creationId="{8787A789-2C6F-DCED-7971-386758AAC164}"/>
          </ac:spMkLst>
        </pc:spChg>
        <pc:picChg chg="add mod">
          <ac:chgData name="Ashok Gopalakrishnan" userId="d8b748a0ad7c7b3a" providerId="LiveId" clId="{59FD0868-84F1-432F-883D-B36E85A19EB2}" dt="2026-06-27T06:50:01.889" v="929" actId="14100"/>
          <ac:picMkLst>
            <pc:docMk/>
            <pc:sldMk cId="229310485" sldId="279"/>
            <ac:picMk id="3" creationId="{1818A4FE-02AB-7970-02BB-76EA1523A7C3}"/>
          </ac:picMkLst>
        </pc:picChg>
        <pc:picChg chg="del">
          <ac:chgData name="Ashok Gopalakrishnan" userId="d8b748a0ad7c7b3a" providerId="LiveId" clId="{59FD0868-84F1-432F-883D-B36E85A19EB2}" dt="2026-06-27T06:49:17.432" v="923" actId="478"/>
          <ac:picMkLst>
            <pc:docMk/>
            <pc:sldMk cId="229310485" sldId="279"/>
            <ac:picMk id="5" creationId="{7D0E3C70-8212-CD2D-5BD6-99DF110F2A0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00B773-BF3D-4DAA-8CC7-CE4ACF3F56E3}" type="datetimeFigureOut">
              <a:rPr lang="en-US" smtClean="0"/>
              <a:t>6/27/2026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AAA0C-66D3-45B8-BD6D-A30D476D089E}" type="slidenum">
              <a:rPr lang="en-US" smtClean="0"/>
              <a:t>‹#›</a:t>
            </a:fld>
            <a:endParaRPr lang="en-US"/>
          </a:p>
        </p:txBody>
      </p:sp>
    </p:spTree>
    <p:extLst>
      <p:ext uri="{BB962C8B-B14F-4D97-AF65-F5344CB8AC3E}">
        <p14:creationId xmlns:p14="http://schemas.microsoft.com/office/powerpoint/2010/main" val="3022082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AAA0C-66D3-45B8-BD6D-A30D476D089E}" type="slidenum">
              <a:rPr lang="en-US" smtClean="0"/>
              <a:t>7</a:t>
            </a:fld>
            <a:endParaRPr lang="en-US"/>
          </a:p>
        </p:txBody>
      </p:sp>
    </p:spTree>
    <p:extLst>
      <p:ext uri="{BB962C8B-B14F-4D97-AF65-F5344CB8AC3E}">
        <p14:creationId xmlns:p14="http://schemas.microsoft.com/office/powerpoint/2010/main" val="4147077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EB2A5-253A-D52D-507B-FB7989D52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48194-5973-2258-F98D-B2696FE01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21F08-79EF-FA4E-E2B0-584AAFF21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45A95F-85DB-646D-F122-4CD7F9F8FD61}"/>
              </a:ext>
            </a:extLst>
          </p:cNvPr>
          <p:cNvSpPr>
            <a:spLocks noGrp="1"/>
          </p:cNvSpPr>
          <p:nvPr>
            <p:ph type="sldNum" sz="quarter" idx="5"/>
          </p:nvPr>
        </p:nvSpPr>
        <p:spPr/>
        <p:txBody>
          <a:bodyPr/>
          <a:lstStyle/>
          <a:p>
            <a:fld id="{3C1AAA0C-66D3-45B8-BD6D-A30D476D089E}" type="slidenum">
              <a:rPr lang="en-US" smtClean="0"/>
              <a:t>8</a:t>
            </a:fld>
            <a:endParaRPr lang="en-US"/>
          </a:p>
        </p:txBody>
      </p:sp>
    </p:spTree>
    <p:extLst>
      <p:ext uri="{BB962C8B-B14F-4D97-AF65-F5344CB8AC3E}">
        <p14:creationId xmlns:p14="http://schemas.microsoft.com/office/powerpoint/2010/main" val="1975196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551F2-8FEC-59B6-D8DA-2A9DC2A1D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54642-C6D2-6907-DC85-4D7122EA8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BDF73-9C01-F52A-8A06-E450F9E9A6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47E3B3-ED60-C9F6-4938-06927B020695}"/>
              </a:ext>
            </a:extLst>
          </p:cNvPr>
          <p:cNvSpPr>
            <a:spLocks noGrp="1"/>
          </p:cNvSpPr>
          <p:nvPr>
            <p:ph type="sldNum" sz="quarter" idx="5"/>
          </p:nvPr>
        </p:nvSpPr>
        <p:spPr/>
        <p:txBody>
          <a:bodyPr/>
          <a:lstStyle/>
          <a:p>
            <a:fld id="{3C1AAA0C-66D3-45B8-BD6D-A30D476D089E}" type="slidenum">
              <a:rPr lang="en-US" smtClean="0"/>
              <a:t>9</a:t>
            </a:fld>
            <a:endParaRPr lang="en-US"/>
          </a:p>
        </p:txBody>
      </p:sp>
    </p:spTree>
    <p:extLst>
      <p:ext uri="{BB962C8B-B14F-4D97-AF65-F5344CB8AC3E}">
        <p14:creationId xmlns:p14="http://schemas.microsoft.com/office/powerpoint/2010/main" val="324429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D739B-CC2F-132E-A956-EA3B569C2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27B2B-E13C-FA7A-D491-69C532E3A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19B15-C4AE-2D47-C0ED-A655834CC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2930D-4BD4-C54E-5CF4-DE0EDDC4453D}"/>
              </a:ext>
            </a:extLst>
          </p:cNvPr>
          <p:cNvSpPr>
            <a:spLocks noGrp="1"/>
          </p:cNvSpPr>
          <p:nvPr>
            <p:ph type="sldNum" sz="quarter" idx="5"/>
          </p:nvPr>
        </p:nvSpPr>
        <p:spPr/>
        <p:txBody>
          <a:bodyPr/>
          <a:lstStyle/>
          <a:p>
            <a:fld id="{3C1AAA0C-66D3-45B8-BD6D-A30D476D089E}" type="slidenum">
              <a:rPr lang="en-US" smtClean="0"/>
              <a:t>10</a:t>
            </a:fld>
            <a:endParaRPr lang="en-US"/>
          </a:p>
        </p:txBody>
      </p:sp>
    </p:spTree>
    <p:extLst>
      <p:ext uri="{BB962C8B-B14F-4D97-AF65-F5344CB8AC3E}">
        <p14:creationId xmlns:p14="http://schemas.microsoft.com/office/powerpoint/2010/main" val="2787786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05F65-8EF0-13B4-EA92-8DAC13947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4324B-C958-DC89-188A-5C73DCA36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84871-D808-901E-3306-FA2B90C195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E9BC84-E8B9-5784-F7F3-E0FACFA1F4F9}"/>
              </a:ext>
            </a:extLst>
          </p:cNvPr>
          <p:cNvSpPr>
            <a:spLocks noGrp="1"/>
          </p:cNvSpPr>
          <p:nvPr>
            <p:ph type="sldNum" sz="quarter" idx="5"/>
          </p:nvPr>
        </p:nvSpPr>
        <p:spPr/>
        <p:txBody>
          <a:bodyPr/>
          <a:lstStyle/>
          <a:p>
            <a:fld id="{3C1AAA0C-66D3-45B8-BD6D-A30D476D089E}" type="slidenum">
              <a:rPr lang="en-US" smtClean="0"/>
              <a:t>11</a:t>
            </a:fld>
            <a:endParaRPr lang="en-US"/>
          </a:p>
        </p:txBody>
      </p:sp>
    </p:spTree>
    <p:extLst>
      <p:ext uri="{BB962C8B-B14F-4D97-AF65-F5344CB8AC3E}">
        <p14:creationId xmlns:p14="http://schemas.microsoft.com/office/powerpoint/2010/main" val="304993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2F14-EE51-2F45-9A79-AA7C5C555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5561D-81C0-FBC0-C715-1AEE29DE1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8F505-406E-A58C-6A5A-DB7F278A4B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19187E-BC9B-2FDD-9B29-38DA36E04DFA}"/>
              </a:ext>
            </a:extLst>
          </p:cNvPr>
          <p:cNvSpPr>
            <a:spLocks noGrp="1"/>
          </p:cNvSpPr>
          <p:nvPr>
            <p:ph type="sldNum" sz="quarter" idx="5"/>
          </p:nvPr>
        </p:nvSpPr>
        <p:spPr/>
        <p:txBody>
          <a:bodyPr/>
          <a:lstStyle/>
          <a:p>
            <a:fld id="{3C1AAA0C-66D3-45B8-BD6D-A30D476D089E}" type="slidenum">
              <a:rPr lang="en-US" smtClean="0"/>
              <a:t>12</a:t>
            </a:fld>
            <a:endParaRPr lang="en-US"/>
          </a:p>
        </p:txBody>
      </p:sp>
    </p:spTree>
    <p:extLst>
      <p:ext uri="{BB962C8B-B14F-4D97-AF65-F5344CB8AC3E}">
        <p14:creationId xmlns:p14="http://schemas.microsoft.com/office/powerpoint/2010/main" val="1820973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6ADFF-B710-F55F-6CFD-6E82CF13A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259BC-D1D5-F5EA-143C-B29BF800F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77CF4-5468-0AFF-8B8D-B0EE543030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99539-C8D8-A9FE-1BD3-7F6A77DE23FE}"/>
              </a:ext>
            </a:extLst>
          </p:cNvPr>
          <p:cNvSpPr>
            <a:spLocks noGrp="1"/>
          </p:cNvSpPr>
          <p:nvPr>
            <p:ph type="sldNum" sz="quarter" idx="5"/>
          </p:nvPr>
        </p:nvSpPr>
        <p:spPr/>
        <p:txBody>
          <a:bodyPr/>
          <a:lstStyle/>
          <a:p>
            <a:fld id="{3C1AAA0C-66D3-45B8-BD6D-A30D476D089E}" type="slidenum">
              <a:rPr lang="en-US" smtClean="0"/>
              <a:t>13</a:t>
            </a:fld>
            <a:endParaRPr lang="en-US"/>
          </a:p>
        </p:txBody>
      </p:sp>
    </p:spTree>
    <p:extLst>
      <p:ext uri="{BB962C8B-B14F-4D97-AF65-F5344CB8AC3E}">
        <p14:creationId xmlns:p14="http://schemas.microsoft.com/office/powerpoint/2010/main" val="2171599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FFD1-6820-7F88-2A81-F0A0A7412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EF65A-176C-11B6-D90B-E79244299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114A8-FB6D-B9A7-083F-9C507EB2A9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C0DC22-1173-0764-CDCB-96116FD24032}"/>
              </a:ext>
            </a:extLst>
          </p:cNvPr>
          <p:cNvSpPr>
            <a:spLocks noGrp="1"/>
          </p:cNvSpPr>
          <p:nvPr>
            <p:ph type="sldNum" sz="quarter" idx="5"/>
          </p:nvPr>
        </p:nvSpPr>
        <p:spPr/>
        <p:txBody>
          <a:bodyPr/>
          <a:lstStyle/>
          <a:p>
            <a:fld id="{3C1AAA0C-66D3-45B8-BD6D-A30D476D089E}" type="slidenum">
              <a:rPr lang="en-US" smtClean="0"/>
              <a:t>14</a:t>
            </a:fld>
            <a:endParaRPr lang="en-US"/>
          </a:p>
        </p:txBody>
      </p:sp>
    </p:spTree>
    <p:extLst>
      <p:ext uri="{BB962C8B-B14F-4D97-AF65-F5344CB8AC3E}">
        <p14:creationId xmlns:p14="http://schemas.microsoft.com/office/powerpoint/2010/main" val="575476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77F7-7E7E-B348-13F9-5B6A3CC13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42BAD-0AA8-BD32-CBDD-6B05A8D42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AE97B-8DD0-BB1C-45B8-5F242B706C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0BF16-B378-A893-499C-C20C3A3D9CD0}"/>
              </a:ext>
            </a:extLst>
          </p:cNvPr>
          <p:cNvSpPr>
            <a:spLocks noGrp="1"/>
          </p:cNvSpPr>
          <p:nvPr>
            <p:ph type="sldNum" sz="quarter" idx="5"/>
          </p:nvPr>
        </p:nvSpPr>
        <p:spPr/>
        <p:txBody>
          <a:bodyPr/>
          <a:lstStyle/>
          <a:p>
            <a:fld id="{3C1AAA0C-66D3-45B8-BD6D-A30D476D089E}" type="slidenum">
              <a:rPr lang="en-US" smtClean="0"/>
              <a:t>15</a:t>
            </a:fld>
            <a:endParaRPr lang="en-US"/>
          </a:p>
        </p:txBody>
      </p:sp>
    </p:spTree>
    <p:extLst>
      <p:ext uri="{BB962C8B-B14F-4D97-AF65-F5344CB8AC3E}">
        <p14:creationId xmlns:p14="http://schemas.microsoft.com/office/powerpoint/2010/main" val="3604444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C32CE-03A3-5B77-7027-20E050335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0BA7A-5762-E4E7-078A-69217A321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84A82-01EE-CF4C-A165-392E5C0D9B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59E600-D202-077C-8398-F5C8ACF2DB8F}"/>
              </a:ext>
            </a:extLst>
          </p:cNvPr>
          <p:cNvSpPr>
            <a:spLocks noGrp="1"/>
          </p:cNvSpPr>
          <p:nvPr>
            <p:ph type="sldNum" sz="quarter" idx="5"/>
          </p:nvPr>
        </p:nvSpPr>
        <p:spPr/>
        <p:txBody>
          <a:bodyPr/>
          <a:lstStyle/>
          <a:p>
            <a:fld id="{3C1AAA0C-66D3-45B8-BD6D-A30D476D089E}" type="slidenum">
              <a:rPr lang="en-US" smtClean="0"/>
              <a:t>16</a:t>
            </a:fld>
            <a:endParaRPr lang="en-US"/>
          </a:p>
        </p:txBody>
      </p:sp>
    </p:spTree>
    <p:extLst>
      <p:ext uri="{BB962C8B-B14F-4D97-AF65-F5344CB8AC3E}">
        <p14:creationId xmlns:p14="http://schemas.microsoft.com/office/powerpoint/2010/main" val="2511333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DD449-6F76-F9AD-D6F2-968C2D50D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6B107-A464-9269-1690-56AD7AAC7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EFD1E-E568-E250-4839-8F1942925A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94706-4A0E-A1D1-FF1C-B14DBCB3179D}"/>
              </a:ext>
            </a:extLst>
          </p:cNvPr>
          <p:cNvSpPr>
            <a:spLocks noGrp="1"/>
          </p:cNvSpPr>
          <p:nvPr>
            <p:ph type="sldNum" sz="quarter" idx="5"/>
          </p:nvPr>
        </p:nvSpPr>
        <p:spPr/>
        <p:txBody>
          <a:bodyPr/>
          <a:lstStyle/>
          <a:p>
            <a:fld id="{3C1AAA0C-66D3-45B8-BD6D-A30D476D089E}" type="slidenum">
              <a:rPr lang="en-US" smtClean="0"/>
              <a:t>17</a:t>
            </a:fld>
            <a:endParaRPr lang="en-US"/>
          </a:p>
        </p:txBody>
      </p:sp>
    </p:spTree>
    <p:extLst>
      <p:ext uri="{BB962C8B-B14F-4D97-AF65-F5344CB8AC3E}">
        <p14:creationId xmlns:p14="http://schemas.microsoft.com/office/powerpoint/2010/main" val="4141047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F0D2-D067-81CB-5177-0DF1D1A09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AEE04-CFD1-580F-59FD-F592A39A4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3DF97-0101-6B61-BEF5-1E5C7489E8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0A9773-5563-522D-1330-FE4AD05F9A1A}"/>
              </a:ext>
            </a:extLst>
          </p:cNvPr>
          <p:cNvSpPr>
            <a:spLocks noGrp="1"/>
          </p:cNvSpPr>
          <p:nvPr>
            <p:ph type="sldNum" sz="quarter" idx="5"/>
          </p:nvPr>
        </p:nvSpPr>
        <p:spPr/>
        <p:txBody>
          <a:bodyPr/>
          <a:lstStyle/>
          <a:p>
            <a:fld id="{3C1AAA0C-66D3-45B8-BD6D-A30D476D089E}" type="slidenum">
              <a:rPr lang="en-US" smtClean="0"/>
              <a:t>18</a:t>
            </a:fld>
            <a:endParaRPr lang="en-US"/>
          </a:p>
        </p:txBody>
      </p:sp>
    </p:spTree>
    <p:extLst>
      <p:ext uri="{BB962C8B-B14F-4D97-AF65-F5344CB8AC3E}">
        <p14:creationId xmlns:p14="http://schemas.microsoft.com/office/powerpoint/2010/main" val="2994098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9004-8C07-C768-E7B4-EFBC0EEFD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A8E3-12D8-CD86-4E63-85C29DB67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4C52A-F5B4-C501-66A9-504F136C9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22F1EC-FC3E-EC69-3D16-43BC4D8A1581}"/>
              </a:ext>
            </a:extLst>
          </p:cNvPr>
          <p:cNvSpPr>
            <a:spLocks noGrp="1"/>
          </p:cNvSpPr>
          <p:nvPr>
            <p:ph type="sldNum" sz="quarter" idx="5"/>
          </p:nvPr>
        </p:nvSpPr>
        <p:spPr/>
        <p:txBody>
          <a:bodyPr/>
          <a:lstStyle/>
          <a:p>
            <a:fld id="{3C1AAA0C-66D3-45B8-BD6D-A30D476D089E}" type="slidenum">
              <a:rPr lang="en-US" smtClean="0"/>
              <a:t>19</a:t>
            </a:fld>
            <a:endParaRPr lang="en-US"/>
          </a:p>
        </p:txBody>
      </p:sp>
    </p:spTree>
    <p:extLst>
      <p:ext uri="{BB962C8B-B14F-4D97-AF65-F5344CB8AC3E}">
        <p14:creationId xmlns:p14="http://schemas.microsoft.com/office/powerpoint/2010/main" val="2045918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4F81-0C81-6BD2-6348-15EA075AD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DF83E-36CB-0E4B-5163-757855FBD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20F9D-AC70-1A91-15C9-10B70D077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AB524-4E47-653C-255A-1C80ADCF6699}"/>
              </a:ext>
            </a:extLst>
          </p:cNvPr>
          <p:cNvSpPr>
            <a:spLocks noGrp="1"/>
          </p:cNvSpPr>
          <p:nvPr>
            <p:ph type="sldNum" sz="quarter" idx="5"/>
          </p:nvPr>
        </p:nvSpPr>
        <p:spPr/>
        <p:txBody>
          <a:bodyPr/>
          <a:lstStyle/>
          <a:p>
            <a:fld id="{3C1AAA0C-66D3-45B8-BD6D-A30D476D089E}" type="slidenum">
              <a:rPr lang="en-US" smtClean="0"/>
              <a:t>20</a:t>
            </a:fld>
            <a:endParaRPr lang="en-US"/>
          </a:p>
        </p:txBody>
      </p:sp>
    </p:spTree>
    <p:extLst>
      <p:ext uri="{BB962C8B-B14F-4D97-AF65-F5344CB8AC3E}">
        <p14:creationId xmlns:p14="http://schemas.microsoft.com/office/powerpoint/2010/main" val="731881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DA9F-D41F-323A-6E5D-DDA7A0E2D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C3F00-E51E-15E6-1B0C-C7BA58025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09239-383D-A82C-46F5-B4562F946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3E1433-EEBF-DACF-DF7A-8E3780173F31}"/>
              </a:ext>
            </a:extLst>
          </p:cNvPr>
          <p:cNvSpPr>
            <a:spLocks noGrp="1"/>
          </p:cNvSpPr>
          <p:nvPr>
            <p:ph type="sldNum" sz="quarter" idx="5"/>
          </p:nvPr>
        </p:nvSpPr>
        <p:spPr/>
        <p:txBody>
          <a:bodyPr/>
          <a:lstStyle/>
          <a:p>
            <a:fld id="{3C1AAA0C-66D3-45B8-BD6D-A30D476D089E}" type="slidenum">
              <a:rPr lang="en-US" smtClean="0"/>
              <a:t>21</a:t>
            </a:fld>
            <a:endParaRPr lang="en-US"/>
          </a:p>
        </p:txBody>
      </p:sp>
    </p:spTree>
    <p:extLst>
      <p:ext uri="{BB962C8B-B14F-4D97-AF65-F5344CB8AC3E}">
        <p14:creationId xmlns:p14="http://schemas.microsoft.com/office/powerpoint/2010/main" val="2923794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0884D-E4ED-BC76-E216-06E068A44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91D06-AB52-2FA6-7BD9-352C1E4804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6DDB2-BE75-64D4-7BBF-EF8C8E859F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ECA824-32C6-1DA2-4E6E-7A11EEDEAB9E}"/>
              </a:ext>
            </a:extLst>
          </p:cNvPr>
          <p:cNvSpPr>
            <a:spLocks noGrp="1"/>
          </p:cNvSpPr>
          <p:nvPr>
            <p:ph type="sldNum" sz="quarter" idx="5"/>
          </p:nvPr>
        </p:nvSpPr>
        <p:spPr/>
        <p:txBody>
          <a:bodyPr/>
          <a:lstStyle/>
          <a:p>
            <a:fld id="{3C1AAA0C-66D3-45B8-BD6D-A30D476D089E}" type="slidenum">
              <a:rPr lang="en-US" smtClean="0"/>
              <a:t>22</a:t>
            </a:fld>
            <a:endParaRPr lang="en-US"/>
          </a:p>
        </p:txBody>
      </p:sp>
    </p:spTree>
    <p:extLst>
      <p:ext uri="{BB962C8B-B14F-4D97-AF65-F5344CB8AC3E}">
        <p14:creationId xmlns:p14="http://schemas.microsoft.com/office/powerpoint/2010/main" val="2585072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391B-5248-23C2-A574-B34302BE5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000CA-BCD7-69A1-570E-3D589EEEC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5E1C8-C547-56CB-051F-199CEB4BD0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1877D6-5ACA-7855-6C14-91AB7E0C6C9E}"/>
              </a:ext>
            </a:extLst>
          </p:cNvPr>
          <p:cNvSpPr>
            <a:spLocks noGrp="1"/>
          </p:cNvSpPr>
          <p:nvPr>
            <p:ph type="sldNum" sz="quarter" idx="5"/>
          </p:nvPr>
        </p:nvSpPr>
        <p:spPr/>
        <p:txBody>
          <a:bodyPr/>
          <a:lstStyle/>
          <a:p>
            <a:fld id="{3C1AAA0C-66D3-45B8-BD6D-A30D476D089E}" type="slidenum">
              <a:rPr lang="en-US" smtClean="0"/>
              <a:t>23</a:t>
            </a:fld>
            <a:endParaRPr lang="en-US"/>
          </a:p>
        </p:txBody>
      </p:sp>
    </p:spTree>
    <p:extLst>
      <p:ext uri="{BB962C8B-B14F-4D97-AF65-F5344CB8AC3E}">
        <p14:creationId xmlns:p14="http://schemas.microsoft.com/office/powerpoint/2010/main" val="2044714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03A99-3A5E-0BC2-94B4-8F829D02A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96797-4843-B3A6-8BEF-1FA37CA03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E40EE-1460-921F-DDA7-731F436BE4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73DA03-DC67-09C2-AAC3-BF192AD421FA}"/>
              </a:ext>
            </a:extLst>
          </p:cNvPr>
          <p:cNvSpPr>
            <a:spLocks noGrp="1"/>
          </p:cNvSpPr>
          <p:nvPr>
            <p:ph type="sldNum" sz="quarter" idx="5"/>
          </p:nvPr>
        </p:nvSpPr>
        <p:spPr/>
        <p:txBody>
          <a:bodyPr/>
          <a:lstStyle/>
          <a:p>
            <a:fld id="{3C1AAA0C-66D3-45B8-BD6D-A30D476D089E}" type="slidenum">
              <a:rPr lang="en-US" smtClean="0"/>
              <a:t>24</a:t>
            </a:fld>
            <a:endParaRPr lang="en-US"/>
          </a:p>
        </p:txBody>
      </p:sp>
    </p:spTree>
    <p:extLst>
      <p:ext uri="{BB962C8B-B14F-4D97-AF65-F5344CB8AC3E}">
        <p14:creationId xmlns:p14="http://schemas.microsoft.com/office/powerpoint/2010/main" val="1050884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DCA52-B4EE-0CF0-382A-48BEB86AD9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4A501C-E3DA-CD50-05A5-9C917255C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0261FC-EE15-5363-508E-DB21FDF739DF}"/>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FD9EE9F9-3DFB-39EF-5E48-7C374E9573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F8F9A-7400-AEE5-EDE5-CF989A43DFAC}"/>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1746402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BF77-8C7A-E3C9-8D57-5343360812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F97A80-7E5E-F3A3-214E-5B6DED486D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38EB4-F740-4E7E-4793-D8B4F79C24B5}"/>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09FAE4AA-1377-FB87-8AD9-480AD2F14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54084-0019-6088-8CD8-8CB3C94EEF21}"/>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57614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EC55-058E-580E-81AB-5FC0292A2B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FA4B33-2799-B14E-3737-7B8C40A515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482574-5BD3-87FF-5D21-93CD19AA0B14}"/>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03382890-C136-9550-E76F-197CEFB2B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83F2B5-5083-0BAA-2D86-9429A1F5A374}"/>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2578977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7F26-F6F2-FBFF-FECD-CB26E33F0B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CFF305-8F7D-5C37-5E7B-802CDC733A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5A96E3-DE7B-C527-4DF8-74C18AB114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95F0EC-6DC4-E433-4A49-CE097368C5CF}"/>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6" name="Footer Placeholder 5">
            <a:extLst>
              <a:ext uri="{FF2B5EF4-FFF2-40B4-BE49-F238E27FC236}">
                <a16:creationId xmlns:a16="http://schemas.microsoft.com/office/drawing/2014/main" id="{53B7F74E-797B-F435-0D09-730217847E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FCA5FB-73FB-065F-3A02-6ADE67BC40C0}"/>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3695871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AC42D-3482-24D1-0BBF-BA60F4E679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425230-982A-2817-39AF-1E363C267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6E93C2-3CC9-3D35-B13F-E5DA1AC2E2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5C2DFF-02F0-5020-35EF-5CBF2CDFA1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4FD793-7E62-31F7-63FC-E6E13F102E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740B5C-6D58-7A59-B9AD-D8B68B13B757}"/>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8" name="Footer Placeholder 7">
            <a:extLst>
              <a:ext uri="{FF2B5EF4-FFF2-40B4-BE49-F238E27FC236}">
                <a16:creationId xmlns:a16="http://schemas.microsoft.com/office/drawing/2014/main" id="{2AA051B5-79D6-1FFF-1808-C4A7C69340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4F7BE0-FA97-4202-D6BF-F15F4DB7CDD2}"/>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928459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0ACA6-0B45-4F42-C328-A5EC976995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F18285-DD9B-7693-5075-90873647CE19}"/>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4" name="Footer Placeholder 3">
            <a:extLst>
              <a:ext uri="{FF2B5EF4-FFF2-40B4-BE49-F238E27FC236}">
                <a16:creationId xmlns:a16="http://schemas.microsoft.com/office/drawing/2014/main" id="{BEFE6AE9-454E-C182-9CFB-33FCF7B706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C9529D-D455-52CC-D06E-02044CA9397F}"/>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322937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18F608-B4B0-A6E4-9329-DBCB1EA6D213}"/>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3" name="Footer Placeholder 2">
            <a:extLst>
              <a:ext uri="{FF2B5EF4-FFF2-40B4-BE49-F238E27FC236}">
                <a16:creationId xmlns:a16="http://schemas.microsoft.com/office/drawing/2014/main" id="{B3D160A7-0B4A-94FC-9A4C-1FF7D425AD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57B639-7BE1-A799-90EC-A7060BBFBFFE}"/>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3751498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5E70F-89E1-2DA2-6D86-E40554FD34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5D8216-C6CA-D30C-8CC1-1D012FA31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8E1F0D-0874-FA24-D0BE-E97C216F8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847085-1B95-5A27-C9B1-1C80650BEAC7}"/>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6" name="Footer Placeholder 5">
            <a:extLst>
              <a:ext uri="{FF2B5EF4-FFF2-40B4-BE49-F238E27FC236}">
                <a16:creationId xmlns:a16="http://schemas.microsoft.com/office/drawing/2014/main" id="{89EC339B-01CD-20D2-2ADB-9F0897DAC8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2D9BD3-E75C-3C98-CA3B-36181F15975E}"/>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1286645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AD1B4-9463-3190-397F-3D7DC0531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AC8068-9496-4829-1B20-F218DEC9B3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239BD8-5FBC-59D6-1210-3D4F689415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55BB7-BD30-3CDE-644A-93F95B8DE7BD}"/>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6" name="Footer Placeholder 5">
            <a:extLst>
              <a:ext uri="{FF2B5EF4-FFF2-40B4-BE49-F238E27FC236}">
                <a16:creationId xmlns:a16="http://schemas.microsoft.com/office/drawing/2014/main" id="{48ACC6BA-A2DE-9001-08F5-C1F0BB9A2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BE7CC-4A8F-B300-54DF-2AB5B17C09B4}"/>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399918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CD96-D274-E517-BA88-66CA26940C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6E855E-52CD-5756-AFEC-A5FF0F4275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87AB7-2AEB-0DC0-12B1-4830CCFD203F}"/>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197C8591-C02B-37D1-CC90-F8024D3FFF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3D764-108C-5364-CA6E-390B73A1B437}"/>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3171127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05B2B-0E15-E2C0-9214-316A77E070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8E26C7-95CF-0488-E67A-5162027912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8069C-C8CD-148F-AE5B-9D85F54044A5}"/>
              </a:ext>
            </a:extLst>
          </p:cNvPr>
          <p:cNvSpPr>
            <a:spLocks noGrp="1"/>
          </p:cNvSpPr>
          <p:nvPr>
            <p:ph type="dt" sz="half" idx="10"/>
          </p:nvPr>
        </p:nvSpPr>
        <p:spPr/>
        <p:txBody>
          <a:body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444DE325-9BA0-2DBB-56AF-04D3B5F11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23CF1-F47D-928C-7F39-115EF00400E9}"/>
              </a:ext>
            </a:extLst>
          </p:cNvPr>
          <p:cNvSpPr>
            <a:spLocks noGrp="1"/>
          </p:cNvSpPr>
          <p:nvPr>
            <p:ph type="sldNum" sz="quarter" idx="12"/>
          </p:nvPr>
        </p:nvSpPr>
        <p:spPr/>
        <p:txBody>
          <a:bodyPr/>
          <a:lstStyle/>
          <a:p>
            <a:fld id="{E4B1BB28-CD1B-43EA-B6E1-FCF48FFA6172}" type="slidenum">
              <a:rPr lang="en-US" smtClean="0"/>
              <a:t>‹#›</a:t>
            </a:fld>
            <a:endParaRPr lang="en-US"/>
          </a:p>
        </p:txBody>
      </p:sp>
    </p:spTree>
    <p:extLst>
      <p:ext uri="{BB962C8B-B14F-4D97-AF65-F5344CB8AC3E}">
        <p14:creationId xmlns:p14="http://schemas.microsoft.com/office/powerpoint/2010/main" val="2947055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EEB4B3-5D8D-15DB-DB6F-C4F8A85CF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F28422-6BF7-8331-B580-838C8DF86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C0AF3-48D5-2D55-98E6-83F229CA06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FE287B-B7C1-4858-A52D-A116DA84B5E7}" type="datetimeFigureOut">
              <a:rPr lang="en-US" smtClean="0"/>
              <a:t>6/27/2026</a:t>
            </a:fld>
            <a:endParaRPr lang="en-US"/>
          </a:p>
        </p:txBody>
      </p:sp>
      <p:sp>
        <p:nvSpPr>
          <p:cNvPr id="5" name="Footer Placeholder 4">
            <a:extLst>
              <a:ext uri="{FF2B5EF4-FFF2-40B4-BE49-F238E27FC236}">
                <a16:creationId xmlns:a16="http://schemas.microsoft.com/office/drawing/2014/main" id="{A57E4A8C-E306-4A4A-5BD0-E6212D2602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695509-FC07-BF66-8AF2-34CCBCCFE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B1BB28-CD1B-43EA-B6E1-FCF48FFA6172}" type="slidenum">
              <a:rPr lang="en-US" smtClean="0"/>
              <a:t>‹#›</a:t>
            </a:fld>
            <a:endParaRPr lang="en-US"/>
          </a:p>
        </p:txBody>
      </p:sp>
    </p:spTree>
    <p:extLst>
      <p:ext uri="{BB962C8B-B14F-4D97-AF65-F5344CB8AC3E}">
        <p14:creationId xmlns:p14="http://schemas.microsoft.com/office/powerpoint/2010/main" val="2232768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7A6EC6-8CEE-03B0-427A-4B4F5B6169F5}"/>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6" name="Picture 5">
            <a:extLst>
              <a:ext uri="{FF2B5EF4-FFF2-40B4-BE49-F238E27FC236}">
                <a16:creationId xmlns:a16="http://schemas.microsoft.com/office/drawing/2014/main" id="{6CCC56B2-4C9F-C284-70D2-4458107EC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24576"/>
            <a:ext cx="8477642" cy="5651761"/>
          </a:xfrm>
          <a:prstGeom prst="rect">
            <a:avLst/>
          </a:prstGeom>
        </p:spPr>
      </p:pic>
      <p:sp>
        <p:nvSpPr>
          <p:cNvPr id="7" name="TextBox 6">
            <a:extLst>
              <a:ext uri="{FF2B5EF4-FFF2-40B4-BE49-F238E27FC236}">
                <a16:creationId xmlns:a16="http://schemas.microsoft.com/office/drawing/2014/main" id="{7DB007D8-E0B9-0B0E-6BC1-E99952257FCD}"/>
              </a:ext>
            </a:extLst>
          </p:cNvPr>
          <p:cNvSpPr txBox="1"/>
          <p:nvPr/>
        </p:nvSpPr>
        <p:spPr>
          <a:xfrm>
            <a:off x="8616255" y="2967335"/>
            <a:ext cx="3489289" cy="923330"/>
          </a:xfrm>
          <a:prstGeom prst="rect">
            <a:avLst/>
          </a:prstGeom>
          <a:noFill/>
        </p:spPr>
        <p:txBody>
          <a:bodyPr wrap="none" rtlCol="0">
            <a:spAutoFit/>
          </a:bodyPr>
          <a:lstStyle/>
          <a:p>
            <a:pPr algn="ctr"/>
            <a:r>
              <a:rPr lang="en-US" dirty="0">
                <a:latin typeface="Arial Black" panose="020B0A04020102020204" pitchFamily="34" charset="0"/>
              </a:rPr>
              <a:t>Dr Ashok Gopalakrishnan</a:t>
            </a:r>
          </a:p>
          <a:p>
            <a:pPr algn="ctr"/>
            <a:r>
              <a:rPr lang="en-US" dirty="0">
                <a:latin typeface="Arial Black" panose="020B0A04020102020204" pitchFamily="34" charset="0"/>
              </a:rPr>
              <a:t>SCIENTIST &amp; PROFESSOR</a:t>
            </a:r>
          </a:p>
          <a:p>
            <a:endParaRPr lang="en-US" dirty="0">
              <a:latin typeface="Arial Black" panose="020B0A04020102020204" pitchFamily="34" charset="0"/>
            </a:endParaRPr>
          </a:p>
        </p:txBody>
      </p:sp>
    </p:spTree>
    <p:extLst>
      <p:ext uri="{BB962C8B-B14F-4D97-AF65-F5344CB8AC3E}">
        <p14:creationId xmlns:p14="http://schemas.microsoft.com/office/powerpoint/2010/main" val="168321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79211-41BD-FD2E-A54F-26DB0DB200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D8814A-9FF4-5619-1E39-9E86A7D8D169}"/>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BD5854D9-288D-8706-3DE6-9CA62777A79F}"/>
              </a:ext>
            </a:extLst>
          </p:cNvPr>
          <p:cNvSpPr txBox="1"/>
          <p:nvPr/>
        </p:nvSpPr>
        <p:spPr>
          <a:xfrm>
            <a:off x="816077" y="843482"/>
            <a:ext cx="10294374" cy="1077218"/>
          </a:xfrm>
          <a:prstGeom prst="rect">
            <a:avLst/>
          </a:prstGeom>
          <a:noFill/>
        </p:spPr>
        <p:txBody>
          <a:bodyPr wrap="square">
            <a:spAutoFit/>
          </a:bodyPr>
          <a:lstStyle/>
          <a:p>
            <a:pPr algn="just"/>
            <a:r>
              <a:rPr lang="en-US" sz="1600" b="0" i="0" dirty="0">
                <a:solidFill>
                  <a:srgbClr val="0E101A"/>
                </a:solidFill>
                <a:effectLst/>
                <a:latin typeface="Arial Black" panose="020B0A04020102020204" pitchFamily="34" charset="0"/>
              </a:rPr>
              <a:t>Teaching a toddler to identify fruits is a lot like how the perceptron learning algorithm works. You start simple: if a fruit is red, it’s an apple. But if it’s green, you’ll need to refine their understanding by adding another rule: check if the fruit is round. The toddler will learn to combine these observations and identify fruits accurately.</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598A1069-1AEC-5F83-3CFA-F10358161759}"/>
              </a:ext>
            </a:extLst>
          </p:cNvPr>
          <p:cNvSpPr txBox="1"/>
          <p:nvPr/>
        </p:nvSpPr>
        <p:spPr>
          <a:xfrm>
            <a:off x="816077" y="2006232"/>
            <a:ext cx="10225548" cy="830997"/>
          </a:xfrm>
          <a:prstGeom prst="rect">
            <a:avLst/>
          </a:prstGeom>
          <a:noFill/>
        </p:spPr>
        <p:txBody>
          <a:bodyPr wrap="square">
            <a:spAutoFit/>
          </a:bodyPr>
          <a:lstStyle/>
          <a:p>
            <a:pPr algn="just"/>
            <a:r>
              <a:rPr lang="en-US" sz="1600" b="0" i="0" dirty="0">
                <a:solidFill>
                  <a:srgbClr val="000000"/>
                </a:solidFill>
                <a:effectLst/>
                <a:latin typeface="Arial Black" panose="020B0A04020102020204" pitchFamily="34" charset="0"/>
              </a:rPr>
              <a:t>This process lays the groundwork for how computers “learn” and enables the development of more advanced systems like neural networks, which are central to </a:t>
            </a:r>
            <a:r>
              <a:rPr lang="en-US" sz="1600" b="0" i="0" u="sng" dirty="0">
                <a:solidFill>
                  <a:srgbClr val="1155CC"/>
                </a:solidFill>
                <a:effectLst/>
                <a:latin typeface="Arial Black" panose="020B0A04020102020204" pitchFamily="34" charset="0"/>
              </a:rPr>
              <a:t>AI and Machine Learning</a:t>
            </a:r>
            <a:r>
              <a:rPr lang="en-US" sz="1600" b="0" i="0" dirty="0">
                <a:solidFill>
                  <a:srgbClr val="000000"/>
                </a:solidFill>
                <a:effectLst/>
                <a:latin typeface="Arial Black" panose="020B0A04020102020204" pitchFamily="34" charset="0"/>
              </a:rPr>
              <a:t>.</a:t>
            </a:r>
            <a:endParaRPr lang="en-US" sz="1600" dirty="0">
              <a:latin typeface="Arial Black" panose="020B0A04020102020204" pitchFamily="34" charset="0"/>
            </a:endParaRPr>
          </a:p>
        </p:txBody>
      </p:sp>
      <p:sp>
        <p:nvSpPr>
          <p:cNvPr id="10" name="TextBox 9">
            <a:extLst>
              <a:ext uri="{FF2B5EF4-FFF2-40B4-BE49-F238E27FC236}">
                <a16:creationId xmlns:a16="http://schemas.microsoft.com/office/drawing/2014/main" id="{32565AA8-4242-3BF3-233C-CD55D497784C}"/>
              </a:ext>
            </a:extLst>
          </p:cNvPr>
          <p:cNvSpPr txBox="1"/>
          <p:nvPr/>
        </p:nvSpPr>
        <p:spPr>
          <a:xfrm>
            <a:off x="816077" y="2922761"/>
            <a:ext cx="10225548" cy="1569660"/>
          </a:xfrm>
          <a:prstGeom prst="rect">
            <a:avLst/>
          </a:prstGeom>
          <a:noFill/>
        </p:spPr>
        <p:txBody>
          <a:bodyPr wrap="square">
            <a:spAutoFit/>
          </a:bodyPr>
          <a:lstStyle/>
          <a:p>
            <a:pPr algn="just"/>
            <a:r>
              <a:rPr lang="en-US" sz="1600" b="0" i="0" dirty="0">
                <a:solidFill>
                  <a:srgbClr val="0E101A"/>
                </a:solidFill>
                <a:effectLst/>
                <a:latin typeface="Arial Black" panose="020B0A04020102020204" pitchFamily="34" charset="0"/>
              </a:rPr>
              <a:t>Learning the perceptron algorithm equips you with essential machine-learning skills, making you proficient in problem-solving and innovation. It opens doors to high-demand career opportunities in </a:t>
            </a:r>
            <a:r>
              <a:rPr lang="en-US" sz="1600" b="0" i="0" u="sng" dirty="0">
                <a:solidFill>
                  <a:srgbClr val="1155CC"/>
                </a:solidFill>
                <a:effectLst/>
                <a:latin typeface="Arial Black" panose="020B0A04020102020204" pitchFamily="34" charset="0"/>
              </a:rPr>
              <a:t>Artificial Intelligence</a:t>
            </a:r>
            <a:r>
              <a:rPr lang="en-US" sz="1600" b="0" i="0" dirty="0">
                <a:solidFill>
                  <a:srgbClr val="0E101A"/>
                </a:solidFill>
                <a:effectLst/>
                <a:latin typeface="Arial Black" panose="020B0A04020102020204" pitchFamily="34" charset="0"/>
              </a:rPr>
              <a:t>, data science, and beyond, giving you a competitive edge in the fast-growing tech industry. Dive in!</a:t>
            </a:r>
          </a:p>
          <a:p>
            <a:pPr algn="just"/>
            <a:endParaRPr lang="en-US" sz="1600" dirty="0">
              <a:solidFill>
                <a:srgbClr val="0E101A"/>
              </a:solidFill>
              <a:latin typeface="Arial Black" panose="020B0A04020102020204" pitchFamily="34" charset="0"/>
            </a:endParaRPr>
          </a:p>
          <a:p>
            <a:pPr algn="just"/>
            <a:endParaRPr lang="en-US" sz="1600" dirty="0">
              <a:latin typeface="Arial Black" panose="020B0A04020102020204" pitchFamily="34" charset="0"/>
            </a:endParaRPr>
          </a:p>
        </p:txBody>
      </p:sp>
      <p:sp>
        <p:nvSpPr>
          <p:cNvPr id="12" name="TextBox 11">
            <a:extLst>
              <a:ext uri="{FF2B5EF4-FFF2-40B4-BE49-F238E27FC236}">
                <a16:creationId xmlns:a16="http://schemas.microsoft.com/office/drawing/2014/main" id="{934E0245-485C-A83F-1890-510DE86F7750}"/>
              </a:ext>
            </a:extLst>
          </p:cNvPr>
          <p:cNvSpPr txBox="1"/>
          <p:nvPr/>
        </p:nvSpPr>
        <p:spPr>
          <a:xfrm>
            <a:off x="816077" y="4102177"/>
            <a:ext cx="10107562" cy="1300549"/>
          </a:xfrm>
          <a:prstGeom prst="rect">
            <a:avLst/>
          </a:prstGeom>
          <a:noFill/>
        </p:spPr>
        <p:txBody>
          <a:bodyPr wrap="square">
            <a:spAutoFit/>
          </a:bodyPr>
          <a:lstStyle/>
          <a:p>
            <a:pPr algn="just">
              <a:lnSpc>
                <a:spcPts val="2400"/>
              </a:lnSpc>
              <a:spcAft>
                <a:spcPts val="1800"/>
              </a:spcAft>
              <a:buNone/>
            </a:pPr>
            <a:r>
              <a:rPr lang="en-US" sz="1600" b="0" i="0" dirty="0">
                <a:solidFill>
                  <a:srgbClr val="0E101A"/>
                </a:solidFill>
                <a:effectLst/>
                <a:latin typeface="Arial Black" panose="020B0A04020102020204" pitchFamily="34" charset="0"/>
              </a:rPr>
              <a:t>In a binary classification task, the </a:t>
            </a:r>
            <a:r>
              <a:rPr lang="en-US" sz="1600" b="0" i="0" dirty="0">
                <a:solidFill>
                  <a:srgbClr val="000000"/>
                </a:solidFill>
                <a:effectLst/>
                <a:latin typeface="Arial Black" panose="020B0A04020102020204" pitchFamily="34" charset="0"/>
              </a:rPr>
              <a:t>perceptron algorithm</a:t>
            </a:r>
            <a:r>
              <a:rPr lang="en-US" sz="1600" b="0" i="0" dirty="0">
                <a:solidFill>
                  <a:srgbClr val="0E101A"/>
                </a:solidFill>
                <a:effectLst/>
                <a:latin typeface="Arial Black" panose="020B0A04020102020204" pitchFamily="34" charset="0"/>
              </a:rPr>
              <a:t> receives input data and uses a set of rules to determine which category an input belongs to. The algorithm continually tweaks its internal settings (called weights) during training to minimize errors and improve accuracy.</a:t>
            </a:r>
            <a:endParaRPr lang="en-US" sz="1600" b="0" i="0" dirty="0">
              <a:solidFill>
                <a:srgbClr val="333333"/>
              </a:solidFill>
              <a:effectLst/>
              <a:latin typeface="Arial Black" panose="020B0A04020102020204" pitchFamily="34" charset="0"/>
            </a:endParaRPr>
          </a:p>
        </p:txBody>
      </p:sp>
    </p:spTree>
    <p:extLst>
      <p:ext uri="{BB962C8B-B14F-4D97-AF65-F5344CB8AC3E}">
        <p14:creationId xmlns:p14="http://schemas.microsoft.com/office/powerpoint/2010/main" val="1038268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E99F2-BF24-117B-43E5-C5F9E212C32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7104FF-0021-F0BE-C86D-4732FA795638}"/>
              </a:ext>
            </a:extLst>
          </p:cNvPr>
          <p:cNvSpPr txBox="1"/>
          <p:nvPr/>
        </p:nvSpPr>
        <p:spPr>
          <a:xfrm>
            <a:off x="2123053" y="226144"/>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5" name="Picture 4">
            <a:extLst>
              <a:ext uri="{FF2B5EF4-FFF2-40B4-BE49-F238E27FC236}">
                <a16:creationId xmlns:a16="http://schemas.microsoft.com/office/drawing/2014/main" id="{A9693D97-BD7E-14AF-07EB-4EFCE7BC0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23548"/>
            <a:ext cx="12192000" cy="5934452"/>
          </a:xfrm>
          <a:prstGeom prst="rect">
            <a:avLst/>
          </a:prstGeom>
        </p:spPr>
      </p:pic>
    </p:spTree>
    <p:extLst>
      <p:ext uri="{BB962C8B-B14F-4D97-AF65-F5344CB8AC3E}">
        <p14:creationId xmlns:p14="http://schemas.microsoft.com/office/powerpoint/2010/main" val="997150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E3277-9BBF-C34E-6B28-56CB3C78E7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F54E4F-5DEC-F0F7-25C4-993A1E6607E7}"/>
              </a:ext>
            </a:extLst>
          </p:cNvPr>
          <p:cNvSpPr txBox="1"/>
          <p:nvPr/>
        </p:nvSpPr>
        <p:spPr>
          <a:xfrm>
            <a:off x="2123053" y="226144"/>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28185288-A354-E611-DC78-247B6BFD648D}"/>
              </a:ext>
            </a:extLst>
          </p:cNvPr>
          <p:cNvSpPr txBox="1"/>
          <p:nvPr/>
        </p:nvSpPr>
        <p:spPr>
          <a:xfrm>
            <a:off x="904568" y="980661"/>
            <a:ext cx="10540181" cy="2916376"/>
          </a:xfrm>
          <a:prstGeom prst="rect">
            <a:avLst/>
          </a:prstGeom>
          <a:noFill/>
        </p:spPr>
        <p:txBody>
          <a:bodyPr wrap="square">
            <a:spAutoFit/>
          </a:bodyPr>
          <a:lstStyle/>
          <a:p>
            <a:pPr algn="l">
              <a:lnSpc>
                <a:spcPts val="2400"/>
              </a:lnSpc>
              <a:spcAft>
                <a:spcPts val="1800"/>
              </a:spcAft>
              <a:buNone/>
            </a:pPr>
            <a:r>
              <a:rPr lang="en-US" sz="1600" b="1" i="0" dirty="0">
                <a:solidFill>
                  <a:srgbClr val="0E101A"/>
                </a:solidFill>
                <a:effectLst/>
                <a:latin typeface="Arial Black" panose="020B0A04020102020204" pitchFamily="34" charset="0"/>
              </a:rPr>
              <a:t>1. </a:t>
            </a:r>
            <a:r>
              <a:rPr lang="en-US" sz="1600" b="1" i="0" dirty="0">
                <a:solidFill>
                  <a:srgbClr val="FF0000"/>
                </a:solidFill>
                <a:effectLst/>
                <a:latin typeface="Arial Black" panose="020B0A04020102020204" pitchFamily="34" charset="0"/>
              </a:rPr>
              <a:t>Input: </a:t>
            </a:r>
            <a:r>
              <a:rPr lang="en-US" sz="1600" b="0" i="0" dirty="0">
                <a:solidFill>
                  <a:srgbClr val="0E101A"/>
                </a:solidFill>
                <a:effectLst/>
                <a:latin typeface="Arial Black" panose="020B0A04020102020204" pitchFamily="34" charset="0"/>
              </a:rPr>
              <a:t>Represents the features of the data, like the color and size of a fruit.</a:t>
            </a:r>
            <a:endParaRPr lang="en-US" sz="1600" b="0" i="0" dirty="0">
              <a:solidFill>
                <a:srgbClr val="333333"/>
              </a:solidFill>
              <a:effectLst/>
              <a:latin typeface="Arial Black" panose="020B0A04020102020204" pitchFamily="34" charset="0"/>
            </a:endParaRPr>
          </a:p>
          <a:p>
            <a:pPr algn="l">
              <a:lnSpc>
                <a:spcPts val="2400"/>
              </a:lnSpc>
              <a:spcAft>
                <a:spcPts val="1800"/>
              </a:spcAft>
              <a:buNone/>
            </a:pPr>
            <a:r>
              <a:rPr lang="en-US" sz="1600" b="1" i="0" dirty="0">
                <a:solidFill>
                  <a:srgbClr val="0E101A"/>
                </a:solidFill>
                <a:effectLst/>
                <a:latin typeface="Arial Black" panose="020B0A04020102020204" pitchFamily="34" charset="0"/>
              </a:rPr>
              <a:t>2. </a:t>
            </a:r>
            <a:r>
              <a:rPr lang="en-US" sz="1600" b="1" i="0" dirty="0">
                <a:solidFill>
                  <a:srgbClr val="FF0000"/>
                </a:solidFill>
                <a:effectLst/>
                <a:latin typeface="Arial Black" panose="020B0A04020102020204" pitchFamily="34" charset="0"/>
              </a:rPr>
              <a:t>Weights: </a:t>
            </a:r>
            <a:r>
              <a:rPr lang="en-US" sz="1600" b="0" i="0" dirty="0">
                <a:solidFill>
                  <a:srgbClr val="0E101A"/>
                </a:solidFill>
                <a:effectLst/>
                <a:latin typeface="Arial Black" panose="020B0A04020102020204" pitchFamily="34" charset="0"/>
              </a:rPr>
              <a:t>Each input feature has an associated weight, which determines its importance in making a decision. For example, if color is a more crucial factor, its weight will be higher.</a:t>
            </a:r>
            <a:endParaRPr lang="en-US" sz="1600" b="0" i="0" dirty="0">
              <a:solidFill>
                <a:srgbClr val="333333"/>
              </a:solidFill>
              <a:effectLst/>
              <a:latin typeface="Arial Black" panose="020B0A04020102020204" pitchFamily="34" charset="0"/>
            </a:endParaRPr>
          </a:p>
          <a:p>
            <a:pPr algn="l">
              <a:lnSpc>
                <a:spcPts val="2400"/>
              </a:lnSpc>
              <a:spcAft>
                <a:spcPts val="1800"/>
              </a:spcAft>
              <a:buNone/>
            </a:pPr>
            <a:r>
              <a:rPr lang="en-US" sz="1600" b="1" i="0" dirty="0">
                <a:solidFill>
                  <a:srgbClr val="0E101A"/>
                </a:solidFill>
                <a:effectLst/>
                <a:latin typeface="Arial Black" panose="020B0A04020102020204" pitchFamily="34" charset="0"/>
              </a:rPr>
              <a:t>3. </a:t>
            </a:r>
            <a:r>
              <a:rPr lang="en-US" sz="1600" b="1" i="0" dirty="0">
                <a:solidFill>
                  <a:srgbClr val="FF0000"/>
                </a:solidFill>
                <a:effectLst/>
                <a:latin typeface="Arial Black" panose="020B0A04020102020204" pitchFamily="34" charset="0"/>
              </a:rPr>
              <a:t>Bias: </a:t>
            </a:r>
            <a:r>
              <a:rPr lang="en-US" sz="1600" b="0" i="0" dirty="0">
                <a:solidFill>
                  <a:srgbClr val="0E101A"/>
                </a:solidFill>
                <a:effectLst/>
                <a:latin typeface="Arial Black" panose="020B0A04020102020204" pitchFamily="34" charset="0"/>
              </a:rPr>
              <a:t>An extra parameter is added to adjust the output along with the weighted inputs, ensuring the perceptron can make more flexible decisions.</a:t>
            </a:r>
            <a:endParaRPr lang="en-US" sz="1600" b="0" i="0" dirty="0">
              <a:solidFill>
                <a:srgbClr val="333333"/>
              </a:solidFill>
              <a:effectLst/>
              <a:latin typeface="Arial Black" panose="020B0A04020102020204" pitchFamily="34" charset="0"/>
            </a:endParaRPr>
          </a:p>
          <a:p>
            <a:pPr algn="l">
              <a:lnSpc>
                <a:spcPts val="2400"/>
              </a:lnSpc>
              <a:spcAft>
                <a:spcPts val="1800"/>
              </a:spcAft>
              <a:buNone/>
            </a:pPr>
            <a:r>
              <a:rPr lang="en-US" sz="1600" b="1" i="0" dirty="0">
                <a:solidFill>
                  <a:srgbClr val="0E101A"/>
                </a:solidFill>
                <a:effectLst/>
                <a:latin typeface="Arial Black" panose="020B0A04020102020204" pitchFamily="34" charset="0"/>
              </a:rPr>
              <a:t>4. </a:t>
            </a:r>
            <a:r>
              <a:rPr lang="en-US" sz="1600" b="1" i="0" dirty="0">
                <a:solidFill>
                  <a:srgbClr val="FF0000"/>
                </a:solidFill>
                <a:effectLst/>
                <a:latin typeface="Arial Black" panose="020B0A04020102020204" pitchFamily="34" charset="0"/>
              </a:rPr>
              <a:t>Activation Function: </a:t>
            </a:r>
            <a:r>
              <a:rPr lang="en-US" sz="1600" b="0" i="0" dirty="0">
                <a:solidFill>
                  <a:srgbClr val="0E101A"/>
                </a:solidFill>
                <a:effectLst/>
                <a:latin typeface="Arial Black" panose="020B0A04020102020204" pitchFamily="34" charset="0"/>
              </a:rPr>
              <a:t>In a perceptron, activation functions determine whether the neuron "fires" based on the weighted sum of inputs. </a:t>
            </a:r>
            <a:endParaRPr lang="en-US" sz="1600" b="0" i="0" dirty="0">
              <a:solidFill>
                <a:srgbClr val="333333"/>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4BEB8D43-AD18-C893-DBA3-F03237740655}"/>
              </a:ext>
            </a:extLst>
          </p:cNvPr>
          <p:cNvSpPr txBox="1"/>
          <p:nvPr/>
        </p:nvSpPr>
        <p:spPr>
          <a:xfrm>
            <a:off x="904568" y="4079142"/>
            <a:ext cx="10441858" cy="1077218"/>
          </a:xfrm>
          <a:prstGeom prst="rect">
            <a:avLst/>
          </a:prstGeom>
          <a:noFill/>
        </p:spPr>
        <p:txBody>
          <a:bodyPr wrap="square">
            <a:spAutoFit/>
          </a:bodyPr>
          <a:lstStyle/>
          <a:p>
            <a:pPr algn="just"/>
            <a:r>
              <a:rPr lang="en-US" sz="1600" b="0" i="0" dirty="0">
                <a:solidFill>
                  <a:srgbClr val="0E101A"/>
                </a:solidFill>
                <a:effectLst/>
                <a:latin typeface="Arial Black" panose="020B0A04020102020204" pitchFamily="34" charset="0"/>
              </a:rPr>
              <a:t>Perceptron models come in different types, each designed to handle varying levels of problem complexity. These range from simple single-layer structures to more advanced multi-layer models that can tackle intricate tasks. Here's a closer look at these models and their capabilities.</a:t>
            </a:r>
            <a:endParaRPr lang="en-US" sz="1600" dirty="0">
              <a:latin typeface="Arial Black" panose="020B0A04020102020204" pitchFamily="34" charset="0"/>
            </a:endParaRPr>
          </a:p>
        </p:txBody>
      </p:sp>
    </p:spTree>
    <p:extLst>
      <p:ext uri="{BB962C8B-B14F-4D97-AF65-F5344CB8AC3E}">
        <p14:creationId xmlns:p14="http://schemas.microsoft.com/office/powerpoint/2010/main" val="397454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3AD6-7E7E-61FE-E4D7-A182E87642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188FED-3A8F-CFA2-CAAD-D09650FA3656}"/>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65F151DA-A4C6-BD8E-CDFE-382658DCABDD}"/>
              </a:ext>
            </a:extLst>
          </p:cNvPr>
          <p:cNvSpPr txBox="1"/>
          <p:nvPr/>
        </p:nvSpPr>
        <p:spPr>
          <a:xfrm>
            <a:off x="373627" y="1020462"/>
            <a:ext cx="11179276" cy="1200329"/>
          </a:xfrm>
          <a:prstGeom prst="rect">
            <a:avLst/>
          </a:prstGeom>
          <a:noFill/>
        </p:spPr>
        <p:txBody>
          <a:bodyPr wrap="square">
            <a:spAutoFit/>
          </a:bodyPr>
          <a:lstStyle/>
          <a:p>
            <a:pPr algn="just"/>
            <a:r>
              <a:rPr lang="en-US" b="0" i="0" dirty="0">
                <a:effectLst/>
                <a:latin typeface="Arial Black" panose="020B0A04020102020204" pitchFamily="34" charset="0"/>
              </a:rPr>
              <a:t>A </a:t>
            </a:r>
            <a:r>
              <a:rPr lang="en-US" b="1" i="0" dirty="0">
                <a:solidFill>
                  <a:srgbClr val="FF0000"/>
                </a:solidFill>
                <a:effectLst/>
                <a:latin typeface="Arial Black" panose="020B0A04020102020204" pitchFamily="34" charset="0"/>
              </a:rPr>
              <a:t>Perceptron</a:t>
            </a:r>
            <a:r>
              <a:rPr lang="en-US" b="0" i="0" dirty="0">
                <a:effectLst/>
                <a:latin typeface="Arial Black" panose="020B0A04020102020204" pitchFamily="34" charset="0"/>
              </a:rPr>
              <a:t> is the simplest form of an artificial neural network, introduced by </a:t>
            </a:r>
            <a:r>
              <a:rPr lang="en-US" b="1" i="0" dirty="0">
                <a:effectLst/>
                <a:latin typeface="Arial Black" panose="020B0A04020102020204" pitchFamily="34" charset="0"/>
              </a:rPr>
              <a:t>Frank Rosenblatt</a:t>
            </a:r>
            <a:r>
              <a:rPr lang="en-US" b="0" i="0" dirty="0">
                <a:effectLst/>
                <a:latin typeface="Arial Black" panose="020B0A04020102020204" pitchFamily="34" charset="0"/>
              </a:rPr>
              <a:t> in 1957. It is primarily used for </a:t>
            </a:r>
            <a:r>
              <a:rPr lang="en-US" b="1" i="0" dirty="0">
                <a:effectLst/>
                <a:latin typeface="Arial Black" panose="020B0A04020102020204" pitchFamily="34" charset="0"/>
              </a:rPr>
              <a:t>binary classification</a:t>
            </a:r>
            <a:r>
              <a:rPr lang="en-US" b="0" i="0" dirty="0">
                <a:effectLst/>
                <a:latin typeface="Arial Black" panose="020B0A04020102020204" pitchFamily="34" charset="0"/>
              </a:rPr>
              <a:t> and serves as the foundational building block for more complex deep learning architectures like </a:t>
            </a:r>
            <a:r>
              <a:rPr lang="en-US" b="1" i="0" dirty="0">
                <a:solidFill>
                  <a:srgbClr val="FF0000"/>
                </a:solidFill>
                <a:effectLst/>
                <a:latin typeface="Arial Black" panose="020B0A04020102020204" pitchFamily="34" charset="0"/>
              </a:rPr>
              <a:t>Multi-Layer </a:t>
            </a:r>
            <a:r>
              <a:rPr lang="en-US" b="1" i="0" dirty="0" err="1">
                <a:solidFill>
                  <a:srgbClr val="FF0000"/>
                </a:solidFill>
                <a:effectLst/>
                <a:latin typeface="Arial Black" panose="020B0A04020102020204" pitchFamily="34" charset="0"/>
              </a:rPr>
              <a:t>Perceptrons</a:t>
            </a:r>
            <a:r>
              <a:rPr lang="en-US" b="1" i="0" dirty="0">
                <a:solidFill>
                  <a:srgbClr val="FF0000"/>
                </a:solidFill>
                <a:effectLst/>
                <a:latin typeface="Arial Black" panose="020B0A04020102020204" pitchFamily="34" charset="0"/>
              </a:rPr>
              <a:t> (MLPs)</a:t>
            </a:r>
            <a:r>
              <a:rPr lang="en-US" b="0" i="0" dirty="0">
                <a:solidFill>
                  <a:srgbClr val="FF0000"/>
                </a:solidFill>
                <a:effectLst/>
                <a:latin typeface="Arial Black" panose="020B0A04020102020204" pitchFamily="34" charset="0"/>
              </a:rPr>
              <a:t>.</a:t>
            </a:r>
            <a:endParaRPr lang="en-US" dirty="0">
              <a:solidFill>
                <a:srgbClr val="FF0000"/>
              </a:solidFill>
              <a:latin typeface="Arial Black" panose="020B0A04020102020204" pitchFamily="34" charset="0"/>
            </a:endParaRPr>
          </a:p>
        </p:txBody>
      </p:sp>
      <p:sp>
        <p:nvSpPr>
          <p:cNvPr id="8" name="TextBox 7">
            <a:extLst>
              <a:ext uri="{FF2B5EF4-FFF2-40B4-BE49-F238E27FC236}">
                <a16:creationId xmlns:a16="http://schemas.microsoft.com/office/drawing/2014/main" id="{7D8177A2-49A8-261E-1CBF-10C342FD160C}"/>
              </a:ext>
            </a:extLst>
          </p:cNvPr>
          <p:cNvSpPr txBox="1"/>
          <p:nvPr/>
        </p:nvSpPr>
        <p:spPr>
          <a:xfrm>
            <a:off x="373627" y="2505670"/>
            <a:ext cx="11179276" cy="923330"/>
          </a:xfrm>
          <a:prstGeom prst="rect">
            <a:avLst/>
          </a:prstGeom>
          <a:noFill/>
        </p:spPr>
        <p:txBody>
          <a:bodyPr wrap="square">
            <a:spAutoFit/>
          </a:bodyPr>
          <a:lstStyle/>
          <a:p>
            <a:pPr algn="just"/>
            <a:r>
              <a:rPr lang="en-US" dirty="0">
                <a:solidFill>
                  <a:srgbClr val="0070C0"/>
                </a:solidFill>
                <a:latin typeface="Arial Black" panose="020B0A04020102020204" pitchFamily="34" charset="0"/>
              </a:rPr>
              <a:t>Think of a perceptron as a </a:t>
            </a:r>
            <a:r>
              <a:rPr lang="en-US" b="1" dirty="0">
                <a:solidFill>
                  <a:srgbClr val="0070C0"/>
                </a:solidFill>
                <a:latin typeface="Arial Black" panose="020B0A04020102020204" pitchFamily="34" charset="0"/>
              </a:rPr>
              <a:t>tiny decision‑maker</a:t>
            </a:r>
            <a:r>
              <a:rPr lang="en-US" dirty="0">
                <a:solidFill>
                  <a:srgbClr val="0070C0"/>
                </a:solidFill>
                <a:latin typeface="Arial Black" panose="020B0A04020102020204" pitchFamily="34" charset="0"/>
              </a:rPr>
              <a:t>. It looks at several inputs (like test scores, age, or height), gives each one a bit of importance (called a </a:t>
            </a:r>
            <a:r>
              <a:rPr lang="en-US" i="1" dirty="0">
                <a:solidFill>
                  <a:srgbClr val="0070C0"/>
                </a:solidFill>
                <a:latin typeface="Arial Black" panose="020B0A04020102020204" pitchFamily="34" charset="0"/>
              </a:rPr>
              <a:t>weight</a:t>
            </a:r>
            <a:r>
              <a:rPr lang="en-US" dirty="0">
                <a:solidFill>
                  <a:srgbClr val="0070C0"/>
                </a:solidFill>
                <a:latin typeface="Arial Black" panose="020B0A04020102020204" pitchFamily="34" charset="0"/>
              </a:rPr>
              <a:t>), adds them up, and then decides </a:t>
            </a:r>
            <a:r>
              <a:rPr lang="en-US" b="1" dirty="0">
                <a:solidFill>
                  <a:srgbClr val="0070C0"/>
                </a:solidFill>
                <a:latin typeface="Arial Black" panose="020B0A04020102020204" pitchFamily="34" charset="0"/>
              </a:rPr>
              <a:t>“yes” or “no.”</a:t>
            </a:r>
            <a:endParaRPr lang="en-US" dirty="0">
              <a:solidFill>
                <a:srgbClr val="0070C0"/>
              </a:solidFill>
              <a:latin typeface="Arial Black" panose="020B0A04020102020204" pitchFamily="34" charset="0"/>
            </a:endParaRPr>
          </a:p>
        </p:txBody>
      </p:sp>
      <p:sp>
        <p:nvSpPr>
          <p:cNvPr id="10" name="TextBox 9">
            <a:extLst>
              <a:ext uri="{FF2B5EF4-FFF2-40B4-BE49-F238E27FC236}">
                <a16:creationId xmlns:a16="http://schemas.microsoft.com/office/drawing/2014/main" id="{4683394B-AA1C-4F7B-F78B-BB47D21B262F}"/>
              </a:ext>
            </a:extLst>
          </p:cNvPr>
          <p:cNvSpPr txBox="1"/>
          <p:nvPr/>
        </p:nvSpPr>
        <p:spPr>
          <a:xfrm>
            <a:off x="373627" y="3587530"/>
            <a:ext cx="11071121" cy="1200329"/>
          </a:xfrm>
          <a:prstGeom prst="rect">
            <a:avLst/>
          </a:prstGeom>
          <a:noFill/>
        </p:spPr>
        <p:txBody>
          <a:bodyPr wrap="square">
            <a:spAutoFit/>
          </a:bodyPr>
          <a:lstStyle/>
          <a:p>
            <a:pPr algn="just"/>
            <a:r>
              <a:rPr lang="en-US" dirty="0">
                <a:latin typeface="Arial Black" panose="020B0A04020102020204" pitchFamily="34" charset="0"/>
              </a:rPr>
              <a:t>(Imagine a teacher deciding if a student passes — checking attendance, homework, and exam marks. Each factor has a different importance. The teacher combines them and says </a:t>
            </a:r>
            <a:r>
              <a:rPr lang="en-US" i="1" dirty="0">
                <a:latin typeface="Arial Black" panose="020B0A04020102020204" pitchFamily="34" charset="0"/>
              </a:rPr>
              <a:t>“Pass”</a:t>
            </a:r>
            <a:r>
              <a:rPr lang="en-US" dirty="0">
                <a:latin typeface="Arial Black" panose="020B0A04020102020204" pitchFamily="34" charset="0"/>
              </a:rPr>
              <a:t> or </a:t>
            </a:r>
            <a:r>
              <a:rPr lang="en-US" i="1" dirty="0">
                <a:latin typeface="Arial Black" panose="020B0A04020102020204" pitchFamily="34" charset="0"/>
              </a:rPr>
              <a:t>“Fail.”</a:t>
            </a:r>
            <a:r>
              <a:rPr lang="en-US" dirty="0">
                <a:latin typeface="Arial Black" panose="020B0A04020102020204" pitchFamily="34" charset="0"/>
              </a:rPr>
              <a:t> That’s exactly what a perceptron does — only with math instead of intuition)</a:t>
            </a:r>
            <a:endParaRPr lang="en-US" dirty="0"/>
          </a:p>
        </p:txBody>
      </p:sp>
      <p:sp>
        <p:nvSpPr>
          <p:cNvPr id="12" name="TextBox 11">
            <a:extLst>
              <a:ext uri="{FF2B5EF4-FFF2-40B4-BE49-F238E27FC236}">
                <a16:creationId xmlns:a16="http://schemas.microsoft.com/office/drawing/2014/main" id="{B9260EA9-4438-5B08-230E-08BDDC4974CC}"/>
              </a:ext>
            </a:extLst>
          </p:cNvPr>
          <p:cNvSpPr txBox="1"/>
          <p:nvPr/>
        </p:nvSpPr>
        <p:spPr>
          <a:xfrm>
            <a:off x="373626" y="5060759"/>
            <a:ext cx="10982631" cy="1185581"/>
          </a:xfrm>
          <a:prstGeom prst="rect">
            <a:avLst/>
          </a:prstGeom>
          <a:noFill/>
        </p:spPr>
        <p:txBody>
          <a:bodyPr wrap="square">
            <a:spAutoFit/>
          </a:bodyPr>
          <a:lstStyle/>
          <a:p>
            <a:pPr algn="ctr">
              <a:lnSpc>
                <a:spcPts val="1650"/>
              </a:lnSpc>
              <a:buNone/>
            </a:pPr>
            <a:r>
              <a:rPr lang="en-US" sz="2000" b="1" i="0" dirty="0">
                <a:solidFill>
                  <a:srgbClr val="FF0000"/>
                </a:solidFill>
                <a:effectLst/>
                <a:latin typeface="Arial Black" panose="020B0A04020102020204" pitchFamily="34" charset="0"/>
              </a:rPr>
              <a:t>Applications</a:t>
            </a:r>
          </a:p>
          <a:p>
            <a:pPr algn="l">
              <a:lnSpc>
                <a:spcPts val="1650"/>
              </a:lnSpc>
              <a:buNone/>
            </a:pPr>
            <a:endParaRPr lang="en-US" b="0" i="0" dirty="0">
              <a:solidFill>
                <a:srgbClr val="444444"/>
              </a:solidFill>
              <a:effectLst/>
              <a:latin typeface="Arial Black" panose="020B0A04020102020204" pitchFamily="34" charset="0"/>
            </a:endParaRPr>
          </a:p>
          <a:p>
            <a:pPr marL="285750" indent="-285750" algn="l">
              <a:lnSpc>
                <a:spcPts val="1650"/>
              </a:lnSpc>
              <a:buFont typeface="Arial" panose="020B0604020202020204" pitchFamily="34" charset="0"/>
              <a:buChar char="•"/>
            </a:pPr>
            <a:r>
              <a:rPr lang="en-US" b="0" i="0" dirty="0">
                <a:effectLst/>
                <a:latin typeface="Arial Black" panose="020B0A04020102020204" pitchFamily="34" charset="0"/>
              </a:rPr>
              <a:t>Simple binary classification (spam detection, quality checks)</a:t>
            </a:r>
          </a:p>
          <a:p>
            <a:pPr marL="285750" indent="-285750" algn="l">
              <a:lnSpc>
                <a:spcPts val="1650"/>
              </a:lnSpc>
              <a:buFont typeface="Arial" panose="020B0604020202020204" pitchFamily="34" charset="0"/>
              <a:buChar char="•"/>
            </a:pPr>
            <a:r>
              <a:rPr lang="en-US" b="0" i="0" dirty="0">
                <a:effectLst/>
                <a:latin typeface="Arial Black" panose="020B0A04020102020204" pitchFamily="34" charset="0"/>
              </a:rPr>
              <a:t>Logic gate modeling (AND, OR, NAND)</a:t>
            </a:r>
          </a:p>
          <a:p>
            <a:pPr marL="285750" indent="-285750" algn="l">
              <a:lnSpc>
                <a:spcPts val="1650"/>
              </a:lnSpc>
              <a:buFont typeface="Arial" panose="020B0604020202020204" pitchFamily="34" charset="0"/>
              <a:buChar char="•"/>
            </a:pPr>
            <a:r>
              <a:rPr lang="en-US" b="0" i="0" dirty="0">
                <a:effectLst/>
                <a:latin typeface="Arial Black" panose="020B0A04020102020204" pitchFamily="34" charset="0"/>
              </a:rPr>
              <a:t>Educational tool for neural network fundamentals</a:t>
            </a:r>
          </a:p>
        </p:txBody>
      </p:sp>
    </p:spTree>
    <p:extLst>
      <p:ext uri="{BB962C8B-B14F-4D97-AF65-F5344CB8AC3E}">
        <p14:creationId xmlns:p14="http://schemas.microsoft.com/office/powerpoint/2010/main" val="3237526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F5408-EBC3-8E36-C495-0F28FB1A76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180B9E-4C25-656A-F8B2-31A8946E8AC3}"/>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5" name="TextBox 4">
            <a:extLst>
              <a:ext uri="{FF2B5EF4-FFF2-40B4-BE49-F238E27FC236}">
                <a16:creationId xmlns:a16="http://schemas.microsoft.com/office/drawing/2014/main" id="{F40CAA2C-1AA3-4863-E9A5-262194E8FE72}"/>
              </a:ext>
            </a:extLst>
          </p:cNvPr>
          <p:cNvSpPr txBox="1"/>
          <p:nvPr/>
        </p:nvSpPr>
        <p:spPr>
          <a:xfrm>
            <a:off x="521640" y="809404"/>
            <a:ext cx="11148720" cy="5755422"/>
          </a:xfrm>
          <a:prstGeom prst="rect">
            <a:avLst/>
          </a:prstGeom>
          <a:noFill/>
        </p:spPr>
        <p:txBody>
          <a:bodyPr wrap="square">
            <a:spAutoFit/>
          </a:bodyPr>
          <a:lstStyle/>
          <a:p>
            <a:r>
              <a:rPr lang="en-US" sz="1600" dirty="0"/>
              <a:t>import </a:t>
            </a:r>
            <a:r>
              <a:rPr lang="en-US" sz="1600" dirty="0" err="1"/>
              <a:t>numpy</a:t>
            </a:r>
            <a:r>
              <a:rPr lang="en-US" sz="1600" dirty="0"/>
              <a:t> as np</a:t>
            </a:r>
          </a:p>
          <a:p>
            <a:r>
              <a:rPr lang="en-US" sz="1600" dirty="0"/>
              <a:t>class Perceptron:</a:t>
            </a:r>
          </a:p>
          <a:p>
            <a:r>
              <a:rPr lang="en-US" sz="1600" dirty="0"/>
              <a:t>   def __</a:t>
            </a:r>
            <a:r>
              <a:rPr lang="en-US" sz="1600" dirty="0" err="1"/>
              <a:t>init</a:t>
            </a:r>
            <a:r>
              <a:rPr lang="en-US" sz="1600" dirty="0"/>
              <a:t>__(self, </a:t>
            </a:r>
            <a:r>
              <a:rPr lang="en-US" sz="1600" dirty="0" err="1"/>
              <a:t>lr</a:t>
            </a:r>
            <a:r>
              <a:rPr lang="en-US" sz="1600" dirty="0"/>
              <a:t>=0.1, epochs=20):</a:t>
            </a:r>
          </a:p>
          <a:p>
            <a:r>
              <a:rPr lang="en-US" sz="1600" dirty="0"/>
              <a:t>       self.lr = </a:t>
            </a:r>
            <a:r>
              <a:rPr lang="en-US" sz="1600" dirty="0" err="1"/>
              <a:t>lr</a:t>
            </a:r>
            <a:endParaRPr lang="en-US" sz="1600" dirty="0"/>
          </a:p>
          <a:p>
            <a:r>
              <a:rPr lang="en-US" sz="1600" dirty="0"/>
              <a:t>       </a:t>
            </a:r>
            <a:r>
              <a:rPr lang="en-US" sz="1600" dirty="0" err="1"/>
              <a:t>self.epochs</a:t>
            </a:r>
            <a:r>
              <a:rPr lang="en-US" sz="1600" dirty="0"/>
              <a:t> = epochs</a:t>
            </a:r>
          </a:p>
          <a:p>
            <a:r>
              <a:rPr lang="en-US" sz="1600" dirty="0"/>
              <a:t>   def fit(self, X, y):</a:t>
            </a:r>
          </a:p>
          <a:p>
            <a:r>
              <a:rPr lang="en-US" sz="1600" dirty="0"/>
              <a:t>       </a:t>
            </a:r>
            <a:r>
              <a:rPr lang="en-US" sz="1600" dirty="0" err="1"/>
              <a:t>self.weights</a:t>
            </a:r>
            <a:r>
              <a:rPr lang="en-US" sz="1600" dirty="0"/>
              <a:t> = </a:t>
            </a:r>
            <a:r>
              <a:rPr lang="en-US" sz="1600" dirty="0" err="1"/>
              <a:t>np.zeros</a:t>
            </a:r>
            <a:r>
              <a:rPr lang="en-US" sz="1600" dirty="0"/>
              <a:t>(</a:t>
            </a:r>
            <a:r>
              <a:rPr lang="en-US" sz="1600" dirty="0" err="1"/>
              <a:t>X.shape</a:t>
            </a:r>
            <a:r>
              <a:rPr lang="en-US" sz="1600" dirty="0"/>
              <a:t>[1])</a:t>
            </a:r>
          </a:p>
          <a:p>
            <a:r>
              <a:rPr lang="en-US" sz="1600" dirty="0"/>
              <a:t>       </a:t>
            </a:r>
            <a:r>
              <a:rPr lang="en-US" sz="1600" dirty="0" err="1"/>
              <a:t>self.bias</a:t>
            </a:r>
            <a:r>
              <a:rPr lang="en-US" sz="1600" dirty="0"/>
              <a:t> = 0</a:t>
            </a:r>
          </a:p>
          <a:p>
            <a:r>
              <a:rPr lang="en-US" sz="1600" dirty="0"/>
              <a:t>       for _ in range(</a:t>
            </a:r>
            <a:r>
              <a:rPr lang="en-US" sz="1600" dirty="0" err="1"/>
              <a:t>self.epochs</a:t>
            </a:r>
            <a:r>
              <a:rPr lang="en-US" sz="1600" dirty="0"/>
              <a:t>):</a:t>
            </a:r>
          </a:p>
          <a:p>
            <a:r>
              <a:rPr lang="en-US" sz="1600" dirty="0"/>
              <a:t>           for xi, target in zip(X, y):</a:t>
            </a:r>
          </a:p>
          <a:p>
            <a:r>
              <a:rPr lang="en-US" sz="1600" dirty="0"/>
              <a:t>               </a:t>
            </a:r>
            <a:r>
              <a:rPr lang="en-US" sz="1600" dirty="0" err="1"/>
              <a:t>y_pred</a:t>
            </a:r>
            <a:r>
              <a:rPr lang="en-US" sz="1600" dirty="0"/>
              <a:t> = </a:t>
            </a:r>
            <a:r>
              <a:rPr lang="en-US" sz="1600" dirty="0" err="1"/>
              <a:t>self.predict</a:t>
            </a:r>
            <a:r>
              <a:rPr lang="en-US" sz="1600" dirty="0"/>
              <a:t>(xi)</a:t>
            </a:r>
          </a:p>
          <a:p>
            <a:r>
              <a:rPr lang="en-US" sz="1600" dirty="0"/>
              <a:t>               update = self.lr * (target - </a:t>
            </a:r>
            <a:r>
              <a:rPr lang="en-US" sz="1600" dirty="0" err="1"/>
              <a:t>y_pred</a:t>
            </a:r>
            <a:r>
              <a:rPr lang="en-US" sz="1600" dirty="0"/>
              <a:t>)</a:t>
            </a:r>
          </a:p>
          <a:p>
            <a:r>
              <a:rPr lang="en-US" sz="1600" dirty="0"/>
              <a:t>               </a:t>
            </a:r>
            <a:r>
              <a:rPr lang="en-US" sz="1600" dirty="0" err="1"/>
              <a:t>self.weights</a:t>
            </a:r>
            <a:r>
              <a:rPr lang="en-US" sz="1600" dirty="0"/>
              <a:t> += update * xi</a:t>
            </a:r>
          </a:p>
          <a:p>
            <a:r>
              <a:rPr lang="en-US" sz="1600" dirty="0"/>
              <a:t>               </a:t>
            </a:r>
            <a:r>
              <a:rPr lang="en-US" sz="1600" dirty="0" err="1"/>
              <a:t>self.bias</a:t>
            </a:r>
            <a:r>
              <a:rPr lang="en-US" sz="1600" dirty="0"/>
              <a:t> += update</a:t>
            </a:r>
          </a:p>
          <a:p>
            <a:r>
              <a:rPr lang="en-US" sz="1600" dirty="0"/>
              <a:t>   def predict(self, X):</a:t>
            </a:r>
          </a:p>
          <a:p>
            <a:r>
              <a:rPr lang="en-US" sz="1600" dirty="0"/>
              <a:t>       </a:t>
            </a:r>
            <a:r>
              <a:rPr lang="en-US" sz="1600" dirty="0" err="1"/>
              <a:t>linear_output</a:t>
            </a:r>
            <a:r>
              <a:rPr lang="en-US" sz="1600" dirty="0"/>
              <a:t> = np.dot(X, </a:t>
            </a:r>
            <a:r>
              <a:rPr lang="en-US" sz="1600" dirty="0" err="1"/>
              <a:t>self.weights</a:t>
            </a:r>
            <a:r>
              <a:rPr lang="en-US" sz="1600" dirty="0"/>
              <a:t>) + </a:t>
            </a:r>
            <a:r>
              <a:rPr lang="en-US" sz="1600" dirty="0" err="1"/>
              <a:t>self.bias</a:t>
            </a:r>
            <a:endParaRPr lang="en-US" sz="1600" dirty="0"/>
          </a:p>
          <a:p>
            <a:r>
              <a:rPr lang="en-US" sz="1600" dirty="0"/>
              <a:t>       return </a:t>
            </a:r>
            <a:r>
              <a:rPr lang="en-US" sz="1600" dirty="0" err="1"/>
              <a:t>np.where</a:t>
            </a:r>
            <a:r>
              <a:rPr lang="en-US" sz="1600" dirty="0"/>
              <a:t>(</a:t>
            </a:r>
            <a:r>
              <a:rPr lang="en-US" sz="1600" dirty="0" err="1"/>
              <a:t>linear_output</a:t>
            </a:r>
            <a:r>
              <a:rPr lang="en-US" sz="1600" dirty="0"/>
              <a:t> &gt;= 0, 1, 0)</a:t>
            </a:r>
          </a:p>
          <a:p>
            <a:r>
              <a:rPr lang="en-US" sz="1600" dirty="0"/>
              <a:t># Example: OR Gate</a:t>
            </a:r>
          </a:p>
          <a:p>
            <a:r>
              <a:rPr lang="en-US" sz="1600" dirty="0"/>
              <a:t>X = </a:t>
            </a:r>
            <a:r>
              <a:rPr lang="en-US" sz="1600" dirty="0" err="1"/>
              <a:t>np.array</a:t>
            </a:r>
            <a:r>
              <a:rPr lang="en-US" sz="1600" dirty="0"/>
              <a:t>([[0,0],[0,1],[1,0],[1,1]])</a:t>
            </a:r>
          </a:p>
          <a:p>
            <a:r>
              <a:rPr lang="en-US" sz="1600" dirty="0"/>
              <a:t>y = </a:t>
            </a:r>
            <a:r>
              <a:rPr lang="en-US" sz="1600" dirty="0" err="1"/>
              <a:t>np.array</a:t>
            </a:r>
            <a:r>
              <a:rPr lang="en-US" sz="1600" dirty="0"/>
              <a:t>([0,1,1,1])</a:t>
            </a:r>
          </a:p>
          <a:p>
            <a:r>
              <a:rPr lang="en-US" sz="1600" dirty="0"/>
              <a:t>p = Perceptron()</a:t>
            </a:r>
          </a:p>
          <a:p>
            <a:r>
              <a:rPr lang="en-US" sz="1600" dirty="0" err="1"/>
              <a:t>p.fit</a:t>
            </a:r>
            <a:r>
              <a:rPr lang="en-US" sz="1600" dirty="0"/>
              <a:t>(X, y)</a:t>
            </a:r>
          </a:p>
          <a:p>
            <a:r>
              <a:rPr lang="en-US" sz="1600" dirty="0"/>
              <a:t>print("Predictions:", </a:t>
            </a:r>
            <a:r>
              <a:rPr lang="en-US" sz="1600" dirty="0" err="1"/>
              <a:t>p.predict</a:t>
            </a:r>
            <a:r>
              <a:rPr lang="en-US" sz="1600" dirty="0"/>
              <a:t>(X))</a:t>
            </a:r>
          </a:p>
        </p:txBody>
      </p:sp>
      <p:sp>
        <p:nvSpPr>
          <p:cNvPr id="6" name="TextBox 5">
            <a:extLst>
              <a:ext uri="{FF2B5EF4-FFF2-40B4-BE49-F238E27FC236}">
                <a16:creationId xmlns:a16="http://schemas.microsoft.com/office/drawing/2014/main" id="{A2B890A7-EC9B-287C-CD32-28104311ECCA}"/>
              </a:ext>
            </a:extLst>
          </p:cNvPr>
          <p:cNvSpPr txBox="1"/>
          <p:nvPr/>
        </p:nvSpPr>
        <p:spPr>
          <a:xfrm>
            <a:off x="6096000" y="2917722"/>
            <a:ext cx="4895764" cy="369332"/>
          </a:xfrm>
          <a:prstGeom prst="rect">
            <a:avLst/>
          </a:prstGeom>
          <a:noFill/>
        </p:spPr>
        <p:txBody>
          <a:bodyPr wrap="none" rtlCol="0">
            <a:spAutoFit/>
          </a:bodyPr>
          <a:lstStyle/>
          <a:p>
            <a:r>
              <a:rPr lang="en-US" dirty="0">
                <a:solidFill>
                  <a:srgbClr val="FF0000"/>
                </a:solidFill>
                <a:latin typeface="Arial Black" panose="020B0A04020102020204" pitchFamily="34" charset="0"/>
              </a:rPr>
              <a:t>PYTHON SNIPPET FOR PERCEPTRON</a:t>
            </a:r>
          </a:p>
        </p:txBody>
      </p:sp>
    </p:spTree>
    <p:extLst>
      <p:ext uri="{BB962C8B-B14F-4D97-AF65-F5344CB8AC3E}">
        <p14:creationId xmlns:p14="http://schemas.microsoft.com/office/powerpoint/2010/main" val="393297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174F1-CBD6-0012-4C42-5DC5927D2C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FDD164-4F9A-BECD-8F58-F50D4630E7CA}"/>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EA222122-84C0-3041-C1B2-972E0D69D8FC}"/>
              </a:ext>
            </a:extLst>
          </p:cNvPr>
          <p:cNvSpPr txBox="1"/>
          <p:nvPr/>
        </p:nvSpPr>
        <p:spPr>
          <a:xfrm>
            <a:off x="679928" y="716392"/>
            <a:ext cx="10559846" cy="1842684"/>
          </a:xfrm>
          <a:prstGeom prst="rect">
            <a:avLst/>
          </a:prstGeom>
          <a:noFill/>
        </p:spPr>
        <p:txBody>
          <a:bodyPr wrap="square">
            <a:spAutoFit/>
          </a:bodyPr>
          <a:lstStyle/>
          <a:p>
            <a:pPr algn="ctr">
              <a:lnSpc>
                <a:spcPts val="1650"/>
              </a:lnSpc>
              <a:buNone/>
            </a:pPr>
            <a:r>
              <a:rPr lang="en-US" sz="2000" b="1" i="0" dirty="0">
                <a:solidFill>
                  <a:srgbClr val="FF0000"/>
                </a:solidFill>
                <a:effectLst/>
                <a:latin typeface="Arial Black" panose="020B0A04020102020204" pitchFamily="34" charset="0"/>
              </a:rPr>
              <a:t>Limitations</a:t>
            </a:r>
          </a:p>
          <a:p>
            <a:pPr algn="just">
              <a:lnSpc>
                <a:spcPts val="1650"/>
              </a:lnSpc>
              <a:buNone/>
            </a:pPr>
            <a:endParaRPr lang="en-US" b="0" i="0" dirty="0">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0" i="0" dirty="0">
                <a:effectLst/>
                <a:latin typeface="Arial Black" panose="020B0A04020102020204" pitchFamily="34" charset="0"/>
              </a:rPr>
              <a:t>Works only for </a:t>
            </a:r>
            <a:r>
              <a:rPr lang="en-US" b="1" i="0" dirty="0">
                <a:effectLst/>
                <a:latin typeface="Arial Black" panose="020B0A04020102020204" pitchFamily="34" charset="0"/>
              </a:rPr>
              <a:t>linearly separable</a:t>
            </a:r>
            <a:r>
              <a:rPr lang="en-US" b="0" i="0" dirty="0">
                <a:effectLst/>
                <a:latin typeface="Arial Black" panose="020B0A04020102020204" pitchFamily="34" charset="0"/>
              </a:rPr>
              <a:t> data</a:t>
            </a:r>
          </a:p>
          <a:p>
            <a:pPr marL="285750" indent="-285750" algn="just">
              <a:lnSpc>
                <a:spcPts val="1650"/>
              </a:lnSpc>
              <a:buFont typeface="Arial" panose="020B0604020202020204" pitchFamily="34" charset="0"/>
              <a:buChar char="•"/>
            </a:pPr>
            <a:r>
              <a:rPr lang="en-US" b="0" i="0" dirty="0">
                <a:effectLst/>
                <a:latin typeface="Arial Black" panose="020B0A04020102020204" pitchFamily="34" charset="0"/>
              </a:rPr>
              <a:t>Binary output only without modifications</a:t>
            </a:r>
          </a:p>
          <a:p>
            <a:pPr marL="285750" indent="-285750" algn="just">
              <a:lnSpc>
                <a:spcPts val="1650"/>
              </a:lnSpc>
              <a:buFont typeface="Arial" panose="020B0604020202020204" pitchFamily="34" charset="0"/>
              <a:buChar char="•"/>
            </a:pPr>
            <a:r>
              <a:rPr lang="en-US" b="0" i="0" dirty="0">
                <a:effectLst/>
                <a:latin typeface="Arial Black" panose="020B0A04020102020204" pitchFamily="34" charset="0"/>
              </a:rPr>
              <a:t>No hidden layers → limited learning capacity</a:t>
            </a:r>
          </a:p>
          <a:p>
            <a:pPr algn="just">
              <a:lnSpc>
                <a:spcPts val="1650"/>
              </a:lnSpc>
            </a:pPr>
            <a:endParaRPr lang="en-US" b="0" i="0" dirty="0">
              <a:effectLst/>
              <a:latin typeface="Arial Black" panose="020B0A04020102020204" pitchFamily="34" charset="0"/>
            </a:endParaRPr>
          </a:p>
          <a:p>
            <a:pPr algn="ctr">
              <a:lnSpc>
                <a:spcPts val="1650"/>
              </a:lnSpc>
              <a:buNone/>
            </a:pPr>
            <a:r>
              <a:rPr lang="en-US" b="0" i="0" dirty="0">
                <a:solidFill>
                  <a:srgbClr val="FF0000"/>
                </a:solidFill>
                <a:effectLst/>
                <a:latin typeface="Arial Black" panose="020B0A04020102020204" pitchFamily="34" charset="0"/>
              </a:rPr>
              <a:t>In deep learning, </a:t>
            </a:r>
            <a:r>
              <a:rPr lang="en-US" b="0" i="0" dirty="0" err="1">
                <a:solidFill>
                  <a:srgbClr val="FF0000"/>
                </a:solidFill>
                <a:effectLst/>
                <a:latin typeface="Arial Black" panose="020B0A04020102020204" pitchFamily="34" charset="0"/>
              </a:rPr>
              <a:t>perceptrons</a:t>
            </a:r>
            <a:r>
              <a:rPr lang="en-US" b="0" i="0" dirty="0">
                <a:solidFill>
                  <a:srgbClr val="FF0000"/>
                </a:solidFill>
                <a:effectLst/>
                <a:latin typeface="Arial Black" panose="020B0A04020102020204" pitchFamily="34" charset="0"/>
              </a:rPr>
              <a:t> are rarely used alone but form the </a:t>
            </a:r>
            <a:r>
              <a:rPr lang="en-US" b="1" i="0" dirty="0">
                <a:solidFill>
                  <a:srgbClr val="FF0000"/>
                </a:solidFill>
                <a:effectLst/>
                <a:latin typeface="Arial Black" panose="020B0A04020102020204" pitchFamily="34" charset="0"/>
              </a:rPr>
              <a:t>conceptual basis</a:t>
            </a:r>
            <a:r>
              <a:rPr lang="en-US" b="0" i="0" dirty="0">
                <a:solidFill>
                  <a:srgbClr val="FF0000"/>
                </a:solidFill>
                <a:effectLst/>
                <a:latin typeface="Arial Black" panose="020B0A04020102020204" pitchFamily="34" charset="0"/>
              </a:rPr>
              <a:t> for modern neural networks.</a:t>
            </a:r>
          </a:p>
        </p:txBody>
      </p:sp>
      <p:sp>
        <p:nvSpPr>
          <p:cNvPr id="8" name="TextBox 7">
            <a:extLst>
              <a:ext uri="{FF2B5EF4-FFF2-40B4-BE49-F238E27FC236}">
                <a16:creationId xmlns:a16="http://schemas.microsoft.com/office/drawing/2014/main" id="{C01C7249-454F-1900-3E81-4ECB187B9DE2}"/>
              </a:ext>
            </a:extLst>
          </p:cNvPr>
          <p:cNvSpPr txBox="1"/>
          <p:nvPr/>
        </p:nvSpPr>
        <p:spPr>
          <a:xfrm>
            <a:off x="679928" y="2592199"/>
            <a:ext cx="10106059" cy="1384995"/>
          </a:xfrm>
          <a:prstGeom prst="rect">
            <a:avLst/>
          </a:prstGeom>
          <a:noFill/>
        </p:spPr>
        <p:txBody>
          <a:bodyPr wrap="square">
            <a:spAutoFit/>
          </a:bodyPr>
          <a:lstStyle/>
          <a:p>
            <a:pPr algn="just"/>
            <a:r>
              <a:rPr lang="en-US" sz="1600" b="0" i="0" dirty="0">
                <a:solidFill>
                  <a:srgbClr val="242424"/>
                </a:solidFill>
                <a:effectLst/>
                <a:latin typeface="Arial Black" panose="020B0A04020102020204" pitchFamily="34" charset="0"/>
              </a:rPr>
              <a:t>Think of a perceptron as a basic unit of a </a:t>
            </a:r>
            <a:r>
              <a:rPr lang="en-US" sz="1600" b="1" i="0" dirty="0">
                <a:solidFill>
                  <a:srgbClr val="242424"/>
                </a:solidFill>
                <a:effectLst/>
                <a:latin typeface="Arial Black" panose="020B0A04020102020204" pitchFamily="34" charset="0"/>
              </a:rPr>
              <a:t>neural network</a:t>
            </a:r>
            <a:r>
              <a:rPr lang="en-US" sz="1600" b="0" i="0" dirty="0">
                <a:solidFill>
                  <a:srgbClr val="242424"/>
                </a:solidFill>
                <a:effectLst/>
                <a:latin typeface="Arial Black" panose="020B0A04020102020204" pitchFamily="34" charset="0"/>
              </a:rPr>
              <a:t>. It takes some input, applies a mathematical calculation, and then gives an output. This process helps a model learn to classify data, making it useful for tasks like recognizing patterns and making predictions.</a:t>
            </a:r>
            <a:r>
              <a:rPr lang="en-US" dirty="0"/>
              <a:t> </a:t>
            </a:r>
            <a:r>
              <a:rPr lang="en-US" sz="1600" dirty="0">
                <a:latin typeface="Arial Black" panose="020B0A04020102020204" pitchFamily="34" charset="0"/>
              </a:rPr>
              <a:t>It’s like a tiny brain cell in a neural network, helping machines learn and make predictions!</a:t>
            </a:r>
          </a:p>
        </p:txBody>
      </p:sp>
      <p:sp>
        <p:nvSpPr>
          <p:cNvPr id="10" name="TextBox 9">
            <a:extLst>
              <a:ext uri="{FF2B5EF4-FFF2-40B4-BE49-F238E27FC236}">
                <a16:creationId xmlns:a16="http://schemas.microsoft.com/office/drawing/2014/main" id="{8B33C4C0-6740-A12C-5467-EAE47C0773ED}"/>
              </a:ext>
            </a:extLst>
          </p:cNvPr>
          <p:cNvSpPr txBox="1"/>
          <p:nvPr/>
        </p:nvSpPr>
        <p:spPr>
          <a:xfrm>
            <a:off x="679928" y="4070445"/>
            <a:ext cx="6528619" cy="830997"/>
          </a:xfrm>
          <a:prstGeom prst="rect">
            <a:avLst/>
          </a:prstGeom>
          <a:noFill/>
        </p:spPr>
        <p:txBody>
          <a:bodyPr wrap="square">
            <a:spAutoFit/>
          </a:bodyPr>
          <a:lstStyle/>
          <a:p>
            <a:r>
              <a:rPr lang="en-US" sz="1600" b="0" i="0" dirty="0">
                <a:solidFill>
                  <a:srgbClr val="242424"/>
                </a:solidFill>
                <a:effectLst/>
                <a:latin typeface="Arial Black" panose="020B0A04020102020204" pitchFamily="34" charset="0"/>
              </a:rPr>
              <a:t>The perceptron follows a simple mathematical equation:</a:t>
            </a:r>
            <a:br>
              <a:rPr lang="en-US" sz="1600" dirty="0">
                <a:latin typeface="Arial Black" panose="020B0A04020102020204" pitchFamily="34" charset="0"/>
              </a:rPr>
            </a:br>
            <a:endParaRPr lang="en-US" sz="1600" dirty="0">
              <a:latin typeface="Arial Black" panose="020B0A04020102020204" pitchFamily="34" charset="0"/>
            </a:endParaRPr>
          </a:p>
          <a:p>
            <a:r>
              <a:rPr lang="en-US" sz="1600" b="0" i="0" dirty="0">
                <a:solidFill>
                  <a:srgbClr val="242424"/>
                </a:solidFill>
                <a:effectLst/>
                <a:latin typeface="Arial Black" panose="020B0A04020102020204" pitchFamily="34" charset="0"/>
              </a:rPr>
              <a:t>z=w1​x1​+w2​x2​+b</a:t>
            </a:r>
            <a:endParaRPr lang="en-US" sz="1600" dirty="0">
              <a:latin typeface="Arial Black" panose="020B0A04020102020204" pitchFamily="34" charset="0"/>
            </a:endParaRPr>
          </a:p>
        </p:txBody>
      </p:sp>
      <p:sp>
        <p:nvSpPr>
          <p:cNvPr id="12" name="TextBox 11">
            <a:extLst>
              <a:ext uri="{FF2B5EF4-FFF2-40B4-BE49-F238E27FC236}">
                <a16:creationId xmlns:a16="http://schemas.microsoft.com/office/drawing/2014/main" id="{909DAA44-6360-CFAE-4737-95638EE2B005}"/>
              </a:ext>
            </a:extLst>
          </p:cNvPr>
          <p:cNvSpPr txBox="1"/>
          <p:nvPr/>
        </p:nvSpPr>
        <p:spPr>
          <a:xfrm>
            <a:off x="8268931" y="3788755"/>
            <a:ext cx="3333136" cy="2530052"/>
          </a:xfrm>
          <a:prstGeom prst="rect">
            <a:avLst/>
          </a:prstGeom>
          <a:noFill/>
        </p:spPr>
        <p:txBody>
          <a:bodyPr wrap="square">
            <a:spAutoFit/>
          </a:bodyPr>
          <a:lstStyle/>
          <a:p>
            <a:pPr algn="l">
              <a:lnSpc>
                <a:spcPts val="2400"/>
              </a:lnSpc>
              <a:spcBef>
                <a:spcPts val="1800"/>
              </a:spcBef>
              <a:buNone/>
            </a:pPr>
            <a:r>
              <a:rPr lang="en-US" sz="1600" b="0" i="0" dirty="0">
                <a:solidFill>
                  <a:srgbClr val="FF0000"/>
                </a:solidFill>
                <a:effectLst/>
                <a:latin typeface="Arial Black" panose="020B0A04020102020204" pitchFamily="34" charset="0"/>
              </a:rPr>
              <a:t>If we replace the weights and bias with common algebraic letters:</a:t>
            </a:r>
          </a:p>
          <a:p>
            <a:pPr marL="285750" indent="-285750" algn="l">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w1​ → </a:t>
            </a:r>
            <a:r>
              <a:rPr lang="en-US" sz="1600" b="1" i="0" dirty="0">
                <a:solidFill>
                  <a:srgbClr val="FF0000"/>
                </a:solidFill>
                <a:effectLst/>
                <a:latin typeface="Arial Black" panose="020B0A04020102020204" pitchFamily="34" charset="0"/>
              </a:rPr>
              <a:t>A</a:t>
            </a:r>
            <a:endParaRPr lang="en-US" sz="1600" b="0" i="0" dirty="0">
              <a:solidFill>
                <a:srgbClr val="FF0000"/>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w2​ → </a:t>
            </a:r>
            <a:r>
              <a:rPr lang="en-US" sz="1600" b="1" i="0" dirty="0">
                <a:solidFill>
                  <a:srgbClr val="FF0000"/>
                </a:solidFill>
                <a:effectLst/>
                <a:latin typeface="Arial Black" panose="020B0A04020102020204" pitchFamily="34" charset="0"/>
              </a:rPr>
              <a:t>B</a:t>
            </a:r>
            <a:endParaRPr lang="en-US" sz="1600" b="0" i="0" dirty="0">
              <a:solidFill>
                <a:srgbClr val="FF0000"/>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b → </a:t>
            </a:r>
            <a:r>
              <a:rPr lang="en-US" sz="1600" b="1" i="0" dirty="0">
                <a:solidFill>
                  <a:srgbClr val="FF0000"/>
                </a:solidFill>
                <a:effectLst/>
                <a:latin typeface="Arial Black" panose="020B0A04020102020204" pitchFamily="34" charset="0"/>
              </a:rPr>
              <a:t>C</a:t>
            </a:r>
            <a:endParaRPr lang="en-US" sz="1600" b="0" i="0" dirty="0">
              <a:solidFill>
                <a:srgbClr val="FF0000"/>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x1​ → </a:t>
            </a:r>
            <a:r>
              <a:rPr lang="en-US" sz="1600" b="1" i="0" dirty="0">
                <a:solidFill>
                  <a:srgbClr val="FF0000"/>
                </a:solidFill>
                <a:effectLst/>
                <a:latin typeface="Arial Black" panose="020B0A04020102020204" pitchFamily="34" charset="0"/>
              </a:rPr>
              <a:t>X</a:t>
            </a:r>
            <a:endParaRPr lang="en-US" sz="1600" b="0" i="0" dirty="0">
              <a:solidFill>
                <a:srgbClr val="FF0000"/>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x2​ → </a:t>
            </a:r>
            <a:r>
              <a:rPr lang="en-US" sz="1600" b="1" i="0" dirty="0">
                <a:solidFill>
                  <a:srgbClr val="FF0000"/>
                </a:solidFill>
                <a:effectLst/>
                <a:latin typeface="Arial Black" panose="020B0A04020102020204" pitchFamily="34" charset="0"/>
              </a:rPr>
              <a:t>Y</a:t>
            </a:r>
            <a:endParaRPr lang="en-US" sz="1600" b="0" i="0" dirty="0">
              <a:solidFill>
                <a:srgbClr val="FF0000"/>
              </a:solidFill>
              <a:effectLst/>
              <a:latin typeface="Arial Black" panose="020B0A04020102020204" pitchFamily="34" charset="0"/>
            </a:endParaRPr>
          </a:p>
        </p:txBody>
      </p:sp>
      <p:sp>
        <p:nvSpPr>
          <p:cNvPr id="13" name="Arrow: Right 12">
            <a:extLst>
              <a:ext uri="{FF2B5EF4-FFF2-40B4-BE49-F238E27FC236}">
                <a16:creationId xmlns:a16="http://schemas.microsoft.com/office/drawing/2014/main" id="{19A8B883-C532-3C44-2737-63AC26F5F049}"/>
              </a:ext>
            </a:extLst>
          </p:cNvPr>
          <p:cNvSpPr/>
          <p:nvPr/>
        </p:nvSpPr>
        <p:spPr>
          <a:xfrm>
            <a:off x="6941574" y="5053781"/>
            <a:ext cx="963561" cy="1376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25A7037-F0FA-0E3E-6EC5-B059D43A8103}"/>
              </a:ext>
            </a:extLst>
          </p:cNvPr>
          <p:cNvSpPr txBox="1"/>
          <p:nvPr/>
        </p:nvSpPr>
        <p:spPr>
          <a:xfrm>
            <a:off x="766916" y="5521973"/>
            <a:ext cx="5083278" cy="830997"/>
          </a:xfrm>
          <a:prstGeom prst="rect">
            <a:avLst/>
          </a:prstGeom>
          <a:noFill/>
        </p:spPr>
        <p:txBody>
          <a:bodyPr wrap="square">
            <a:spAutoFit/>
          </a:bodyPr>
          <a:lstStyle/>
          <a:p>
            <a:r>
              <a:rPr lang="en-US" sz="1600" b="0" i="0" dirty="0">
                <a:solidFill>
                  <a:srgbClr val="242424"/>
                </a:solidFill>
                <a:effectLst/>
                <a:latin typeface="Arial Black" panose="020B0A04020102020204" pitchFamily="34" charset="0"/>
              </a:rPr>
              <a:t>Then, the equation simplifies to:</a:t>
            </a:r>
            <a:br>
              <a:rPr lang="en-US" sz="1600" dirty="0">
                <a:latin typeface="Arial Black" panose="020B0A04020102020204" pitchFamily="34" charset="0"/>
              </a:rPr>
            </a:br>
            <a:r>
              <a:rPr lang="en-US" sz="1600" b="0" i="0" dirty="0">
                <a:solidFill>
                  <a:srgbClr val="242424"/>
                </a:solidFill>
                <a:effectLst/>
                <a:latin typeface="Arial Black" panose="020B0A04020102020204" pitchFamily="34" charset="0"/>
              </a:rPr>
              <a:t>AX+BY+C=0, </a:t>
            </a:r>
            <a:r>
              <a:rPr lang="en-US" sz="1600" b="0" i="0" dirty="0">
                <a:solidFill>
                  <a:srgbClr val="FF0000"/>
                </a:solidFill>
                <a:effectLst/>
                <a:latin typeface="Arial Black" panose="020B0A04020102020204" pitchFamily="34" charset="0"/>
              </a:rPr>
              <a:t>This equation represents a </a:t>
            </a:r>
            <a:r>
              <a:rPr lang="en-US" sz="1600" b="1" i="0" dirty="0">
                <a:solidFill>
                  <a:srgbClr val="FF0000"/>
                </a:solidFill>
                <a:effectLst/>
                <a:latin typeface="Arial Black" panose="020B0A04020102020204" pitchFamily="34" charset="0"/>
              </a:rPr>
              <a:t>straight line</a:t>
            </a:r>
            <a:r>
              <a:rPr lang="en-US" sz="1600" b="0" i="0" dirty="0">
                <a:solidFill>
                  <a:srgbClr val="FF0000"/>
                </a:solidFill>
                <a:effectLst/>
                <a:latin typeface="Arial Black" panose="020B0A04020102020204" pitchFamily="34" charset="0"/>
              </a:rPr>
              <a:t> in a </a:t>
            </a:r>
            <a:r>
              <a:rPr lang="en-US" sz="1600" b="1" i="0" dirty="0">
                <a:solidFill>
                  <a:srgbClr val="FF0000"/>
                </a:solidFill>
                <a:effectLst/>
                <a:latin typeface="Arial Black" panose="020B0A04020102020204" pitchFamily="34" charset="0"/>
              </a:rPr>
              <a:t>2D plane</a:t>
            </a:r>
            <a:r>
              <a:rPr lang="en-US" sz="1600" b="0" i="0" dirty="0">
                <a:solidFill>
                  <a:srgbClr val="242424"/>
                </a:solidFill>
                <a:effectLst/>
                <a:latin typeface="Arial Black" panose="020B0A04020102020204" pitchFamily="34" charset="0"/>
              </a:rPr>
              <a:t>.</a:t>
            </a:r>
            <a:endParaRPr lang="en-US" sz="1600" dirty="0">
              <a:latin typeface="Arial Black" panose="020B0A04020102020204" pitchFamily="34" charset="0"/>
            </a:endParaRPr>
          </a:p>
        </p:txBody>
      </p:sp>
      <p:sp>
        <p:nvSpPr>
          <p:cNvPr id="17" name="Arrow: Right 16">
            <a:extLst>
              <a:ext uri="{FF2B5EF4-FFF2-40B4-BE49-F238E27FC236}">
                <a16:creationId xmlns:a16="http://schemas.microsoft.com/office/drawing/2014/main" id="{840548B3-C52A-9799-E673-FE85AC0D5819}"/>
              </a:ext>
            </a:extLst>
          </p:cNvPr>
          <p:cNvSpPr/>
          <p:nvPr/>
        </p:nvSpPr>
        <p:spPr>
          <a:xfrm rot="10800000">
            <a:off x="6096000" y="5740739"/>
            <a:ext cx="1720645" cy="2043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4098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3175-5FB1-8F12-EBB6-5CD37A4DCA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1286D2-C4F8-58D8-39DC-3DE2C9E114A1}"/>
              </a:ext>
            </a:extLst>
          </p:cNvPr>
          <p:cNvSpPr txBox="1"/>
          <p:nvPr/>
        </p:nvSpPr>
        <p:spPr>
          <a:xfrm>
            <a:off x="1673517" y="206479"/>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5" name="TextBox 4">
            <a:extLst>
              <a:ext uri="{FF2B5EF4-FFF2-40B4-BE49-F238E27FC236}">
                <a16:creationId xmlns:a16="http://schemas.microsoft.com/office/drawing/2014/main" id="{89EDDA38-02A9-32C3-3071-7F92E3FD81BB}"/>
              </a:ext>
            </a:extLst>
          </p:cNvPr>
          <p:cNvSpPr txBox="1"/>
          <p:nvPr/>
        </p:nvSpPr>
        <p:spPr>
          <a:xfrm>
            <a:off x="816077" y="678145"/>
            <a:ext cx="10815484" cy="2512867"/>
          </a:xfrm>
          <a:prstGeom prst="rect">
            <a:avLst/>
          </a:prstGeom>
          <a:noFill/>
        </p:spPr>
        <p:txBody>
          <a:bodyPr wrap="square">
            <a:spAutoFit/>
          </a:bodyPr>
          <a:lstStyle/>
          <a:p>
            <a:pPr algn="ctr">
              <a:lnSpc>
                <a:spcPts val="2250"/>
              </a:lnSpc>
              <a:buNone/>
            </a:pPr>
            <a:r>
              <a:rPr lang="en-US" sz="1600" b="1" i="0" dirty="0">
                <a:solidFill>
                  <a:srgbClr val="FF0000"/>
                </a:solidFill>
                <a:effectLst/>
                <a:latin typeface="Arial Black" panose="020B0A04020102020204" pitchFamily="34" charset="0"/>
              </a:rPr>
              <a:t>How Does This Help in Deep Learning?</a:t>
            </a:r>
          </a:p>
          <a:p>
            <a:pPr algn="just">
              <a:lnSpc>
                <a:spcPts val="2250"/>
              </a:lnSpc>
              <a:buNone/>
            </a:pPr>
            <a:endParaRPr lang="en-US" sz="1600" b="1" i="0" dirty="0">
              <a:solidFill>
                <a:srgbClr val="242424"/>
              </a:solidFill>
              <a:effectLst/>
              <a:latin typeface="Arial Black" panose="020B0A04020102020204" pitchFamily="34" charset="0"/>
            </a:endParaRP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The </a:t>
            </a:r>
            <a:r>
              <a:rPr lang="en-US" sz="1600" b="1" i="0" dirty="0">
                <a:solidFill>
                  <a:srgbClr val="242424"/>
                </a:solidFill>
                <a:effectLst/>
                <a:latin typeface="Arial Black" panose="020B0A04020102020204" pitchFamily="34" charset="0"/>
              </a:rPr>
              <a:t>perceptron creates a decision boundary</a:t>
            </a:r>
            <a:r>
              <a:rPr lang="en-US" sz="1600" b="0" i="0" dirty="0">
                <a:solidFill>
                  <a:srgbClr val="242424"/>
                </a:solidFill>
                <a:effectLst/>
                <a:latin typeface="Arial Black" panose="020B0A04020102020204" pitchFamily="34" charset="0"/>
              </a:rPr>
              <a:t>, which means it draws a line that separates different groups of data points.</a:t>
            </a:r>
          </a:p>
          <a:p>
            <a:pPr marL="285750" indent="-285750" algn="just">
              <a:lnSpc>
                <a:spcPts val="2400"/>
              </a:lnSpc>
              <a:buFont typeface="Arial" panose="020B0604020202020204" pitchFamily="34" charset="0"/>
              <a:buChar char="•"/>
            </a:pPr>
            <a:r>
              <a:rPr lang="en-US" sz="1600" b="0" i="0" dirty="0">
                <a:solidFill>
                  <a:srgbClr val="FF0000"/>
                </a:solidFill>
                <a:effectLst/>
                <a:latin typeface="Arial Black" panose="020B0A04020102020204" pitchFamily="34" charset="0"/>
              </a:rPr>
              <a:t>For example, </a:t>
            </a:r>
            <a:r>
              <a:rPr lang="en-US" sz="1600" b="0" i="0" dirty="0">
                <a:solidFill>
                  <a:srgbClr val="242424"/>
                </a:solidFill>
                <a:effectLst/>
                <a:latin typeface="Arial Black" panose="020B0A04020102020204" pitchFamily="34" charset="0"/>
              </a:rPr>
              <a:t>if we are classifying red dots and blue dots, the perceptron will </a:t>
            </a:r>
            <a:r>
              <a:rPr lang="en-US" sz="1600" b="1" i="0" dirty="0">
                <a:solidFill>
                  <a:srgbClr val="242424"/>
                </a:solidFill>
                <a:effectLst/>
                <a:latin typeface="Arial Black" panose="020B0A04020102020204" pitchFamily="34" charset="0"/>
              </a:rPr>
              <a:t>find the best line</a:t>
            </a:r>
            <a:r>
              <a:rPr lang="en-US" sz="1600" b="0" i="0" dirty="0">
                <a:solidFill>
                  <a:srgbClr val="242424"/>
                </a:solidFill>
                <a:effectLst/>
                <a:latin typeface="Arial Black" panose="020B0A04020102020204" pitchFamily="34" charset="0"/>
              </a:rPr>
              <a:t> that separates them.</a:t>
            </a: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Any new data point that appears on one side of the line will belong to one category, while data on the other side belongs to another.</a:t>
            </a:r>
          </a:p>
        </p:txBody>
      </p:sp>
      <p:sp>
        <p:nvSpPr>
          <p:cNvPr id="7" name="TextBox 6">
            <a:extLst>
              <a:ext uri="{FF2B5EF4-FFF2-40B4-BE49-F238E27FC236}">
                <a16:creationId xmlns:a16="http://schemas.microsoft.com/office/drawing/2014/main" id="{AFE39495-D094-2217-67D7-C30D5B460EE1}"/>
              </a:ext>
            </a:extLst>
          </p:cNvPr>
          <p:cNvSpPr txBox="1"/>
          <p:nvPr/>
        </p:nvSpPr>
        <p:spPr>
          <a:xfrm>
            <a:off x="816077" y="3262568"/>
            <a:ext cx="10530347" cy="3147208"/>
          </a:xfrm>
          <a:prstGeom prst="rect">
            <a:avLst/>
          </a:prstGeom>
          <a:noFill/>
        </p:spPr>
        <p:txBody>
          <a:bodyPr wrap="square">
            <a:spAutoFit/>
          </a:bodyPr>
          <a:lstStyle/>
          <a:p>
            <a:pPr algn="just">
              <a:lnSpc>
                <a:spcPts val="2400"/>
              </a:lnSpc>
              <a:buNone/>
            </a:pPr>
            <a:r>
              <a:rPr lang="en-US" sz="1600" b="0" i="0" dirty="0">
                <a:solidFill>
                  <a:srgbClr val="242424"/>
                </a:solidFill>
                <a:effectLst/>
                <a:latin typeface="Arial Black" panose="020B0A04020102020204" pitchFamily="34" charset="0"/>
              </a:rPr>
              <a:t>In a </a:t>
            </a:r>
            <a:r>
              <a:rPr lang="en-US" sz="1600" b="1" i="0" dirty="0">
                <a:solidFill>
                  <a:srgbClr val="242424"/>
                </a:solidFill>
                <a:effectLst/>
                <a:latin typeface="Arial Black" panose="020B0A04020102020204" pitchFamily="34" charset="0"/>
              </a:rPr>
              <a:t>Perceptron</a:t>
            </a:r>
            <a:r>
              <a:rPr lang="en-US" sz="1600" b="0" i="0" dirty="0">
                <a:solidFill>
                  <a:srgbClr val="242424"/>
                </a:solidFill>
                <a:effectLst/>
                <a:latin typeface="Arial Black" panose="020B0A04020102020204" pitchFamily="34" charset="0"/>
              </a:rPr>
              <a:t>, the </a:t>
            </a:r>
            <a:r>
              <a:rPr lang="en-US" sz="1600" b="1" i="0" dirty="0">
                <a:solidFill>
                  <a:srgbClr val="242424"/>
                </a:solidFill>
                <a:effectLst/>
                <a:latin typeface="Arial Black" panose="020B0A04020102020204" pitchFamily="34" charset="0"/>
              </a:rPr>
              <a:t>activation function</a:t>
            </a:r>
            <a:r>
              <a:rPr lang="en-US" sz="1600" b="0" i="0" dirty="0">
                <a:solidFill>
                  <a:srgbClr val="242424"/>
                </a:solidFill>
                <a:effectLst/>
                <a:latin typeface="Arial Black" panose="020B0A04020102020204" pitchFamily="34" charset="0"/>
              </a:rPr>
              <a:t> plays a key role in deciding the output. It determines whether the perceptron should “activate” or stay inactive based on the computed value </a:t>
            </a:r>
            <a:r>
              <a:rPr lang="en-US" sz="1600" b="1" i="0" dirty="0">
                <a:solidFill>
                  <a:srgbClr val="242424"/>
                </a:solidFill>
                <a:effectLst/>
                <a:latin typeface="Arial Black" panose="020B0A04020102020204" pitchFamily="34" charset="0"/>
              </a:rPr>
              <a:t>z</a:t>
            </a:r>
            <a:r>
              <a:rPr lang="en-US" sz="1600" b="0" i="0" dirty="0">
                <a:solidFill>
                  <a:srgbClr val="242424"/>
                </a:solidFill>
                <a:effectLst/>
                <a:latin typeface="Arial Black" panose="020B0A04020102020204" pitchFamily="34" charset="0"/>
              </a:rPr>
              <a:t>.</a:t>
            </a:r>
          </a:p>
          <a:p>
            <a:pPr algn="just">
              <a:lnSpc>
                <a:spcPts val="2400"/>
              </a:lnSpc>
              <a:buNone/>
            </a:pPr>
            <a:endParaRPr lang="en-US" sz="1600" b="0" i="0" dirty="0">
              <a:solidFill>
                <a:srgbClr val="242424"/>
              </a:solidFill>
              <a:effectLst/>
              <a:latin typeface="Arial Black" panose="020B0A04020102020204" pitchFamily="34" charset="0"/>
            </a:endParaRPr>
          </a:p>
          <a:p>
            <a:pPr algn="just">
              <a:lnSpc>
                <a:spcPts val="2400"/>
              </a:lnSpc>
              <a:buNone/>
            </a:pPr>
            <a:r>
              <a:rPr lang="en-US" sz="1600" b="0" i="0" dirty="0">
                <a:solidFill>
                  <a:srgbClr val="242424"/>
                </a:solidFill>
                <a:effectLst/>
                <a:latin typeface="Arial Black" panose="020B0A04020102020204" pitchFamily="34" charset="0"/>
              </a:rPr>
              <a:t>Here’s how it works:</a:t>
            </a: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If </a:t>
            </a:r>
            <a:r>
              <a:rPr lang="en-US" sz="1600" b="1" i="0" dirty="0">
                <a:solidFill>
                  <a:srgbClr val="242424"/>
                </a:solidFill>
                <a:effectLst/>
                <a:latin typeface="Arial Black" panose="020B0A04020102020204" pitchFamily="34" charset="0"/>
              </a:rPr>
              <a:t>AX + BY + C &gt; 0</a:t>
            </a:r>
            <a:r>
              <a:rPr lang="en-US" sz="1600" b="0" i="0" dirty="0">
                <a:solidFill>
                  <a:srgbClr val="242424"/>
                </a:solidFill>
                <a:effectLst/>
                <a:latin typeface="Arial Black" panose="020B0A04020102020204" pitchFamily="34" charset="0"/>
              </a:rPr>
              <a:t>, the perceptron outputs </a:t>
            </a:r>
            <a:r>
              <a:rPr lang="en-US" sz="1600" b="1" i="0" dirty="0">
                <a:solidFill>
                  <a:srgbClr val="242424"/>
                </a:solidFill>
                <a:effectLst/>
                <a:latin typeface="Arial Black" panose="020B0A04020102020204" pitchFamily="34" charset="0"/>
              </a:rPr>
              <a:t>YES (1)</a:t>
            </a:r>
            <a:r>
              <a:rPr lang="en-US" sz="1600" b="0" i="0" dirty="0">
                <a:solidFill>
                  <a:srgbClr val="242424"/>
                </a:solidFill>
                <a:effectLst/>
                <a:latin typeface="Arial Black" panose="020B0A04020102020204" pitchFamily="34" charset="0"/>
              </a:rPr>
              <a:t>.</a:t>
            </a: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If </a:t>
            </a:r>
            <a:r>
              <a:rPr lang="en-US" sz="1600" b="1" i="0" dirty="0">
                <a:solidFill>
                  <a:srgbClr val="242424"/>
                </a:solidFill>
                <a:effectLst/>
                <a:latin typeface="Arial Black" panose="020B0A04020102020204" pitchFamily="34" charset="0"/>
              </a:rPr>
              <a:t>AX + BY + C &lt; 0</a:t>
            </a:r>
            <a:r>
              <a:rPr lang="en-US" sz="1600" b="0" i="0" dirty="0">
                <a:solidFill>
                  <a:srgbClr val="242424"/>
                </a:solidFill>
                <a:effectLst/>
                <a:latin typeface="Arial Black" panose="020B0A04020102020204" pitchFamily="34" charset="0"/>
              </a:rPr>
              <a:t>, the perceptron outputs </a:t>
            </a:r>
            <a:r>
              <a:rPr lang="en-US" sz="1600" b="1" i="0" dirty="0">
                <a:solidFill>
                  <a:srgbClr val="242424"/>
                </a:solidFill>
                <a:effectLst/>
                <a:latin typeface="Arial Black" panose="020B0A04020102020204" pitchFamily="34" charset="0"/>
              </a:rPr>
              <a:t>NO (0)</a:t>
            </a:r>
            <a:r>
              <a:rPr lang="en-US" sz="1600" b="0" i="0" dirty="0">
                <a:solidFill>
                  <a:srgbClr val="242424"/>
                </a:solidFill>
                <a:effectLst/>
                <a:latin typeface="Arial Black" panose="020B0A04020102020204" pitchFamily="34" charset="0"/>
              </a:rPr>
              <a:t>.</a:t>
            </a:r>
          </a:p>
          <a:p>
            <a:pPr algn="just">
              <a:lnSpc>
                <a:spcPts val="2400"/>
              </a:lnSpc>
              <a:buFont typeface="Arial" panose="020B0604020202020204" pitchFamily="34" charset="0"/>
              <a:buChar char="•"/>
            </a:pPr>
            <a:endParaRPr lang="en-US" sz="1600" b="0" i="0" dirty="0">
              <a:solidFill>
                <a:srgbClr val="242424"/>
              </a:solidFill>
              <a:effectLst/>
              <a:latin typeface="Arial Black" panose="020B0A04020102020204" pitchFamily="34" charset="0"/>
            </a:endParaRPr>
          </a:p>
          <a:p>
            <a:pPr algn="just">
              <a:lnSpc>
                <a:spcPts val="2400"/>
              </a:lnSpc>
              <a:buNone/>
            </a:pPr>
            <a:r>
              <a:rPr lang="en-US" sz="1600" b="0" i="0" dirty="0">
                <a:solidFill>
                  <a:srgbClr val="242424"/>
                </a:solidFill>
                <a:effectLst/>
                <a:latin typeface="Arial Black" panose="020B0A04020102020204" pitchFamily="34" charset="0"/>
              </a:rPr>
              <a:t>This means that the perceptron </a:t>
            </a:r>
            <a:r>
              <a:rPr lang="en-US" sz="1600" b="1" i="0" dirty="0">
                <a:solidFill>
                  <a:srgbClr val="242424"/>
                </a:solidFill>
                <a:effectLst/>
                <a:latin typeface="Arial Black" panose="020B0A04020102020204" pitchFamily="34" charset="0"/>
              </a:rPr>
              <a:t>splits the space into two regions</a:t>
            </a:r>
            <a:r>
              <a:rPr lang="en-US" sz="1600" b="0" i="0" dirty="0">
                <a:solidFill>
                  <a:srgbClr val="242424"/>
                </a:solidFill>
                <a:effectLst/>
                <a:latin typeface="Arial Black" panose="020B0A04020102020204" pitchFamily="34" charset="0"/>
              </a:rPr>
              <a:t> using a decision boundary (a straight line in 2D). Data points on one side of the line are classified into one category, while data on the other side belongs to a different category.</a:t>
            </a:r>
          </a:p>
        </p:txBody>
      </p:sp>
    </p:spTree>
    <p:extLst>
      <p:ext uri="{BB962C8B-B14F-4D97-AF65-F5344CB8AC3E}">
        <p14:creationId xmlns:p14="http://schemas.microsoft.com/office/powerpoint/2010/main" val="2524692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EA4A-6AAA-76ED-211E-DD2B086D0A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97E893-DC3D-70FA-1D9C-C9CC14E49FA1}"/>
              </a:ext>
            </a:extLst>
          </p:cNvPr>
          <p:cNvSpPr txBox="1"/>
          <p:nvPr/>
        </p:nvSpPr>
        <p:spPr>
          <a:xfrm>
            <a:off x="1663684" y="108157"/>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A404F0AF-13D7-4D4D-66AA-029E78B4FC9D}"/>
              </a:ext>
            </a:extLst>
          </p:cNvPr>
          <p:cNvSpPr txBox="1"/>
          <p:nvPr/>
        </p:nvSpPr>
        <p:spPr>
          <a:xfrm>
            <a:off x="993054" y="569017"/>
            <a:ext cx="10373033" cy="1077218"/>
          </a:xfrm>
          <a:prstGeom prst="rect">
            <a:avLst/>
          </a:prstGeom>
          <a:noFill/>
        </p:spPr>
        <p:txBody>
          <a:bodyPr wrap="square">
            <a:spAutoFit/>
          </a:bodyPr>
          <a:lstStyle/>
          <a:p>
            <a:pPr algn="just"/>
            <a:r>
              <a:rPr lang="en-US" sz="1600" b="0" i="0" dirty="0">
                <a:solidFill>
                  <a:srgbClr val="242424"/>
                </a:solidFill>
                <a:effectLst/>
                <a:latin typeface="Arial Black" panose="020B0A04020102020204" pitchFamily="34" charset="0"/>
              </a:rPr>
              <a:t>The biggest </a:t>
            </a:r>
            <a:r>
              <a:rPr lang="en-US" sz="1600" b="1" i="0" dirty="0">
                <a:solidFill>
                  <a:srgbClr val="242424"/>
                </a:solidFill>
                <a:effectLst/>
                <a:latin typeface="Arial Black" panose="020B0A04020102020204" pitchFamily="34" charset="0"/>
              </a:rPr>
              <a:t>limitation</a:t>
            </a:r>
            <a:r>
              <a:rPr lang="en-US" sz="1600" b="0" i="0" dirty="0">
                <a:solidFill>
                  <a:srgbClr val="242424"/>
                </a:solidFill>
                <a:effectLst/>
                <a:latin typeface="Arial Black" panose="020B0A04020102020204" pitchFamily="34" charset="0"/>
              </a:rPr>
              <a:t> of a perceptron is that it only works well when the data is </a:t>
            </a:r>
            <a:r>
              <a:rPr lang="en-US" sz="1600" b="1" i="0" dirty="0">
                <a:solidFill>
                  <a:srgbClr val="242424"/>
                </a:solidFill>
                <a:effectLst/>
                <a:latin typeface="Arial Black" panose="020B0A04020102020204" pitchFamily="34" charset="0"/>
              </a:rPr>
              <a:t>linearly separable</a:t>
            </a:r>
            <a:r>
              <a:rPr lang="en-US" sz="1600" b="0" i="0" dirty="0">
                <a:solidFill>
                  <a:srgbClr val="242424"/>
                </a:solidFill>
                <a:effectLst/>
                <a:latin typeface="Arial Black" panose="020B0A04020102020204" pitchFamily="34" charset="0"/>
              </a:rPr>
              <a:t>. In simple terms, if the data points can be separated using a straight line, the perceptron can classify them correctly. However, if the data is arranged in a </a:t>
            </a:r>
            <a:r>
              <a:rPr lang="en-US" sz="1600" b="1" i="0" dirty="0">
                <a:solidFill>
                  <a:srgbClr val="242424"/>
                </a:solidFill>
                <a:effectLst/>
                <a:latin typeface="Arial Black" panose="020B0A04020102020204" pitchFamily="34" charset="0"/>
              </a:rPr>
              <a:t>non-linear pattern</a:t>
            </a:r>
            <a:r>
              <a:rPr lang="en-US" sz="1600" b="0" i="0" dirty="0">
                <a:solidFill>
                  <a:srgbClr val="242424"/>
                </a:solidFill>
                <a:effectLst/>
                <a:latin typeface="Arial Black" panose="020B0A04020102020204" pitchFamily="34" charset="0"/>
              </a:rPr>
              <a:t>, the perceptron </a:t>
            </a:r>
            <a:r>
              <a:rPr lang="en-US" sz="1600" b="1" i="0" dirty="0">
                <a:solidFill>
                  <a:srgbClr val="242424"/>
                </a:solidFill>
                <a:effectLst/>
                <a:latin typeface="Arial Black" panose="020B0A04020102020204" pitchFamily="34" charset="0"/>
              </a:rPr>
              <a:t>fails</a:t>
            </a:r>
            <a:r>
              <a:rPr lang="en-US" sz="1600" b="0" i="0" dirty="0">
                <a:solidFill>
                  <a:srgbClr val="242424"/>
                </a:solidFill>
                <a:effectLst/>
                <a:latin typeface="Arial Black" panose="020B0A04020102020204" pitchFamily="34" charset="0"/>
              </a:rPr>
              <a:t> because it can only create a straight decision boundary.</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3C1B6ADE-7088-DE4D-EC73-344E4540BC36}"/>
              </a:ext>
            </a:extLst>
          </p:cNvPr>
          <p:cNvSpPr txBox="1"/>
          <p:nvPr/>
        </p:nvSpPr>
        <p:spPr>
          <a:xfrm>
            <a:off x="909483" y="1756146"/>
            <a:ext cx="10373033" cy="2275175"/>
          </a:xfrm>
          <a:prstGeom prst="rect">
            <a:avLst/>
          </a:prstGeom>
          <a:noFill/>
        </p:spPr>
        <p:txBody>
          <a:bodyPr wrap="square">
            <a:spAutoFit/>
          </a:bodyPr>
          <a:lstStyle/>
          <a:p>
            <a:pPr algn="ctr">
              <a:lnSpc>
                <a:spcPts val="2250"/>
              </a:lnSpc>
              <a:buNone/>
            </a:pPr>
            <a:r>
              <a:rPr lang="en-US" sz="1600" b="1" i="0" dirty="0">
                <a:solidFill>
                  <a:srgbClr val="FF0000"/>
                </a:solidFill>
                <a:effectLst/>
                <a:latin typeface="Arial Black" panose="020B0A04020102020204" pitchFamily="34" charset="0"/>
              </a:rPr>
              <a:t>Why Does This Happen?</a:t>
            </a:r>
          </a:p>
          <a:p>
            <a:pPr algn="ctr">
              <a:lnSpc>
                <a:spcPts val="2250"/>
              </a:lnSpc>
              <a:buNone/>
            </a:pPr>
            <a:endParaRPr lang="en-US" sz="1600" b="1" i="0" dirty="0">
              <a:solidFill>
                <a:srgbClr val="FF0000"/>
              </a:solidFill>
              <a:effectLst/>
              <a:latin typeface="Arial Black" panose="020B0A04020102020204" pitchFamily="34" charset="0"/>
            </a:endParaRPr>
          </a:p>
          <a:p>
            <a:pPr algn="just">
              <a:lnSpc>
                <a:spcPts val="2400"/>
              </a:lnSpc>
              <a:buNone/>
            </a:pPr>
            <a:r>
              <a:rPr lang="en-US" sz="1600" b="0" i="0" dirty="0">
                <a:solidFill>
                  <a:srgbClr val="242424"/>
                </a:solidFill>
                <a:effectLst/>
                <a:latin typeface="Arial Black" panose="020B0A04020102020204" pitchFamily="34" charset="0"/>
              </a:rPr>
              <a:t>A </a:t>
            </a:r>
            <a:r>
              <a:rPr lang="en-US" sz="1600" b="1" i="0" dirty="0">
                <a:solidFill>
                  <a:srgbClr val="242424"/>
                </a:solidFill>
                <a:effectLst/>
                <a:latin typeface="Arial Black" panose="020B0A04020102020204" pitchFamily="34" charset="0"/>
              </a:rPr>
              <a:t>Single Layer Perceptron (SLP)</a:t>
            </a:r>
            <a:r>
              <a:rPr lang="en-US" sz="1600" b="0" i="0" dirty="0">
                <a:solidFill>
                  <a:srgbClr val="242424"/>
                </a:solidFill>
                <a:effectLst/>
                <a:latin typeface="Arial Black" panose="020B0A04020102020204" pitchFamily="34" charset="0"/>
              </a:rPr>
              <a:t> makes decisions based on a linear function:</a:t>
            </a:r>
          </a:p>
          <a:p>
            <a:pPr algn="just">
              <a:lnSpc>
                <a:spcPts val="3000"/>
              </a:lnSpc>
              <a:buNone/>
            </a:pPr>
            <a:r>
              <a:rPr lang="en-US" sz="1600" b="0" i="0" dirty="0">
                <a:solidFill>
                  <a:srgbClr val="6B6B6B"/>
                </a:solidFill>
                <a:effectLst/>
                <a:latin typeface="Arial Black" panose="020B0A04020102020204" pitchFamily="34" charset="0"/>
              </a:rPr>
              <a:t>					y=f(∑</a:t>
            </a:r>
            <a:r>
              <a:rPr lang="en-US" sz="1600" b="0" i="0" dirty="0" err="1">
                <a:solidFill>
                  <a:srgbClr val="6B6B6B"/>
                </a:solidFill>
                <a:effectLst/>
                <a:latin typeface="Arial Black" panose="020B0A04020102020204" pitchFamily="34" charset="0"/>
              </a:rPr>
              <a:t>wi</a:t>
            </a:r>
            <a:r>
              <a:rPr lang="en-US" sz="1600" b="0" i="0" dirty="0">
                <a:solidFill>
                  <a:srgbClr val="6B6B6B"/>
                </a:solidFill>
                <a:effectLst/>
                <a:latin typeface="Arial Black" panose="020B0A04020102020204" pitchFamily="34" charset="0"/>
              </a:rPr>
              <a:t>​xi​+b)</a:t>
            </a:r>
          </a:p>
          <a:p>
            <a:pPr algn="just">
              <a:lnSpc>
                <a:spcPts val="2400"/>
              </a:lnSpc>
              <a:buNone/>
            </a:pPr>
            <a:r>
              <a:rPr lang="en-US" sz="1600" b="0" i="0" dirty="0">
                <a:solidFill>
                  <a:srgbClr val="242424"/>
                </a:solidFill>
                <a:effectLst/>
                <a:latin typeface="Arial Black" panose="020B0A04020102020204" pitchFamily="34" charset="0"/>
              </a:rPr>
              <a:t>This equation represents a </a:t>
            </a:r>
            <a:r>
              <a:rPr lang="en-US" sz="1600" b="1" i="0" dirty="0">
                <a:solidFill>
                  <a:srgbClr val="FF0000"/>
                </a:solidFill>
                <a:effectLst/>
                <a:latin typeface="Arial Black" panose="020B0A04020102020204" pitchFamily="34" charset="0"/>
              </a:rPr>
              <a:t>hyperplane</a:t>
            </a:r>
            <a:r>
              <a:rPr lang="en-US" sz="1600" b="0" i="0" dirty="0">
                <a:solidFill>
                  <a:srgbClr val="FF0000"/>
                </a:solidFill>
                <a:effectLst/>
                <a:latin typeface="Arial Black" panose="020B0A04020102020204" pitchFamily="34" charset="0"/>
              </a:rPr>
              <a:t> — a straight line in </a:t>
            </a:r>
            <a:r>
              <a:rPr lang="en-US" sz="1600" b="1" i="0" dirty="0">
                <a:solidFill>
                  <a:srgbClr val="FF0000"/>
                </a:solidFill>
                <a:effectLst/>
                <a:latin typeface="Arial Black" panose="020B0A04020102020204" pitchFamily="34" charset="0"/>
              </a:rPr>
              <a:t>2D</a:t>
            </a:r>
            <a:r>
              <a:rPr lang="en-US" sz="1600" b="0" i="0" dirty="0">
                <a:solidFill>
                  <a:srgbClr val="FF0000"/>
                </a:solidFill>
                <a:effectLst/>
                <a:latin typeface="Arial Black" panose="020B0A04020102020204" pitchFamily="34" charset="0"/>
              </a:rPr>
              <a:t>, a plane in </a:t>
            </a:r>
            <a:r>
              <a:rPr lang="en-US" sz="1600" b="1" i="0" dirty="0">
                <a:solidFill>
                  <a:srgbClr val="FF0000"/>
                </a:solidFill>
                <a:effectLst/>
                <a:latin typeface="Arial Black" panose="020B0A04020102020204" pitchFamily="34" charset="0"/>
              </a:rPr>
              <a:t>3D</a:t>
            </a:r>
            <a:r>
              <a:rPr lang="en-US" sz="1600" b="0" i="0" dirty="0">
                <a:solidFill>
                  <a:srgbClr val="242424"/>
                </a:solidFill>
                <a:effectLst/>
                <a:latin typeface="Arial Black" panose="020B0A04020102020204" pitchFamily="34" charset="0"/>
              </a:rPr>
              <a:t>, and so on. Since the perceptron’s decision-making is based on this </a:t>
            </a:r>
            <a:r>
              <a:rPr lang="en-US" sz="1600" b="1" i="0" dirty="0">
                <a:solidFill>
                  <a:srgbClr val="242424"/>
                </a:solidFill>
                <a:effectLst/>
                <a:latin typeface="Arial Black" panose="020B0A04020102020204" pitchFamily="34" charset="0"/>
              </a:rPr>
              <a:t>linear function</a:t>
            </a:r>
            <a:r>
              <a:rPr lang="en-US" sz="1600" b="0" i="0" dirty="0">
                <a:solidFill>
                  <a:srgbClr val="242424"/>
                </a:solidFill>
                <a:effectLst/>
                <a:latin typeface="Arial Black" panose="020B0A04020102020204" pitchFamily="34" charset="0"/>
              </a:rPr>
              <a:t>, it </a:t>
            </a:r>
            <a:r>
              <a:rPr lang="en-US" sz="1600" b="1" i="0" dirty="0">
                <a:solidFill>
                  <a:srgbClr val="242424"/>
                </a:solidFill>
                <a:effectLst/>
                <a:latin typeface="Arial Black" panose="020B0A04020102020204" pitchFamily="34" charset="0"/>
              </a:rPr>
              <a:t>cannot</a:t>
            </a:r>
            <a:r>
              <a:rPr lang="en-US" sz="1600" b="0" i="0" dirty="0">
                <a:solidFill>
                  <a:srgbClr val="242424"/>
                </a:solidFill>
                <a:effectLst/>
                <a:latin typeface="Arial Black" panose="020B0A04020102020204" pitchFamily="34" charset="0"/>
              </a:rPr>
              <a:t> handle complex patterns where a straight line is not enough to separate different categories.</a:t>
            </a:r>
          </a:p>
        </p:txBody>
      </p:sp>
      <p:sp>
        <p:nvSpPr>
          <p:cNvPr id="10" name="TextBox 9">
            <a:extLst>
              <a:ext uri="{FF2B5EF4-FFF2-40B4-BE49-F238E27FC236}">
                <a16:creationId xmlns:a16="http://schemas.microsoft.com/office/drawing/2014/main" id="{6D0979E3-58E8-41AB-83E3-1333D41098D1}"/>
              </a:ext>
            </a:extLst>
          </p:cNvPr>
          <p:cNvSpPr txBox="1"/>
          <p:nvPr/>
        </p:nvSpPr>
        <p:spPr>
          <a:xfrm>
            <a:off x="383458" y="4141232"/>
            <a:ext cx="11697503" cy="2518831"/>
          </a:xfrm>
          <a:prstGeom prst="rect">
            <a:avLst/>
          </a:prstGeom>
          <a:noFill/>
        </p:spPr>
        <p:txBody>
          <a:bodyPr wrap="square">
            <a:spAutoFit/>
          </a:bodyPr>
          <a:lstStyle/>
          <a:p>
            <a:pPr algn="ctr">
              <a:lnSpc>
                <a:spcPts val="2250"/>
              </a:lnSpc>
              <a:buNone/>
            </a:pPr>
            <a:r>
              <a:rPr lang="en-US" sz="1600" b="1" i="0" dirty="0">
                <a:solidFill>
                  <a:srgbClr val="FF0000"/>
                </a:solidFill>
                <a:effectLst/>
                <a:latin typeface="Arial Black" panose="020B0A04020102020204" pitchFamily="34" charset="0"/>
              </a:rPr>
              <a:t>How to Solve This Problem?</a:t>
            </a:r>
          </a:p>
          <a:p>
            <a:pPr algn="just">
              <a:lnSpc>
                <a:spcPts val="2400"/>
              </a:lnSpc>
              <a:buNone/>
            </a:pPr>
            <a:r>
              <a:rPr lang="en-US" sz="1600" b="0" i="0" dirty="0">
                <a:solidFill>
                  <a:srgbClr val="242424"/>
                </a:solidFill>
                <a:effectLst/>
                <a:latin typeface="Arial Black" panose="020B0A04020102020204" pitchFamily="34" charset="0"/>
              </a:rPr>
              <a:t>To handle </a:t>
            </a:r>
            <a:r>
              <a:rPr lang="en-US" sz="1600" b="1" i="0" dirty="0">
                <a:solidFill>
                  <a:srgbClr val="242424"/>
                </a:solidFill>
                <a:effectLst/>
                <a:latin typeface="Arial Black" panose="020B0A04020102020204" pitchFamily="34" charset="0"/>
              </a:rPr>
              <a:t>non-linear data</a:t>
            </a:r>
            <a:r>
              <a:rPr lang="en-US" sz="1600" b="0" i="0" dirty="0">
                <a:solidFill>
                  <a:srgbClr val="242424"/>
                </a:solidFill>
                <a:effectLst/>
                <a:latin typeface="Arial Black" panose="020B0A04020102020204" pitchFamily="34" charset="0"/>
              </a:rPr>
              <a:t>, we need </a:t>
            </a:r>
            <a:r>
              <a:rPr lang="en-US" sz="1600" b="1" i="0" dirty="0">
                <a:solidFill>
                  <a:srgbClr val="242424"/>
                </a:solidFill>
                <a:effectLst/>
                <a:latin typeface="Arial Black" panose="020B0A04020102020204" pitchFamily="34" charset="0"/>
              </a:rPr>
              <a:t>more advanced models</a:t>
            </a:r>
            <a:r>
              <a:rPr lang="en-US" sz="1600" b="0" i="0" dirty="0">
                <a:solidFill>
                  <a:srgbClr val="242424"/>
                </a:solidFill>
                <a:effectLst/>
                <a:latin typeface="Arial Black" panose="020B0A04020102020204" pitchFamily="34" charset="0"/>
              </a:rPr>
              <a:t> like the </a:t>
            </a:r>
            <a:r>
              <a:rPr lang="en-US" sz="1600" b="1" i="0" dirty="0">
                <a:solidFill>
                  <a:srgbClr val="242424"/>
                </a:solidFill>
                <a:effectLst/>
                <a:latin typeface="Arial Black" panose="020B0A04020102020204" pitchFamily="34" charset="0"/>
              </a:rPr>
              <a:t>Multi-Layer Perceptron (MLP)</a:t>
            </a:r>
            <a:r>
              <a:rPr lang="en-US" sz="1600" b="0" i="0" dirty="0">
                <a:solidFill>
                  <a:srgbClr val="242424"/>
                </a:solidFill>
                <a:effectLst/>
                <a:latin typeface="Arial Black" panose="020B0A04020102020204" pitchFamily="34" charset="0"/>
              </a:rPr>
              <a:t>. These models:</a:t>
            </a: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Have </a:t>
            </a:r>
            <a:r>
              <a:rPr lang="en-US" sz="1600" b="1" i="0" dirty="0">
                <a:solidFill>
                  <a:srgbClr val="242424"/>
                </a:solidFill>
                <a:effectLst/>
                <a:latin typeface="Arial Black" panose="020B0A04020102020204" pitchFamily="34" charset="0"/>
              </a:rPr>
              <a:t>multiple layers</a:t>
            </a:r>
            <a:r>
              <a:rPr lang="en-US" sz="1600" b="0" i="0" dirty="0">
                <a:solidFill>
                  <a:srgbClr val="242424"/>
                </a:solidFill>
                <a:effectLst/>
                <a:latin typeface="Arial Black" panose="020B0A04020102020204" pitchFamily="34" charset="0"/>
              </a:rPr>
              <a:t> (input layer, hidden layers, and output layer).</a:t>
            </a:r>
          </a:p>
          <a:p>
            <a:pPr marL="285750" indent="-285750" algn="just">
              <a:lnSpc>
                <a:spcPts val="2400"/>
              </a:lnSpc>
              <a:buFont typeface="Arial" panose="020B0604020202020204" pitchFamily="34" charset="0"/>
              <a:buChar char="•"/>
            </a:pPr>
            <a:r>
              <a:rPr lang="en-US" sz="1600" b="0" i="0" dirty="0">
                <a:solidFill>
                  <a:srgbClr val="242424"/>
                </a:solidFill>
                <a:effectLst/>
                <a:latin typeface="Arial Black" panose="020B0A04020102020204" pitchFamily="34" charset="0"/>
              </a:rPr>
              <a:t>Use powerful </a:t>
            </a:r>
            <a:r>
              <a:rPr lang="en-US" sz="1600" b="1" i="0" dirty="0">
                <a:solidFill>
                  <a:srgbClr val="242424"/>
                </a:solidFill>
                <a:effectLst/>
                <a:latin typeface="Arial Black" panose="020B0A04020102020204" pitchFamily="34" charset="0"/>
              </a:rPr>
              <a:t>activation functions</a:t>
            </a:r>
            <a:r>
              <a:rPr lang="en-US" sz="1600" b="0" i="0" dirty="0">
                <a:solidFill>
                  <a:srgbClr val="242424"/>
                </a:solidFill>
                <a:effectLst/>
                <a:latin typeface="Arial Black" panose="020B0A04020102020204" pitchFamily="34" charset="0"/>
              </a:rPr>
              <a:t> like </a:t>
            </a:r>
            <a:r>
              <a:rPr lang="en-US" sz="1600" b="1" i="0" dirty="0" err="1">
                <a:solidFill>
                  <a:srgbClr val="242424"/>
                </a:solidFill>
                <a:effectLst/>
                <a:latin typeface="Arial Black" panose="020B0A04020102020204" pitchFamily="34" charset="0"/>
              </a:rPr>
              <a:t>ReLU</a:t>
            </a:r>
            <a:r>
              <a:rPr lang="en-US" sz="1600" b="1" i="0" dirty="0">
                <a:solidFill>
                  <a:srgbClr val="242424"/>
                </a:solidFill>
                <a:effectLst/>
                <a:latin typeface="Arial Black" panose="020B0A04020102020204" pitchFamily="34" charset="0"/>
              </a:rPr>
              <a:t>, Sigmoid, and Tanh</a:t>
            </a:r>
            <a:r>
              <a:rPr lang="en-US" sz="1600" b="0" i="0" dirty="0">
                <a:solidFill>
                  <a:srgbClr val="242424"/>
                </a:solidFill>
                <a:effectLst/>
                <a:latin typeface="Arial Black" panose="020B0A04020102020204" pitchFamily="34" charset="0"/>
              </a:rPr>
              <a:t>, which allow the network to learn complex patterns. </a:t>
            </a:r>
            <a:r>
              <a:rPr lang="en-US" sz="1600" b="0" i="0" dirty="0">
                <a:solidFill>
                  <a:srgbClr val="FF0000"/>
                </a:solidFill>
                <a:effectLst/>
                <a:latin typeface="Arial Black" panose="020B0A04020102020204" pitchFamily="34" charset="0"/>
              </a:rPr>
              <a:t>By stacking multiple </a:t>
            </a:r>
            <a:r>
              <a:rPr lang="en-US" sz="1600" b="0" i="0" dirty="0" err="1">
                <a:solidFill>
                  <a:srgbClr val="FF0000"/>
                </a:solidFill>
                <a:effectLst/>
                <a:latin typeface="Arial Black" panose="020B0A04020102020204" pitchFamily="34" charset="0"/>
              </a:rPr>
              <a:t>perceptrons</a:t>
            </a:r>
            <a:r>
              <a:rPr lang="en-US" sz="1600" b="0" i="0" dirty="0">
                <a:solidFill>
                  <a:srgbClr val="FF0000"/>
                </a:solidFill>
                <a:effectLst/>
                <a:latin typeface="Arial Black" panose="020B0A04020102020204" pitchFamily="34" charset="0"/>
              </a:rPr>
              <a:t> together and introducing </a:t>
            </a:r>
            <a:r>
              <a:rPr lang="en-US" sz="1600" b="1" i="0" dirty="0">
                <a:solidFill>
                  <a:srgbClr val="FF0000"/>
                </a:solidFill>
                <a:effectLst/>
                <a:latin typeface="Arial Black" panose="020B0A04020102020204" pitchFamily="34" charset="0"/>
              </a:rPr>
              <a:t>non-linearity</a:t>
            </a:r>
            <a:r>
              <a:rPr lang="en-US" sz="1600" b="0" i="0" dirty="0">
                <a:solidFill>
                  <a:srgbClr val="FF0000"/>
                </a:solidFill>
                <a:effectLst/>
                <a:latin typeface="Arial Black" panose="020B0A04020102020204" pitchFamily="34" charset="0"/>
              </a:rPr>
              <a:t>, deep learning models can solve much more </a:t>
            </a:r>
            <a:r>
              <a:rPr lang="en-US" sz="1600" b="1" i="0" dirty="0">
                <a:solidFill>
                  <a:srgbClr val="FF0000"/>
                </a:solidFill>
                <a:effectLst/>
                <a:latin typeface="Arial Black" panose="020B0A04020102020204" pitchFamily="34" charset="0"/>
              </a:rPr>
              <a:t>complex</a:t>
            </a:r>
            <a:r>
              <a:rPr lang="en-US" sz="1600" b="0" i="0" dirty="0">
                <a:solidFill>
                  <a:srgbClr val="FF0000"/>
                </a:solidFill>
                <a:effectLst/>
                <a:latin typeface="Arial Black" panose="020B0A04020102020204" pitchFamily="34" charset="0"/>
              </a:rPr>
              <a:t> classification problems, such as image recognition, speech processing, and language translation</a:t>
            </a:r>
          </a:p>
        </p:txBody>
      </p:sp>
    </p:spTree>
    <p:extLst>
      <p:ext uri="{BB962C8B-B14F-4D97-AF65-F5344CB8AC3E}">
        <p14:creationId xmlns:p14="http://schemas.microsoft.com/office/powerpoint/2010/main" val="1504713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3B11-57B2-5A35-37ED-6B56CD3399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DE0FDF-5C2D-E337-B28D-938D4F49959B}"/>
              </a:ext>
            </a:extLst>
          </p:cNvPr>
          <p:cNvSpPr txBox="1"/>
          <p:nvPr/>
        </p:nvSpPr>
        <p:spPr>
          <a:xfrm>
            <a:off x="1663684" y="108157"/>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5" name="TextBox 4">
            <a:extLst>
              <a:ext uri="{FF2B5EF4-FFF2-40B4-BE49-F238E27FC236}">
                <a16:creationId xmlns:a16="http://schemas.microsoft.com/office/drawing/2014/main" id="{908A4914-7C7E-5011-8E30-9973A421B25B}"/>
              </a:ext>
            </a:extLst>
          </p:cNvPr>
          <p:cNvSpPr txBox="1"/>
          <p:nvPr/>
        </p:nvSpPr>
        <p:spPr>
          <a:xfrm>
            <a:off x="2284546" y="621579"/>
            <a:ext cx="7226709" cy="369332"/>
          </a:xfrm>
          <a:prstGeom prst="rect">
            <a:avLst/>
          </a:prstGeom>
          <a:noFill/>
        </p:spPr>
        <p:txBody>
          <a:bodyPr wrap="square">
            <a:spAutoFit/>
          </a:bodyPr>
          <a:lstStyle/>
          <a:p>
            <a:r>
              <a:rPr lang="en-US" dirty="0">
                <a:solidFill>
                  <a:srgbClr val="FF0000"/>
                </a:solidFill>
                <a:latin typeface="Arial Black" panose="020B0A04020102020204" pitchFamily="34" charset="0"/>
              </a:rPr>
              <a:t>Perceptron and the Titanic Problem — The Connection</a:t>
            </a:r>
          </a:p>
        </p:txBody>
      </p:sp>
      <p:sp>
        <p:nvSpPr>
          <p:cNvPr id="7" name="TextBox 6">
            <a:extLst>
              <a:ext uri="{FF2B5EF4-FFF2-40B4-BE49-F238E27FC236}">
                <a16:creationId xmlns:a16="http://schemas.microsoft.com/office/drawing/2014/main" id="{842D3FD7-C33B-328A-B1A9-313FD6160EA8}"/>
              </a:ext>
            </a:extLst>
          </p:cNvPr>
          <p:cNvSpPr txBox="1"/>
          <p:nvPr/>
        </p:nvSpPr>
        <p:spPr>
          <a:xfrm>
            <a:off x="609599" y="1129932"/>
            <a:ext cx="4513007" cy="2800767"/>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What the Titanic dataset represents?</a:t>
            </a:r>
          </a:p>
          <a:p>
            <a:pPr>
              <a:buNone/>
            </a:pPr>
            <a:endParaRPr lang="en-US" sz="1600" dirty="0">
              <a:effectLst/>
              <a:latin typeface="Arial Black" panose="020B0A04020102020204" pitchFamily="34" charset="0"/>
            </a:endParaRPr>
          </a:p>
          <a:p>
            <a:pPr>
              <a:buNone/>
            </a:pPr>
            <a:r>
              <a:rPr lang="en-US" sz="1600" dirty="0">
                <a:effectLst/>
                <a:latin typeface="Arial Black" panose="020B0A04020102020204" pitchFamily="34" charset="0"/>
              </a:rPr>
              <a:t>Each passenger record has features like:</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Age</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Gender</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Ticket class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Fare</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Family size</a:t>
            </a:r>
            <a:endParaRPr lang="en-US" sz="1600" dirty="0">
              <a:latin typeface="Arial Black" panose="020B0A04020102020204" pitchFamily="34" charset="0"/>
            </a:endParaRPr>
          </a:p>
          <a:p>
            <a:pPr>
              <a:buNone/>
            </a:pPr>
            <a:r>
              <a:rPr lang="en-US" sz="1600" dirty="0">
                <a:effectLst/>
                <a:latin typeface="Arial Black" panose="020B0A04020102020204" pitchFamily="34" charset="0"/>
              </a:rPr>
              <a:t>and a label: </a:t>
            </a:r>
            <a:r>
              <a:rPr lang="en-US" sz="1600" b="1" dirty="0">
                <a:effectLst/>
                <a:latin typeface="Arial Black" panose="020B0A04020102020204" pitchFamily="34" charset="0"/>
              </a:rPr>
              <a:t>Survived (1)</a:t>
            </a:r>
            <a:r>
              <a:rPr lang="en-US" sz="1600" dirty="0">
                <a:effectLst/>
                <a:latin typeface="Arial Black" panose="020B0A04020102020204" pitchFamily="34" charset="0"/>
              </a:rPr>
              <a:t> or </a:t>
            </a:r>
            <a:r>
              <a:rPr lang="en-US" sz="1600" b="1" dirty="0">
                <a:effectLst/>
                <a:latin typeface="Arial Black" panose="020B0A04020102020204" pitchFamily="34" charset="0"/>
              </a:rPr>
              <a:t>Did not survive (0)</a:t>
            </a:r>
            <a:r>
              <a:rPr lang="en-US" sz="1600" dirty="0">
                <a:effectLst/>
                <a:latin typeface="Arial Black" panose="020B0A04020102020204" pitchFamily="34" charset="0"/>
              </a:rPr>
              <a:t>.</a:t>
            </a:r>
            <a:endParaRPr lang="en-US" sz="1600" dirty="0">
              <a:latin typeface="Arial Black" panose="020B0A04020102020204" pitchFamily="34" charset="0"/>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C53745B-F574-10D4-95E2-B9BE3F25CD4C}"/>
                  </a:ext>
                </a:extLst>
              </p:cNvPr>
              <p:cNvSpPr txBox="1"/>
              <p:nvPr/>
            </p:nvSpPr>
            <p:spPr>
              <a:xfrm>
                <a:off x="5636630" y="1129932"/>
                <a:ext cx="6096000" cy="3785652"/>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How the Perceptron fits in</a:t>
                </a:r>
              </a:p>
              <a:p>
                <a:pPr>
                  <a:buNone/>
                </a:pPr>
                <a:endParaRPr lang="en-US" sz="1600" b="1" dirty="0">
                  <a:latin typeface="Arial Black" panose="020B0A04020102020204" pitchFamily="34" charset="0"/>
                </a:endParaRPr>
              </a:p>
              <a:p>
                <a:pPr>
                  <a:buNone/>
                </a:pPr>
                <a:r>
                  <a:rPr lang="en-US" sz="1600" dirty="0">
                    <a:effectLst/>
                    <a:latin typeface="Arial Black" panose="020B0A04020102020204" pitchFamily="34" charset="0"/>
                  </a:rPr>
                  <a:t>A </a:t>
                </a:r>
                <a:r>
                  <a:rPr lang="en-US" sz="1600" b="1" dirty="0">
                    <a:effectLst/>
                    <a:latin typeface="Arial Black" panose="020B0A04020102020204" pitchFamily="34" charset="0"/>
                  </a:rPr>
                  <a:t>Perceptron</a:t>
                </a:r>
                <a:r>
                  <a:rPr lang="en-US" sz="1600" dirty="0">
                    <a:effectLst/>
                    <a:latin typeface="Arial Black" panose="020B0A04020102020204" pitchFamily="34" charset="0"/>
                  </a:rPr>
                  <a:t> can be trained to predict survival using these features:</a:t>
                </a:r>
                <a:endParaRPr lang="en-US" sz="1600" dirty="0">
                  <a:latin typeface="Arial Black" panose="020B0A04020102020204" pitchFamily="34" charset="0"/>
                </a:endParaRPr>
              </a:p>
              <a:p>
                <a:pPr>
                  <a:buNone/>
                </a:pPr>
                <a14:m>
                  <m:oMathPara xmlns:m="http://schemas.openxmlformats.org/officeDocument/2006/math">
                    <m:oMathParaPr>
                      <m:jc m:val="centerGroup"/>
                    </m:oMathParaPr>
                    <m:oMath xmlns:m="http://schemas.openxmlformats.org/officeDocument/2006/math">
                      <m:r>
                        <m:rPr>
                          <m:nor/>
                        </m:rPr>
                        <a:rPr lang="en-US" sz="1600" b="0">
                          <a:latin typeface="Arial Black" panose="020B0A04020102020204" pitchFamily="34" charset="0"/>
                        </a:rPr>
                        <m:t>Prediction</m:t>
                      </m:r>
                      <m:r>
                        <a:rPr lang="en-US" sz="1600" b="0" i="0">
                          <a:latin typeface="Cambria Math" panose="02040503050406030204" pitchFamily="18" charset="0"/>
                        </a:rPr>
                        <m:t>=</m:t>
                      </m:r>
                      <m:r>
                        <a:rPr lang="en-US" sz="1600" b="0" i="1">
                          <a:latin typeface="Cambria Math" panose="02040503050406030204" pitchFamily="18" charset="0"/>
                        </a:rPr>
                        <m:t>𝑓</m:t>
                      </m:r>
                      <m:d>
                        <m:dPr>
                          <m:ctrlPr>
                            <a:rPr lang="en-US" sz="1600" b="0" i="1">
                              <a:latin typeface="Cambria Math" panose="02040503050406030204" pitchFamily="18" charset="0"/>
                            </a:rPr>
                          </m:ctrlPr>
                        </m:dPr>
                        <m:e>
                          <m:r>
                            <a:rPr lang="en-US" sz="1600" b="0" i="1">
                              <a:latin typeface="Cambria Math" panose="02040503050406030204" pitchFamily="18" charset="0"/>
                            </a:rPr>
                            <m:t>𝑊</m:t>
                          </m:r>
                          <m:r>
                            <a:rPr lang="en-US" sz="1600" b="0" i="0">
                              <a:latin typeface="Cambria Math" panose="02040503050406030204" pitchFamily="18" charset="0"/>
                            </a:rPr>
                            <m:t>⋅</m:t>
                          </m:r>
                          <m:r>
                            <a:rPr lang="en-US" sz="1600" b="0" i="1">
                              <a:latin typeface="Cambria Math" panose="02040503050406030204" pitchFamily="18" charset="0"/>
                            </a:rPr>
                            <m:t>𝑋</m:t>
                          </m:r>
                          <m:r>
                            <a:rPr lang="en-US" sz="1600" b="0" i="0">
                              <a:latin typeface="Cambria Math" panose="02040503050406030204" pitchFamily="18" charset="0"/>
                            </a:rPr>
                            <m:t>+</m:t>
                          </m:r>
                          <m:r>
                            <a:rPr lang="en-US" sz="1600" b="0" i="1">
                              <a:latin typeface="Cambria Math" panose="02040503050406030204" pitchFamily="18" charset="0"/>
                            </a:rPr>
                            <m:t>𝑏</m:t>
                          </m:r>
                        </m:e>
                      </m:d>
                    </m:oMath>
                  </m:oMathPara>
                </a14:m>
                <a:endParaRPr lang="en-US" sz="1600" b="0" dirty="0">
                  <a:latin typeface="Arial Black" panose="020B0A04020102020204" pitchFamily="34" charset="0"/>
                </a:endParaRPr>
              </a:p>
              <a:p>
                <a:pPr>
                  <a:buNone/>
                </a:pPr>
                <a:r>
                  <a:rPr lang="en-US" sz="1600" dirty="0">
                    <a:effectLst/>
                    <a:latin typeface="Arial Black" panose="020B0A04020102020204" pitchFamily="34" charset="0"/>
                  </a:rPr>
                  <a:t>Here:</a:t>
                </a:r>
                <a:endParaRPr lang="en-US" sz="1600" dirty="0">
                  <a:latin typeface="Arial Black" panose="020B0A04020102020204" pitchFamily="34" charset="0"/>
                </a:endParaRPr>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rPr>
                      <m:t>𝑋</m:t>
                    </m:r>
                  </m:oMath>
                </a14:m>
                <a:r>
                  <a:rPr lang="en-US" sz="1600" dirty="0">
                    <a:effectLst/>
                    <a:latin typeface="Arial Black" panose="020B0A04020102020204" pitchFamily="34" charset="0"/>
                  </a:rPr>
                  <a:t>= passenger features</a:t>
                </a:r>
                <a:endParaRPr lang="en-US" sz="1600" dirty="0">
                  <a:latin typeface="Arial Black" panose="020B0A04020102020204" pitchFamily="34" charset="0"/>
                </a:endParaRPr>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rPr>
                      <m:t>𝑊</m:t>
                    </m:r>
                  </m:oMath>
                </a14:m>
                <a:r>
                  <a:rPr lang="en-US" sz="1600" dirty="0">
                    <a:effectLst/>
                    <a:latin typeface="Arial Black" panose="020B0A04020102020204" pitchFamily="34" charset="0"/>
                  </a:rPr>
                  <a:t>= learned weights showing importance of each feature</a:t>
                </a:r>
                <a:endParaRPr lang="en-US" sz="1600" dirty="0">
                  <a:latin typeface="Arial Black" panose="020B0A04020102020204" pitchFamily="34" charset="0"/>
                </a:endParaRPr>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rPr>
                      <m:t>𝑓</m:t>
                    </m:r>
                  </m:oMath>
                </a14:m>
                <a:r>
                  <a:rPr lang="en-US" sz="1600" dirty="0">
                    <a:effectLst/>
                    <a:latin typeface="Arial Black" panose="020B0A04020102020204" pitchFamily="34" charset="0"/>
                  </a:rPr>
                  <a:t>= activation function (e.g., step or sigmoid)</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Output = 1 (survived) or 0 (did not survive)</a:t>
                </a:r>
                <a:endParaRPr lang="en-US" sz="1600" dirty="0">
                  <a:latin typeface="Arial Black" panose="020B0A04020102020204" pitchFamily="34" charset="0"/>
                </a:endParaRPr>
              </a:p>
              <a:p>
                <a:pPr algn="just">
                  <a:buNone/>
                </a:pPr>
                <a:endParaRPr lang="en-US" sz="1600" dirty="0">
                  <a:solidFill>
                    <a:srgbClr val="FF0000"/>
                  </a:solidFill>
                  <a:effectLst/>
                  <a:latin typeface="Arial Black" panose="020B0A04020102020204" pitchFamily="34" charset="0"/>
                </a:endParaRPr>
              </a:p>
              <a:p>
                <a:pPr algn="just">
                  <a:buNone/>
                </a:pPr>
                <a:r>
                  <a:rPr lang="en-US" sz="1600" dirty="0">
                    <a:solidFill>
                      <a:srgbClr val="FF0000"/>
                    </a:solidFill>
                    <a:effectLst/>
                    <a:latin typeface="Arial Black" panose="020B0A04020102020204" pitchFamily="34" charset="0"/>
                  </a:rPr>
                  <a:t>So, the perceptron acts like a </a:t>
                </a:r>
                <a:r>
                  <a:rPr lang="en-US" sz="1600" b="1" dirty="0">
                    <a:solidFill>
                      <a:srgbClr val="FF0000"/>
                    </a:solidFill>
                    <a:effectLst/>
                    <a:latin typeface="Arial Black" panose="020B0A04020102020204" pitchFamily="34" charset="0"/>
                  </a:rPr>
                  <a:t>simple classifier</a:t>
                </a:r>
                <a:r>
                  <a:rPr lang="en-US" sz="1600" dirty="0">
                    <a:solidFill>
                      <a:srgbClr val="FF0000"/>
                    </a:solidFill>
                    <a:effectLst/>
                    <a:latin typeface="Arial Black" panose="020B0A04020102020204" pitchFamily="34" charset="0"/>
                  </a:rPr>
                  <a:t> — it draws a line (or plane) separating survivors from non‑survivors based on weighted features.</a:t>
                </a:r>
                <a:endParaRPr lang="en-US" sz="1600" dirty="0">
                  <a:solidFill>
                    <a:srgbClr val="FF0000"/>
                  </a:solidFill>
                  <a:latin typeface="Arial Black" panose="020B0A04020102020204" pitchFamily="34" charset="0"/>
                </a:endParaRPr>
              </a:p>
            </p:txBody>
          </p:sp>
        </mc:Choice>
        <mc:Fallback>
          <p:sp>
            <p:nvSpPr>
              <p:cNvPr id="11" name="TextBox 10">
                <a:extLst>
                  <a:ext uri="{FF2B5EF4-FFF2-40B4-BE49-F238E27FC236}">
                    <a16:creationId xmlns:a16="http://schemas.microsoft.com/office/drawing/2014/main" id="{2C53745B-F574-10D4-95E2-B9BE3F25CD4C}"/>
                  </a:ext>
                </a:extLst>
              </p:cNvPr>
              <p:cNvSpPr txBox="1">
                <a:spLocks noRot="1" noChangeAspect="1" noMove="1" noResize="1" noEditPoints="1" noAdjustHandles="1" noChangeArrowheads="1" noChangeShapeType="1" noTextEdit="1"/>
              </p:cNvSpPr>
              <p:nvPr/>
            </p:nvSpPr>
            <p:spPr>
              <a:xfrm>
                <a:off x="5636630" y="1129932"/>
                <a:ext cx="6096000" cy="3785652"/>
              </a:xfrm>
              <a:prstGeom prst="rect">
                <a:avLst/>
              </a:prstGeom>
              <a:blipFill>
                <a:blip r:embed="rId3"/>
                <a:stretch>
                  <a:fillRect l="-600" t="-483" r="-1300" b="-1127"/>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E296B293-8C74-BF66-4A18-C6FFA737E317}"/>
              </a:ext>
            </a:extLst>
          </p:cNvPr>
          <p:cNvSpPr txBox="1"/>
          <p:nvPr/>
        </p:nvSpPr>
        <p:spPr>
          <a:xfrm>
            <a:off x="609599" y="3930699"/>
            <a:ext cx="4611330" cy="2800767"/>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Why Deep Learning improves it</a:t>
            </a:r>
          </a:p>
          <a:p>
            <a:pPr algn="ctr">
              <a:buNone/>
            </a:pPr>
            <a:endParaRPr lang="en-US" sz="1600" b="1" dirty="0">
              <a:solidFill>
                <a:srgbClr val="FF0000"/>
              </a:solidFill>
              <a:latin typeface="Arial Black" panose="020B0A04020102020204" pitchFamily="34" charset="0"/>
            </a:endParaRPr>
          </a:p>
          <a:p>
            <a:pPr algn="just">
              <a:buNone/>
            </a:pPr>
            <a:r>
              <a:rPr lang="en-US" sz="1600" dirty="0">
                <a:effectLst/>
                <a:latin typeface="Arial Black" panose="020B0A04020102020204" pitchFamily="34" charset="0"/>
              </a:rPr>
              <a:t>A single perceptron can only handle </a:t>
            </a:r>
            <a:r>
              <a:rPr lang="en-US" sz="1600" b="1" dirty="0">
                <a:effectLst/>
                <a:latin typeface="Arial Black" panose="020B0A04020102020204" pitchFamily="34" charset="0"/>
              </a:rPr>
              <a:t>linear separations</a:t>
            </a:r>
            <a:r>
              <a:rPr lang="en-US" sz="1600" dirty="0">
                <a:effectLst/>
                <a:latin typeface="Arial Black" panose="020B0A04020102020204" pitchFamily="34" charset="0"/>
              </a:rPr>
              <a:t>. But survival chances depend on </a:t>
            </a:r>
            <a:r>
              <a:rPr lang="en-US" sz="1600" b="1" dirty="0">
                <a:effectLst/>
                <a:latin typeface="Arial Black" panose="020B0A04020102020204" pitchFamily="34" charset="0"/>
              </a:rPr>
              <a:t>non‑linear interactions</a:t>
            </a:r>
            <a:r>
              <a:rPr lang="en-US" sz="1600" dirty="0">
                <a:effectLst/>
                <a:latin typeface="Arial Black" panose="020B0A04020102020204" pitchFamily="34" charset="0"/>
              </a:rPr>
              <a:t> — </a:t>
            </a:r>
            <a:r>
              <a:rPr lang="en-US" sz="1600" dirty="0">
                <a:solidFill>
                  <a:srgbClr val="FF0000"/>
                </a:solidFill>
                <a:effectLst/>
                <a:latin typeface="Arial Black" panose="020B0A04020102020204" pitchFamily="34" charset="0"/>
              </a:rPr>
              <a:t>for example, </a:t>
            </a:r>
            <a:r>
              <a:rPr lang="en-US" sz="1600" i="1" dirty="0">
                <a:solidFill>
                  <a:srgbClr val="FF0000"/>
                </a:solidFill>
                <a:effectLst/>
                <a:latin typeface="Arial Black" panose="020B0A04020102020204" pitchFamily="34" charset="0"/>
              </a:rPr>
              <a:t>young females in first class</a:t>
            </a:r>
            <a:r>
              <a:rPr lang="en-US" sz="1600" dirty="0">
                <a:solidFill>
                  <a:srgbClr val="FF0000"/>
                </a:solidFill>
                <a:effectLst/>
                <a:latin typeface="Arial Black" panose="020B0A04020102020204" pitchFamily="34" charset="0"/>
              </a:rPr>
              <a:t> had higher survival odds than </a:t>
            </a:r>
            <a:r>
              <a:rPr lang="en-US" sz="1600" i="1" dirty="0">
                <a:solidFill>
                  <a:srgbClr val="FF0000"/>
                </a:solidFill>
                <a:effectLst/>
                <a:latin typeface="Arial Black" panose="020B0A04020102020204" pitchFamily="34" charset="0"/>
              </a:rPr>
              <a:t>older males in third class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A </a:t>
            </a:r>
            <a:r>
              <a:rPr lang="en-US" sz="1600" b="1" dirty="0">
                <a:effectLst/>
                <a:latin typeface="Arial Black" panose="020B0A04020102020204" pitchFamily="34" charset="0"/>
              </a:rPr>
              <a:t>Deep Neural Network</a:t>
            </a:r>
            <a:r>
              <a:rPr lang="en-US" sz="1600" dirty="0">
                <a:effectLst/>
                <a:latin typeface="Arial Black" panose="020B0A04020102020204" pitchFamily="34" charset="0"/>
              </a:rPr>
              <a:t> captures these complex patterns through multiple hidden layers.</a:t>
            </a:r>
            <a:endParaRPr lang="en-US" sz="1600" dirty="0">
              <a:latin typeface="Arial Black" panose="020B0A04020102020204" pitchFamily="34" charset="0"/>
            </a:endParaRPr>
          </a:p>
        </p:txBody>
      </p:sp>
      <p:sp>
        <p:nvSpPr>
          <p:cNvPr id="15" name="TextBox 14">
            <a:extLst>
              <a:ext uri="{FF2B5EF4-FFF2-40B4-BE49-F238E27FC236}">
                <a16:creationId xmlns:a16="http://schemas.microsoft.com/office/drawing/2014/main" id="{8BFD3D7D-69F2-D37D-B998-6EA10BD4AE0E}"/>
              </a:ext>
            </a:extLst>
          </p:cNvPr>
          <p:cNvSpPr txBox="1"/>
          <p:nvPr/>
        </p:nvSpPr>
        <p:spPr>
          <a:xfrm>
            <a:off x="5754618" y="5127903"/>
            <a:ext cx="5978012" cy="1077218"/>
          </a:xfrm>
          <a:prstGeom prst="rect">
            <a:avLst/>
          </a:prstGeom>
          <a:noFill/>
        </p:spPr>
        <p:txBody>
          <a:bodyPr wrap="square">
            <a:spAutoFit/>
          </a:bodyPr>
          <a:lstStyle/>
          <a:p>
            <a:pPr algn="just"/>
            <a:r>
              <a:rPr lang="en-US" sz="1600" dirty="0">
                <a:solidFill>
                  <a:srgbClr val="0070C0"/>
                </a:solidFill>
                <a:latin typeface="Arial Black" panose="020B0A04020102020204" pitchFamily="34" charset="0"/>
              </a:rPr>
              <a:t>“The perceptron is like a single teacher deciding pass/fail from a few marks. A deep network is like a panel of teachers — each layer refines the decision using different perspectives.”</a:t>
            </a:r>
          </a:p>
        </p:txBody>
      </p:sp>
    </p:spTree>
    <p:extLst>
      <p:ext uri="{BB962C8B-B14F-4D97-AF65-F5344CB8AC3E}">
        <p14:creationId xmlns:p14="http://schemas.microsoft.com/office/powerpoint/2010/main" val="744267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64BBC-4B27-4DAA-9DFB-F8E0954C0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C49EF2-B637-AD8F-B1F8-1D7EB079FE46}"/>
              </a:ext>
            </a:extLst>
          </p:cNvPr>
          <p:cNvSpPr txBox="1"/>
          <p:nvPr/>
        </p:nvSpPr>
        <p:spPr>
          <a:xfrm>
            <a:off x="1663684" y="108157"/>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3" name="Picture 2">
            <a:extLst>
              <a:ext uri="{FF2B5EF4-FFF2-40B4-BE49-F238E27FC236}">
                <a16:creationId xmlns:a16="http://schemas.microsoft.com/office/drawing/2014/main" id="{6385FA32-5841-D918-8C26-6DB0C7271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48" y="966574"/>
            <a:ext cx="8236974" cy="5491316"/>
          </a:xfrm>
          <a:prstGeom prst="rect">
            <a:avLst/>
          </a:prstGeom>
        </p:spPr>
      </p:pic>
      <p:sp>
        <p:nvSpPr>
          <p:cNvPr id="8" name="TextBox 7">
            <a:extLst>
              <a:ext uri="{FF2B5EF4-FFF2-40B4-BE49-F238E27FC236}">
                <a16:creationId xmlns:a16="http://schemas.microsoft.com/office/drawing/2014/main" id="{B7ED1BD4-B0DB-E089-80B3-876E3D7573A8}"/>
              </a:ext>
            </a:extLst>
          </p:cNvPr>
          <p:cNvSpPr txBox="1"/>
          <p:nvPr/>
        </p:nvSpPr>
        <p:spPr>
          <a:xfrm>
            <a:off x="8662219" y="1244909"/>
            <a:ext cx="3057832" cy="5016758"/>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Left side (Perceptron Model):</a:t>
            </a: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Shows a straight decision boundary.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Passengers classified with a simple “yes/no” rule.</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Works only for basic, linear separations.</a:t>
            </a:r>
            <a:endParaRPr lang="en-US" sz="1600" dirty="0">
              <a:latin typeface="Arial Black" panose="020B0A04020102020204" pitchFamily="34" charset="0"/>
            </a:endParaRPr>
          </a:p>
          <a:p>
            <a:pPr>
              <a:buNone/>
            </a:pPr>
            <a:endParaRPr lang="en-US" sz="1600" b="1" dirty="0">
              <a:solidFill>
                <a:srgbClr val="FF0000"/>
              </a:solidFill>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Right side (Deep Neural Network):</a:t>
            </a: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Shows curved, irregular boundaries.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Captures complex interactions (e.g., age + class + gender).</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Reveals hidden survival patterns beyond simple rules.</a:t>
            </a:r>
            <a:endParaRPr lang="en-US" sz="1600" dirty="0">
              <a:latin typeface="Arial Black" panose="020B0A04020102020204" pitchFamily="34" charset="0"/>
            </a:endParaRPr>
          </a:p>
        </p:txBody>
      </p:sp>
    </p:spTree>
    <p:extLst>
      <p:ext uri="{BB962C8B-B14F-4D97-AF65-F5344CB8AC3E}">
        <p14:creationId xmlns:p14="http://schemas.microsoft.com/office/powerpoint/2010/main" val="749787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ABC1-9F41-BCDA-1D54-20E950E67C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7B0A79-3A2D-4477-8981-0D380B97A8C4}"/>
              </a:ext>
            </a:extLst>
          </p:cNvPr>
          <p:cNvSpPr txBox="1"/>
          <p:nvPr/>
        </p:nvSpPr>
        <p:spPr>
          <a:xfrm>
            <a:off x="1663684" y="108157"/>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5" name="Picture 4">
            <a:extLst>
              <a:ext uri="{FF2B5EF4-FFF2-40B4-BE49-F238E27FC236}">
                <a16:creationId xmlns:a16="http://schemas.microsoft.com/office/drawing/2014/main" id="{B7E438B8-139E-D5E9-5237-429F4F1ABD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45" y="1101211"/>
            <a:ext cx="7573298" cy="5048865"/>
          </a:xfrm>
          <a:prstGeom prst="rect">
            <a:avLst/>
          </a:prstGeom>
        </p:spPr>
      </p:pic>
      <p:sp>
        <p:nvSpPr>
          <p:cNvPr id="7" name="TextBox 6">
            <a:extLst>
              <a:ext uri="{FF2B5EF4-FFF2-40B4-BE49-F238E27FC236}">
                <a16:creationId xmlns:a16="http://schemas.microsoft.com/office/drawing/2014/main" id="{24ADC73E-1479-7019-99B4-F768AF2358E8}"/>
              </a:ext>
            </a:extLst>
          </p:cNvPr>
          <p:cNvSpPr txBox="1"/>
          <p:nvPr/>
        </p:nvSpPr>
        <p:spPr>
          <a:xfrm>
            <a:off x="7964129" y="1101211"/>
            <a:ext cx="3618271" cy="3570208"/>
          </a:xfrm>
          <a:prstGeom prst="rect">
            <a:avLst/>
          </a:prstGeom>
          <a:noFill/>
        </p:spPr>
        <p:txBody>
          <a:bodyPr wrap="square">
            <a:spAutoFit/>
          </a:bodyPr>
          <a:lstStyle/>
          <a:p>
            <a:pPr algn="ctr">
              <a:buNone/>
            </a:pPr>
            <a:r>
              <a:rPr lang="en-US" sz="1600" b="1" dirty="0">
                <a:solidFill>
                  <a:srgbClr val="FF0000"/>
                </a:solidFill>
                <a:effectLst/>
                <a:latin typeface="Arial Black" panose="020B0A04020102020204" pitchFamily="34" charset="0"/>
              </a:rPr>
              <a:t>Slide Overview:</a:t>
            </a:r>
          </a:p>
          <a:p>
            <a:pPr>
              <a:buNone/>
            </a:pP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Healthcare: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Tumor detection and medical imaging.</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Finance: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Market trend prediction and fraud detection.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Space Science: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Satellite analysis and planetary exploration.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Education: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Adaptive learning systems and personalized tutoring</a:t>
            </a:r>
            <a:r>
              <a:rPr lang="en-US" dirty="0">
                <a:effectLst/>
              </a:rPr>
              <a:t>.</a:t>
            </a:r>
            <a:endParaRPr lang="en-US" dirty="0"/>
          </a:p>
        </p:txBody>
      </p:sp>
    </p:spTree>
    <p:extLst>
      <p:ext uri="{BB962C8B-B14F-4D97-AF65-F5344CB8AC3E}">
        <p14:creationId xmlns:p14="http://schemas.microsoft.com/office/powerpoint/2010/main" val="806787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B8CD7-6E47-672B-12E0-353AC68E9E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3B3425-F1F5-5F01-ABC1-C12C13422A1C}"/>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B109DBAC-B1BA-0DDE-5A43-CC86877E3393}"/>
              </a:ext>
            </a:extLst>
          </p:cNvPr>
          <p:cNvSpPr txBox="1"/>
          <p:nvPr/>
        </p:nvSpPr>
        <p:spPr>
          <a:xfrm>
            <a:off x="2841522" y="670741"/>
            <a:ext cx="6331973"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Deep Learning — The Brain of Modern AI</a:t>
            </a:r>
          </a:p>
        </p:txBody>
      </p:sp>
      <p:sp>
        <p:nvSpPr>
          <p:cNvPr id="8" name="TextBox 7">
            <a:extLst>
              <a:ext uri="{FF2B5EF4-FFF2-40B4-BE49-F238E27FC236}">
                <a16:creationId xmlns:a16="http://schemas.microsoft.com/office/drawing/2014/main" id="{D72F5A24-E4BE-F86D-C23E-4ED0EFB70AC5}"/>
              </a:ext>
            </a:extLst>
          </p:cNvPr>
          <p:cNvSpPr txBox="1"/>
          <p:nvPr/>
        </p:nvSpPr>
        <p:spPr>
          <a:xfrm>
            <a:off x="973394" y="1364592"/>
            <a:ext cx="10245212" cy="1077218"/>
          </a:xfrm>
          <a:prstGeom prst="rect">
            <a:avLst/>
          </a:prstGeom>
          <a:noFill/>
        </p:spPr>
        <p:txBody>
          <a:bodyPr wrap="square">
            <a:spAutoFit/>
          </a:bodyPr>
          <a:lstStyle/>
          <a:p>
            <a:pPr algn="just"/>
            <a:r>
              <a:rPr lang="en-US" sz="1600" dirty="0">
                <a:latin typeface="Arial Black" panose="020B0A04020102020204" pitchFamily="34" charset="0"/>
              </a:rPr>
              <a:t>Deep Learning is a branch of </a:t>
            </a:r>
            <a:r>
              <a:rPr lang="en-US" sz="1600" b="1" dirty="0">
                <a:latin typeface="Arial Black" panose="020B0A04020102020204" pitchFamily="34" charset="0"/>
              </a:rPr>
              <a:t>Machine Learning</a:t>
            </a:r>
            <a:r>
              <a:rPr lang="en-US" sz="1600" dirty="0">
                <a:latin typeface="Arial Black" panose="020B0A04020102020204" pitchFamily="34" charset="0"/>
              </a:rPr>
              <a:t> that uses </a:t>
            </a:r>
            <a:r>
              <a:rPr lang="en-US" sz="1600" b="1" dirty="0">
                <a:latin typeface="Arial Black" panose="020B0A04020102020204" pitchFamily="34" charset="0"/>
              </a:rPr>
              <a:t>neural networks with many hidden layers</a:t>
            </a:r>
            <a:r>
              <a:rPr lang="en-US" sz="1600" dirty="0">
                <a:latin typeface="Arial Black" panose="020B0A04020102020204" pitchFamily="34" charset="0"/>
              </a:rPr>
              <a:t> to learn complex patterns from large amounts of data. Each layer transforms the input slightly, helping the network discover subtle relationships — much like how our brain processes vision, sound, and language.</a:t>
            </a:r>
          </a:p>
        </p:txBody>
      </p:sp>
      <p:sp>
        <p:nvSpPr>
          <p:cNvPr id="10" name="TextBox 9">
            <a:extLst>
              <a:ext uri="{FF2B5EF4-FFF2-40B4-BE49-F238E27FC236}">
                <a16:creationId xmlns:a16="http://schemas.microsoft.com/office/drawing/2014/main" id="{B902BF9C-D098-B65A-E007-A9453BA7B10A}"/>
              </a:ext>
            </a:extLst>
          </p:cNvPr>
          <p:cNvSpPr txBox="1"/>
          <p:nvPr/>
        </p:nvSpPr>
        <p:spPr>
          <a:xfrm>
            <a:off x="973394" y="2441810"/>
            <a:ext cx="10117393" cy="1323439"/>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Why “Deep”?</a:t>
            </a:r>
          </a:p>
          <a:p>
            <a:pPr algn="just">
              <a:buNone/>
            </a:pPr>
            <a:endParaRPr lang="en-US" sz="1600" b="1" dirty="0">
              <a:latin typeface="Arial Black" panose="020B0A04020102020204" pitchFamily="34" charset="0"/>
            </a:endParaRPr>
          </a:p>
          <a:p>
            <a:pPr algn="just">
              <a:buNone/>
            </a:pPr>
            <a:r>
              <a:rPr lang="en-US" sz="1600" dirty="0">
                <a:effectLst/>
                <a:latin typeface="Arial Black" panose="020B0A04020102020204" pitchFamily="34" charset="0"/>
              </a:rPr>
              <a:t>Because it has </a:t>
            </a:r>
            <a:r>
              <a:rPr lang="en-US" sz="1600" b="1" dirty="0">
                <a:effectLst/>
                <a:latin typeface="Arial Black" panose="020B0A04020102020204" pitchFamily="34" charset="0"/>
              </a:rPr>
              <a:t>many layers</a:t>
            </a:r>
            <a:r>
              <a:rPr lang="en-US" sz="1600" dirty="0">
                <a:effectLst/>
                <a:latin typeface="Arial Black" panose="020B0A04020102020204" pitchFamily="34" charset="0"/>
              </a:rPr>
              <a:t> — each layer adds depth to understanding. A shallow network might only see simple patterns; a deep one can recognize faces, translate languages, or predict survival on the Titanic.</a:t>
            </a:r>
            <a:endParaRPr lang="en-US" sz="1600" dirty="0">
              <a:latin typeface="Arial Black" panose="020B0A04020102020204" pitchFamily="34" charset="0"/>
            </a:endParaRPr>
          </a:p>
        </p:txBody>
      </p:sp>
      <p:sp>
        <p:nvSpPr>
          <p:cNvPr id="12" name="TextBox 11">
            <a:extLst>
              <a:ext uri="{FF2B5EF4-FFF2-40B4-BE49-F238E27FC236}">
                <a16:creationId xmlns:a16="http://schemas.microsoft.com/office/drawing/2014/main" id="{6065AED4-B6A3-91D0-E638-750334FAEA5C}"/>
              </a:ext>
            </a:extLst>
          </p:cNvPr>
          <p:cNvSpPr txBox="1"/>
          <p:nvPr/>
        </p:nvSpPr>
        <p:spPr>
          <a:xfrm>
            <a:off x="973394" y="3884194"/>
            <a:ext cx="10117393" cy="584775"/>
          </a:xfrm>
          <a:prstGeom prst="rect">
            <a:avLst/>
          </a:prstGeom>
          <a:noFill/>
        </p:spPr>
        <p:txBody>
          <a:bodyPr wrap="square">
            <a:spAutoFit/>
          </a:bodyPr>
          <a:lstStyle/>
          <a:p>
            <a:pPr algn="just"/>
            <a:r>
              <a:rPr lang="en-US" sz="1600" dirty="0">
                <a:solidFill>
                  <a:srgbClr val="FF0000"/>
                </a:solidFill>
                <a:latin typeface="Arial Black" panose="020B0A04020102020204" pitchFamily="34" charset="0"/>
              </a:rPr>
              <a:t>Imagine peeling an onion — each layer reveals more detail. Deep Learning peels data layer by layer until it understands the full picture.”</a:t>
            </a:r>
          </a:p>
        </p:txBody>
      </p:sp>
      <p:sp>
        <p:nvSpPr>
          <p:cNvPr id="14" name="TextBox 13">
            <a:extLst>
              <a:ext uri="{FF2B5EF4-FFF2-40B4-BE49-F238E27FC236}">
                <a16:creationId xmlns:a16="http://schemas.microsoft.com/office/drawing/2014/main" id="{F04C8696-75F9-54B8-8A6A-8C6F5ECFF146}"/>
              </a:ext>
            </a:extLst>
          </p:cNvPr>
          <p:cNvSpPr txBox="1"/>
          <p:nvPr/>
        </p:nvSpPr>
        <p:spPr>
          <a:xfrm>
            <a:off x="471948" y="5110041"/>
            <a:ext cx="11444747" cy="1077218"/>
          </a:xfrm>
          <a:prstGeom prst="rect">
            <a:avLst/>
          </a:prstGeom>
          <a:noFill/>
        </p:spPr>
        <p:txBody>
          <a:bodyPr wrap="square">
            <a:spAutoFit/>
          </a:bodyPr>
          <a:lstStyle/>
          <a:p>
            <a:pPr algn="just">
              <a:buNone/>
            </a:pPr>
            <a:r>
              <a:rPr lang="en-US" sz="1600" b="1" dirty="0">
                <a:solidFill>
                  <a:srgbClr val="FF0000"/>
                </a:solidFill>
                <a:effectLst/>
                <a:latin typeface="Arial Black" panose="020B0A04020102020204" pitchFamily="34" charset="0"/>
              </a:rPr>
              <a:t>Input Layer:</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Receives raw data (images, text, numbers).</a:t>
            </a: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Hidden Layers: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Extract features step by step — edges → shapes → objects in an image, or letters → words → meaning in text.</a:t>
            </a:r>
            <a:endParaRPr lang="en-US" sz="1600" dirty="0">
              <a:latin typeface="Arial Black" panose="020B0A04020102020204" pitchFamily="34" charset="0"/>
            </a:endParaRPr>
          </a:p>
          <a:p>
            <a:pPr algn="just">
              <a:buNone/>
            </a:pPr>
            <a:r>
              <a:rPr lang="en-US" sz="1600" b="1" dirty="0">
                <a:solidFill>
                  <a:srgbClr val="FF0000"/>
                </a:solidFill>
                <a:effectLst/>
                <a:latin typeface="Arial Black" panose="020B0A04020102020204" pitchFamily="34" charset="0"/>
              </a:rPr>
              <a:t>Output Layer:</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Produces predictions or classifications.</a:t>
            </a:r>
            <a:endParaRPr lang="en-US" sz="1600" dirty="0">
              <a:latin typeface="Arial Black" panose="020B0A04020102020204" pitchFamily="34" charset="0"/>
            </a:endParaRPr>
          </a:p>
        </p:txBody>
      </p:sp>
    </p:spTree>
    <p:extLst>
      <p:ext uri="{BB962C8B-B14F-4D97-AF65-F5344CB8AC3E}">
        <p14:creationId xmlns:p14="http://schemas.microsoft.com/office/powerpoint/2010/main" val="2891659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B9D7-13FD-45F2-E1BB-63CDEF86B3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4DF0C9-6254-F4A8-7BA1-2D8178A8F3CB}"/>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graphicFrame>
        <p:nvGraphicFramePr>
          <p:cNvPr id="2" name="Table 1">
            <a:extLst>
              <a:ext uri="{FF2B5EF4-FFF2-40B4-BE49-F238E27FC236}">
                <a16:creationId xmlns:a16="http://schemas.microsoft.com/office/drawing/2014/main" id="{0A8DBBD1-5368-4AEB-BD62-28BD5683DB19}"/>
              </a:ext>
            </a:extLst>
          </p:cNvPr>
          <p:cNvGraphicFramePr>
            <a:graphicFrameLocks noGrp="1"/>
          </p:cNvGraphicFramePr>
          <p:nvPr>
            <p:extLst>
              <p:ext uri="{D42A27DB-BD31-4B8C-83A1-F6EECF244321}">
                <p14:modId xmlns:p14="http://schemas.microsoft.com/office/powerpoint/2010/main" val="1207683966"/>
              </p:ext>
            </p:extLst>
          </p:nvPr>
        </p:nvGraphicFramePr>
        <p:xfrm>
          <a:off x="1376516" y="1714311"/>
          <a:ext cx="10508225" cy="2194560"/>
        </p:xfrm>
        <a:graphic>
          <a:graphicData uri="http://schemas.openxmlformats.org/drawingml/2006/table">
            <a:tbl>
              <a:tblPr/>
              <a:tblGrid>
                <a:gridCol w="5250425">
                  <a:extLst>
                    <a:ext uri="{9D8B030D-6E8A-4147-A177-3AD203B41FA5}">
                      <a16:colId xmlns:a16="http://schemas.microsoft.com/office/drawing/2014/main" val="2373846645"/>
                    </a:ext>
                  </a:extLst>
                </a:gridCol>
                <a:gridCol w="5257800">
                  <a:extLst>
                    <a:ext uri="{9D8B030D-6E8A-4147-A177-3AD203B41FA5}">
                      <a16:colId xmlns:a16="http://schemas.microsoft.com/office/drawing/2014/main" val="3257845135"/>
                    </a:ext>
                  </a:extLst>
                </a:gridCol>
              </a:tblGrid>
              <a:tr h="0">
                <a:tc>
                  <a:txBody>
                    <a:bodyPr/>
                    <a:lstStyle/>
                    <a:p>
                      <a:pPr algn="ctr">
                        <a:buNone/>
                      </a:pPr>
                      <a:r>
                        <a:rPr lang="en-US" dirty="0">
                          <a:solidFill>
                            <a:srgbClr val="FF0000"/>
                          </a:solidFill>
                          <a:latin typeface="Arial Black" panose="020B0A04020102020204" pitchFamily="34" charset="0"/>
                        </a:rPr>
                        <a:t>Domain</a:t>
                      </a:r>
                    </a:p>
                  </a:txBody>
                  <a:tcPr anchor="ctr">
                    <a:lnL>
                      <a:noFill/>
                    </a:lnL>
                    <a:lnR>
                      <a:noFill/>
                    </a:lnR>
                    <a:lnT>
                      <a:noFill/>
                    </a:lnT>
                    <a:lnB>
                      <a:noFill/>
                    </a:lnB>
                    <a:noFill/>
                  </a:tcPr>
                </a:tc>
                <a:tc>
                  <a:txBody>
                    <a:bodyPr/>
                    <a:lstStyle/>
                    <a:p>
                      <a:pPr algn="ctr">
                        <a:buNone/>
                      </a:pPr>
                      <a:r>
                        <a:rPr lang="en-US" dirty="0">
                          <a:solidFill>
                            <a:srgbClr val="FF0000"/>
                          </a:solidFill>
                          <a:latin typeface="Arial Black" panose="020B0A04020102020204" pitchFamily="34" charset="0"/>
                        </a:rPr>
                        <a:t>Example</a:t>
                      </a:r>
                    </a:p>
                  </a:txBody>
                  <a:tcPr anchor="ctr">
                    <a:lnL>
                      <a:noFill/>
                    </a:lnL>
                    <a:lnR>
                      <a:noFill/>
                    </a:lnR>
                    <a:lnT>
                      <a:noFill/>
                    </a:lnT>
                    <a:lnB>
                      <a:noFill/>
                    </a:lnB>
                    <a:noFill/>
                  </a:tcPr>
                </a:tc>
                <a:extLst>
                  <a:ext uri="{0D108BD9-81ED-4DB2-BD59-A6C34878D82A}">
                    <a16:rowId xmlns:a16="http://schemas.microsoft.com/office/drawing/2014/main" val="4076636150"/>
                  </a:ext>
                </a:extLst>
              </a:tr>
              <a:tr h="0">
                <a:tc>
                  <a:txBody>
                    <a:bodyPr/>
                    <a:lstStyle/>
                    <a:p>
                      <a:pPr>
                        <a:buNone/>
                      </a:pPr>
                      <a:r>
                        <a:rPr lang="en-US">
                          <a:latin typeface="Arial Black" panose="020B0A04020102020204" pitchFamily="34" charset="0"/>
                        </a:rPr>
                        <a:t>🩺 Healthcare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Detecting tumors in MRI scans</a:t>
                      </a:r>
                    </a:p>
                  </a:txBody>
                  <a:tcPr anchor="ctr">
                    <a:lnL>
                      <a:noFill/>
                    </a:lnL>
                    <a:lnR>
                      <a:noFill/>
                    </a:lnR>
                    <a:lnT>
                      <a:noFill/>
                    </a:lnT>
                    <a:lnB>
                      <a:noFill/>
                    </a:lnB>
                    <a:noFill/>
                  </a:tcPr>
                </a:tc>
                <a:extLst>
                  <a:ext uri="{0D108BD9-81ED-4DB2-BD59-A6C34878D82A}">
                    <a16:rowId xmlns:a16="http://schemas.microsoft.com/office/drawing/2014/main" val="2867795535"/>
                  </a:ext>
                </a:extLst>
              </a:tr>
              <a:tr h="0">
                <a:tc>
                  <a:txBody>
                    <a:bodyPr/>
                    <a:lstStyle/>
                    <a:p>
                      <a:pPr>
                        <a:buNone/>
                      </a:pPr>
                      <a:r>
                        <a:rPr lang="en-US" dirty="0">
                          <a:latin typeface="Arial Black" panose="020B0A04020102020204" pitchFamily="34" charset="0"/>
                        </a:rPr>
                        <a:t>💰 Finance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Fraud detection and stock prediction</a:t>
                      </a:r>
                    </a:p>
                  </a:txBody>
                  <a:tcPr anchor="ctr">
                    <a:lnL>
                      <a:noFill/>
                    </a:lnL>
                    <a:lnR>
                      <a:noFill/>
                    </a:lnR>
                    <a:lnT>
                      <a:noFill/>
                    </a:lnT>
                    <a:lnB>
                      <a:noFill/>
                    </a:lnB>
                    <a:noFill/>
                  </a:tcPr>
                </a:tc>
                <a:extLst>
                  <a:ext uri="{0D108BD9-81ED-4DB2-BD59-A6C34878D82A}">
                    <a16:rowId xmlns:a16="http://schemas.microsoft.com/office/drawing/2014/main" val="68938015"/>
                  </a:ext>
                </a:extLst>
              </a:tr>
              <a:tr h="0">
                <a:tc>
                  <a:txBody>
                    <a:bodyPr/>
                    <a:lstStyle/>
                    <a:p>
                      <a:pPr>
                        <a:buNone/>
                      </a:pPr>
                      <a:r>
                        <a:rPr lang="en-US">
                          <a:latin typeface="Arial Black" panose="020B0A04020102020204" pitchFamily="34" charset="0"/>
                        </a:rPr>
                        <a:t>🚀 Space Science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Analyzing satellite imagery</a:t>
                      </a:r>
                    </a:p>
                  </a:txBody>
                  <a:tcPr anchor="ctr">
                    <a:lnL>
                      <a:noFill/>
                    </a:lnL>
                    <a:lnR>
                      <a:noFill/>
                    </a:lnR>
                    <a:lnT>
                      <a:noFill/>
                    </a:lnT>
                    <a:lnB>
                      <a:noFill/>
                    </a:lnB>
                    <a:noFill/>
                  </a:tcPr>
                </a:tc>
                <a:extLst>
                  <a:ext uri="{0D108BD9-81ED-4DB2-BD59-A6C34878D82A}">
                    <a16:rowId xmlns:a16="http://schemas.microsoft.com/office/drawing/2014/main" val="3068150830"/>
                  </a:ext>
                </a:extLst>
              </a:tr>
              <a:tr h="0">
                <a:tc>
                  <a:txBody>
                    <a:bodyPr/>
                    <a:lstStyle/>
                    <a:p>
                      <a:pPr>
                        <a:buNone/>
                      </a:pPr>
                      <a:r>
                        <a:rPr lang="en-US">
                          <a:latin typeface="Arial Black" panose="020B0A04020102020204" pitchFamily="34" charset="0"/>
                        </a:rPr>
                        <a:t>🎓 Education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Personalized learning systems</a:t>
                      </a:r>
                    </a:p>
                  </a:txBody>
                  <a:tcPr anchor="ctr">
                    <a:lnL>
                      <a:noFill/>
                    </a:lnL>
                    <a:lnR>
                      <a:noFill/>
                    </a:lnR>
                    <a:lnT>
                      <a:noFill/>
                    </a:lnT>
                    <a:lnB>
                      <a:noFill/>
                    </a:lnB>
                    <a:noFill/>
                  </a:tcPr>
                </a:tc>
                <a:extLst>
                  <a:ext uri="{0D108BD9-81ED-4DB2-BD59-A6C34878D82A}">
                    <a16:rowId xmlns:a16="http://schemas.microsoft.com/office/drawing/2014/main" val="135209482"/>
                  </a:ext>
                </a:extLst>
              </a:tr>
              <a:tr h="0">
                <a:tc>
                  <a:txBody>
                    <a:bodyPr/>
                    <a:lstStyle/>
                    <a:p>
                      <a:pPr>
                        <a:buNone/>
                      </a:pPr>
                      <a:r>
                        <a:rPr lang="en-US">
                          <a:latin typeface="Arial Black" panose="020B0A04020102020204" pitchFamily="34" charset="0"/>
                        </a:rPr>
                        <a:t>🗣️ Language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Chatbots and translation tools</a:t>
                      </a:r>
                    </a:p>
                  </a:txBody>
                  <a:tcPr anchor="ctr">
                    <a:lnL>
                      <a:noFill/>
                    </a:lnL>
                    <a:lnR>
                      <a:noFill/>
                    </a:lnR>
                    <a:lnT>
                      <a:noFill/>
                    </a:lnT>
                    <a:lnB>
                      <a:noFill/>
                    </a:lnB>
                    <a:noFill/>
                  </a:tcPr>
                </a:tc>
                <a:extLst>
                  <a:ext uri="{0D108BD9-81ED-4DB2-BD59-A6C34878D82A}">
                    <a16:rowId xmlns:a16="http://schemas.microsoft.com/office/drawing/2014/main" val="53077443"/>
                  </a:ext>
                </a:extLst>
              </a:tr>
            </a:tbl>
          </a:graphicData>
        </a:graphic>
      </p:graphicFrame>
      <p:sp>
        <p:nvSpPr>
          <p:cNvPr id="6" name="TextBox 5">
            <a:extLst>
              <a:ext uri="{FF2B5EF4-FFF2-40B4-BE49-F238E27FC236}">
                <a16:creationId xmlns:a16="http://schemas.microsoft.com/office/drawing/2014/main" id="{A071D55F-D75A-21F3-97A5-344F5AEAFB09}"/>
              </a:ext>
            </a:extLst>
          </p:cNvPr>
          <p:cNvSpPr txBox="1"/>
          <p:nvPr/>
        </p:nvSpPr>
        <p:spPr>
          <a:xfrm>
            <a:off x="4149214" y="818224"/>
            <a:ext cx="4522838" cy="369332"/>
          </a:xfrm>
          <a:prstGeom prst="rect">
            <a:avLst/>
          </a:prstGeom>
          <a:noFill/>
        </p:spPr>
        <p:txBody>
          <a:bodyPr wrap="square">
            <a:spAutoFit/>
          </a:bodyPr>
          <a:lstStyle/>
          <a:p>
            <a:pPr>
              <a:buNone/>
            </a:pPr>
            <a:r>
              <a:rPr lang="en-US" b="1" dirty="0">
                <a:solidFill>
                  <a:srgbClr val="0070C0"/>
                </a:solidFill>
                <a:latin typeface="Arial Black" panose="020B0A04020102020204" pitchFamily="34" charset="0"/>
              </a:rPr>
              <a:t>Applications of Deep Learning</a:t>
            </a:r>
          </a:p>
        </p:txBody>
      </p:sp>
    </p:spTree>
    <p:extLst>
      <p:ext uri="{BB962C8B-B14F-4D97-AF65-F5344CB8AC3E}">
        <p14:creationId xmlns:p14="http://schemas.microsoft.com/office/powerpoint/2010/main" val="2961402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C11A0-04F9-D0B7-403D-376FA9E8BA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EA5330-F224-DC5F-C8A6-6339597A8AEC}"/>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5" name="Picture 4">
            <a:extLst>
              <a:ext uri="{FF2B5EF4-FFF2-40B4-BE49-F238E27FC236}">
                <a16:creationId xmlns:a16="http://schemas.microsoft.com/office/drawing/2014/main" id="{5157D0DD-4F00-3A1C-DD34-8C2D818C4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590" y="954547"/>
            <a:ext cx="8486468" cy="5657645"/>
          </a:xfrm>
          <a:prstGeom prst="rect">
            <a:avLst/>
          </a:prstGeom>
        </p:spPr>
      </p:pic>
      <p:sp>
        <p:nvSpPr>
          <p:cNvPr id="8" name="TextBox 7">
            <a:extLst>
              <a:ext uri="{FF2B5EF4-FFF2-40B4-BE49-F238E27FC236}">
                <a16:creationId xmlns:a16="http://schemas.microsoft.com/office/drawing/2014/main" id="{3F5ACC21-9CEE-64EA-9D41-65E01051CE57}"/>
              </a:ext>
            </a:extLst>
          </p:cNvPr>
          <p:cNvSpPr txBox="1"/>
          <p:nvPr/>
        </p:nvSpPr>
        <p:spPr>
          <a:xfrm>
            <a:off x="8799871" y="2306041"/>
            <a:ext cx="2556387" cy="2308324"/>
          </a:xfrm>
          <a:prstGeom prst="rect">
            <a:avLst/>
          </a:prstGeom>
          <a:noFill/>
        </p:spPr>
        <p:txBody>
          <a:bodyPr wrap="square">
            <a:spAutoFit/>
          </a:bodyPr>
          <a:lstStyle/>
          <a:p>
            <a:pPr algn="ctr">
              <a:buNone/>
            </a:pPr>
            <a:r>
              <a:rPr lang="en-US" sz="1600" b="1" dirty="0">
                <a:solidFill>
                  <a:srgbClr val="FF0000"/>
                </a:solidFill>
                <a:effectLst/>
                <a:latin typeface="Arial Black" panose="020B0A04020102020204" pitchFamily="34" charset="0"/>
              </a:rPr>
              <a:t>Analogies:</a:t>
            </a:r>
          </a:p>
          <a:p>
            <a:pPr>
              <a:buNone/>
            </a:pPr>
            <a:endParaRPr lang="en-US" sz="1600" dirty="0">
              <a:latin typeface="Arial Black" panose="020B0A04020102020204" pitchFamily="34" charset="0"/>
            </a:endParaRPr>
          </a:p>
          <a:p>
            <a:pPr marL="285750" indent="-285750">
              <a:buFont typeface="Arial" panose="020B0604020202020204" pitchFamily="34" charset="0"/>
              <a:buChar char="•"/>
            </a:pPr>
            <a:r>
              <a:rPr lang="en-US" sz="1600" i="1" dirty="0">
                <a:solidFill>
                  <a:srgbClr val="FF0000"/>
                </a:solidFill>
                <a:effectLst/>
                <a:latin typeface="Arial Black" panose="020B0A04020102020204" pitchFamily="34" charset="0"/>
              </a:rPr>
              <a:t>Like layers of an onion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peeling back information.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i="1" dirty="0">
                <a:solidFill>
                  <a:srgbClr val="FF0000"/>
                </a:solidFill>
                <a:effectLst/>
                <a:latin typeface="Arial Black" panose="020B0A04020102020204" pitchFamily="34" charset="0"/>
              </a:rPr>
              <a:t>Inspired by the human brain</a:t>
            </a:r>
            <a:r>
              <a:rPr lang="en-US" sz="1600" dirty="0">
                <a:effectLst/>
                <a:latin typeface="Arial Black" panose="020B0A04020102020204" pitchFamily="34" charset="0"/>
              </a:rPr>
              <a:t> → learning deep insights.</a:t>
            </a:r>
            <a:endParaRPr lang="en-US" sz="1600" dirty="0">
              <a:latin typeface="Arial Black" panose="020B0A04020102020204" pitchFamily="34" charset="0"/>
            </a:endParaRPr>
          </a:p>
        </p:txBody>
      </p:sp>
    </p:spTree>
    <p:extLst>
      <p:ext uri="{BB962C8B-B14F-4D97-AF65-F5344CB8AC3E}">
        <p14:creationId xmlns:p14="http://schemas.microsoft.com/office/powerpoint/2010/main" val="2977203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D00F0-58C6-B78A-454E-94672B6C2F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960A4C-914D-E14B-6E1A-EF039C846D6D}"/>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343D2092-F045-92A3-A38E-857626A3AD93}"/>
              </a:ext>
            </a:extLst>
          </p:cNvPr>
          <p:cNvSpPr txBox="1"/>
          <p:nvPr/>
        </p:nvSpPr>
        <p:spPr>
          <a:xfrm>
            <a:off x="2733366" y="850393"/>
            <a:ext cx="7039897" cy="409984"/>
          </a:xfrm>
          <a:prstGeom prst="rect">
            <a:avLst/>
          </a:prstGeom>
          <a:noFill/>
        </p:spPr>
        <p:txBody>
          <a:bodyPr wrap="square">
            <a:spAutoFit/>
          </a:bodyPr>
          <a:lstStyle/>
          <a:p>
            <a:pPr algn="l">
              <a:lnSpc>
                <a:spcPts val="2625"/>
              </a:lnSpc>
              <a:buNone/>
            </a:pPr>
            <a:r>
              <a:rPr lang="en-US" sz="2000" b="1" i="0" dirty="0">
                <a:solidFill>
                  <a:srgbClr val="FF0000"/>
                </a:solidFill>
                <a:effectLst/>
                <a:latin typeface="Arial Black" panose="020B0A04020102020204" pitchFamily="34" charset="0"/>
              </a:rPr>
              <a:t>Gradient Descent Algorithm in Machine Learning</a:t>
            </a:r>
          </a:p>
        </p:txBody>
      </p:sp>
      <p:sp>
        <p:nvSpPr>
          <p:cNvPr id="7" name="TextBox 6">
            <a:extLst>
              <a:ext uri="{FF2B5EF4-FFF2-40B4-BE49-F238E27FC236}">
                <a16:creationId xmlns:a16="http://schemas.microsoft.com/office/drawing/2014/main" id="{ED92EB23-27E0-C05F-A2F5-E7A5BF038FB4}"/>
              </a:ext>
            </a:extLst>
          </p:cNvPr>
          <p:cNvSpPr txBox="1"/>
          <p:nvPr/>
        </p:nvSpPr>
        <p:spPr>
          <a:xfrm>
            <a:off x="943897" y="1553342"/>
            <a:ext cx="10304206" cy="584775"/>
          </a:xfrm>
          <a:prstGeom prst="rect">
            <a:avLst/>
          </a:prstGeom>
          <a:noFill/>
        </p:spPr>
        <p:txBody>
          <a:bodyPr wrap="square">
            <a:spAutoFit/>
          </a:bodyPr>
          <a:lstStyle/>
          <a:p>
            <a:pPr algn="just"/>
            <a:r>
              <a:rPr lang="en-US" sz="1600" b="0" i="0" dirty="0">
                <a:solidFill>
                  <a:srgbClr val="273239"/>
                </a:solidFill>
                <a:effectLst/>
                <a:latin typeface="Arial Black" panose="020B0A04020102020204" pitchFamily="34" charset="0"/>
              </a:rPr>
              <a:t>Gradient Descent is an </a:t>
            </a:r>
            <a:r>
              <a:rPr lang="en-US" sz="1600" b="0" i="0" u="sng" dirty="0">
                <a:solidFill>
                  <a:srgbClr val="357960"/>
                </a:solidFill>
                <a:effectLst/>
                <a:latin typeface="Arial Black" panose="020B0A04020102020204" pitchFamily="34" charset="0"/>
              </a:rPr>
              <a:t>optimization algorithm</a:t>
            </a:r>
            <a:r>
              <a:rPr lang="en-US" sz="1600" b="0" i="0" dirty="0">
                <a:solidFill>
                  <a:srgbClr val="273239"/>
                </a:solidFill>
                <a:effectLst/>
                <a:latin typeface="Arial Black" panose="020B0A04020102020204" pitchFamily="34" charset="0"/>
              </a:rPr>
              <a:t> used to minimize the error of a machine learning model by updating parameters in the direction of decreasing loss.</a:t>
            </a:r>
            <a:endParaRPr lang="en-US" sz="1600" dirty="0">
              <a:latin typeface="Arial Black" panose="020B0A04020102020204" pitchFamily="34" charset="0"/>
            </a:endParaRPr>
          </a:p>
        </p:txBody>
      </p:sp>
      <p:pic>
        <p:nvPicPr>
          <p:cNvPr id="10" name="Picture 9">
            <a:extLst>
              <a:ext uri="{FF2B5EF4-FFF2-40B4-BE49-F238E27FC236}">
                <a16:creationId xmlns:a16="http://schemas.microsoft.com/office/drawing/2014/main" id="{FB2B1E0E-4C14-9897-C902-66D8301D2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243" y="2431082"/>
            <a:ext cx="7185260" cy="4107370"/>
          </a:xfrm>
          <a:prstGeom prst="rect">
            <a:avLst/>
          </a:prstGeom>
        </p:spPr>
      </p:pic>
      <p:sp>
        <p:nvSpPr>
          <p:cNvPr id="12" name="TextBox 11">
            <a:extLst>
              <a:ext uri="{FF2B5EF4-FFF2-40B4-BE49-F238E27FC236}">
                <a16:creationId xmlns:a16="http://schemas.microsoft.com/office/drawing/2014/main" id="{C2A3FE01-A91E-CCBA-07FC-2D9F79BDB679}"/>
              </a:ext>
            </a:extLst>
          </p:cNvPr>
          <p:cNvSpPr txBox="1"/>
          <p:nvPr/>
        </p:nvSpPr>
        <p:spPr>
          <a:xfrm>
            <a:off x="7801895" y="2256291"/>
            <a:ext cx="3942735" cy="2277547"/>
          </a:xfrm>
          <a:prstGeom prst="rect">
            <a:avLst/>
          </a:prstGeom>
          <a:noFill/>
        </p:spPr>
        <p:txBody>
          <a:bodyPr wrap="square">
            <a:spAutoFit/>
          </a:bodyPr>
          <a:lstStyle/>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Minimizes the loss or error of a model</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Updates parameters step by step using gradients</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Helps models like neural networks and regression learn optimal weights</a:t>
            </a:r>
          </a:p>
        </p:txBody>
      </p:sp>
      <p:sp>
        <p:nvSpPr>
          <p:cNvPr id="14" name="TextBox 13">
            <a:extLst>
              <a:ext uri="{FF2B5EF4-FFF2-40B4-BE49-F238E27FC236}">
                <a16:creationId xmlns:a16="http://schemas.microsoft.com/office/drawing/2014/main" id="{CB1BA8B8-9B6C-C9A3-F891-567D9A1EA4AA}"/>
              </a:ext>
            </a:extLst>
          </p:cNvPr>
          <p:cNvSpPr txBox="1"/>
          <p:nvPr/>
        </p:nvSpPr>
        <p:spPr>
          <a:xfrm>
            <a:off x="7801895" y="4877252"/>
            <a:ext cx="4424516" cy="1323439"/>
          </a:xfrm>
          <a:prstGeom prst="rect">
            <a:avLst/>
          </a:prstGeom>
          <a:noFill/>
        </p:spPr>
        <p:txBody>
          <a:bodyPr wrap="square">
            <a:spAutoFit/>
          </a:bodyPr>
          <a:lstStyle/>
          <a:p>
            <a:r>
              <a:rPr lang="en-US" sz="1600" dirty="0">
                <a:solidFill>
                  <a:srgbClr val="FF0000"/>
                </a:solidFill>
                <a:latin typeface="Arial Black" panose="020B0A04020102020204" pitchFamily="34" charset="0"/>
              </a:rPr>
              <a:t>“Imagine hiking down a mountain blindfolded — you feel the slope (gradient) under your feet and take small steps downhill until you reach the valley (minimum error).”</a:t>
            </a:r>
          </a:p>
        </p:txBody>
      </p:sp>
    </p:spTree>
    <p:extLst>
      <p:ext uri="{BB962C8B-B14F-4D97-AF65-F5344CB8AC3E}">
        <p14:creationId xmlns:p14="http://schemas.microsoft.com/office/powerpoint/2010/main" val="614998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B72D-4307-29AA-93CA-77C72BEE84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1E82EE-E4AF-C5C8-6F4C-DFD5A0CC62B7}"/>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71C6F8AB-CD8E-E900-E375-016ECF138013}"/>
              </a:ext>
            </a:extLst>
          </p:cNvPr>
          <p:cNvSpPr txBox="1"/>
          <p:nvPr/>
        </p:nvSpPr>
        <p:spPr>
          <a:xfrm>
            <a:off x="2733366" y="850393"/>
            <a:ext cx="7039897" cy="409984"/>
          </a:xfrm>
          <a:prstGeom prst="rect">
            <a:avLst/>
          </a:prstGeom>
          <a:noFill/>
        </p:spPr>
        <p:txBody>
          <a:bodyPr wrap="square">
            <a:spAutoFit/>
          </a:bodyPr>
          <a:lstStyle/>
          <a:p>
            <a:pPr algn="l">
              <a:lnSpc>
                <a:spcPts val="2625"/>
              </a:lnSpc>
              <a:buNone/>
            </a:pPr>
            <a:r>
              <a:rPr lang="en-US" sz="2000" b="1" i="0" dirty="0">
                <a:solidFill>
                  <a:srgbClr val="FF0000"/>
                </a:solidFill>
                <a:effectLst/>
                <a:latin typeface="Arial Black" panose="020B0A04020102020204" pitchFamily="34" charset="0"/>
              </a:rPr>
              <a:t>Gradient Descent Algorithm in Machine Learning</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C6611A4-2B99-9103-6AB9-0543D6A5DD74}"/>
                  </a:ext>
                </a:extLst>
              </p:cNvPr>
              <p:cNvSpPr txBox="1"/>
              <p:nvPr/>
            </p:nvSpPr>
            <p:spPr>
              <a:xfrm>
                <a:off x="624346" y="1832646"/>
                <a:ext cx="10766322" cy="2411045"/>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Mathematical Rule</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𝑤</m:t>
                      </m:r>
                      <m:r>
                        <a:rPr lang="en-US" i="0">
                          <a:latin typeface="Cambria Math" panose="02040503050406030204" pitchFamily="18" charset="0"/>
                        </a:rPr>
                        <m:t>:=</m:t>
                      </m:r>
                      <m:r>
                        <a:rPr lang="en-US" i="1">
                          <a:latin typeface="Cambria Math" panose="02040503050406030204" pitchFamily="18" charset="0"/>
                        </a:rPr>
                        <m:t>𝑤</m:t>
                      </m:r>
                      <m:r>
                        <a:rPr lang="en-US" i="0">
                          <a:latin typeface="Cambria Math" panose="02040503050406030204" pitchFamily="18" charset="0"/>
                        </a:rPr>
                        <m:t>−</m:t>
                      </m:r>
                      <m:r>
                        <a:rPr lang="en-US" i="1">
                          <a:latin typeface="Cambria Math" panose="02040503050406030204" pitchFamily="18" charset="0"/>
                        </a:rPr>
                        <m:t>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m:t>
                          </m:r>
                          <m:r>
                            <a:rPr lang="en-US" i="1">
                              <a:latin typeface="Cambria Math" panose="02040503050406030204" pitchFamily="18" charset="0"/>
                            </a:rPr>
                            <m:t>𝐿</m:t>
                          </m:r>
                        </m:num>
                        <m:den>
                          <m:r>
                            <a:rPr lang="en-US" i="0">
                              <a:latin typeface="Cambria Math" panose="02040503050406030204" pitchFamily="18" charset="0"/>
                            </a:rPr>
                            <m:t>𝜕</m:t>
                          </m:r>
                          <m:r>
                            <a:rPr lang="en-US" i="1">
                              <a:latin typeface="Cambria Math" panose="02040503050406030204" pitchFamily="18" charset="0"/>
                            </a:rPr>
                            <m:t>𝑤</m:t>
                          </m:r>
                        </m:den>
                      </m:f>
                      <m:r>
                        <a:rPr lang="en-US" i="0">
                          <a:latin typeface="Cambria Math" panose="02040503050406030204" pitchFamily="18" charset="0"/>
                        </a:rPr>
                        <m:t>, </m:t>
                      </m:r>
                      <m:r>
                        <a:rPr lang="en-US" i="1">
                          <a:latin typeface="Cambria Math" panose="02040503050406030204" pitchFamily="18" charset="0"/>
                        </a:rPr>
                        <m:t>𝑏</m:t>
                      </m:r>
                      <m:r>
                        <a:rPr lang="en-US" i="0">
                          <a:latin typeface="Cambria Math" panose="02040503050406030204" pitchFamily="18" charset="0"/>
                        </a:rPr>
                        <m:t>:=</m:t>
                      </m:r>
                      <m:r>
                        <a:rPr lang="en-US" i="1">
                          <a:latin typeface="Cambria Math" panose="02040503050406030204" pitchFamily="18" charset="0"/>
                        </a:rPr>
                        <m:t>𝑏</m:t>
                      </m:r>
                      <m:r>
                        <a:rPr lang="en-US" i="0">
                          <a:latin typeface="Cambria Math" panose="02040503050406030204" pitchFamily="18" charset="0"/>
                        </a:rPr>
                        <m:t>−</m:t>
                      </m:r>
                      <m:r>
                        <a:rPr lang="en-US" i="1">
                          <a:latin typeface="Cambria Math" panose="02040503050406030204" pitchFamily="18" charset="0"/>
                        </a:rPr>
                        <m:t>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m:t>
                          </m:r>
                          <m:r>
                            <a:rPr lang="en-US" i="1">
                              <a:latin typeface="Cambria Math" panose="02040503050406030204" pitchFamily="18" charset="0"/>
                            </a:rPr>
                            <m:t>𝐿</m:t>
                          </m:r>
                        </m:num>
                        <m:den>
                          <m:r>
                            <a:rPr lang="en-US" i="0">
                              <a:latin typeface="Cambria Math" panose="02040503050406030204" pitchFamily="18" charset="0"/>
                            </a:rPr>
                            <m:t>𝜕</m:t>
                          </m:r>
                          <m:r>
                            <a:rPr lang="en-US" i="1">
                              <a:latin typeface="Cambria Math" panose="02040503050406030204" pitchFamily="18" charset="0"/>
                            </a:rPr>
                            <m:t>𝑏</m:t>
                          </m:r>
                        </m:den>
                      </m:f>
                    </m:oMath>
                  </m:oMathPara>
                </a14:m>
                <a:endParaRPr lang="en-US" dirty="0"/>
              </a:p>
              <a:p>
                <a:pPr>
                  <a:buNone/>
                </a:pPr>
                <a:r>
                  <a:rPr lang="en-US" dirty="0">
                    <a:effectLst/>
                  </a:rPr>
                  <a:t>Where:</a:t>
                </a:r>
                <a:endParaRPr lang="en-US" dirty="0"/>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𝑤</m:t>
                    </m:r>
                    <m:r>
                      <a:rPr lang="en-US" i="0">
                        <a:latin typeface="Cambria Math" panose="02040503050406030204" pitchFamily="18" charset="0"/>
                      </a:rPr>
                      <m:t>,</m:t>
                    </m:r>
                    <m:r>
                      <a:rPr lang="en-US" i="1">
                        <a:latin typeface="Cambria Math" panose="02040503050406030204" pitchFamily="18" charset="0"/>
                      </a:rPr>
                      <m:t>𝑏</m:t>
                    </m:r>
                  </m:oMath>
                </a14:m>
                <a:r>
                  <a:rPr lang="en-US" dirty="0">
                    <a:effectLst/>
                  </a:rPr>
                  <a:t>: weights and biases</a:t>
                </a:r>
                <a:endParaRPr lang="en-US" dirty="0"/>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𝐿</m:t>
                    </m:r>
                  </m:oMath>
                </a14:m>
                <a:r>
                  <a:rPr lang="en-US" dirty="0">
                    <a:effectLst/>
                  </a:rPr>
                  <a:t>: loss function</a:t>
                </a:r>
                <a:endParaRPr lang="en-US" dirty="0"/>
              </a:p>
              <a:p>
                <a:pPr marL="285750" indent="-285750">
                  <a:buFont typeface="Arial" panose="020B0604020202020204" pitchFamily="34" charset="0"/>
                  <a:buChar char="•"/>
                </a:pP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m:t>
                        </m:r>
                        <m:r>
                          <a:rPr lang="en-US" i="1">
                            <a:latin typeface="Cambria Math" panose="02040503050406030204" pitchFamily="18" charset="0"/>
                          </a:rPr>
                          <m:t>𝐿</m:t>
                        </m:r>
                      </m:num>
                      <m:den>
                        <m:r>
                          <a:rPr lang="en-US" i="0">
                            <a:latin typeface="Cambria Math" panose="02040503050406030204" pitchFamily="18" charset="0"/>
                          </a:rPr>
                          <m:t>𝜕</m:t>
                        </m:r>
                        <m:r>
                          <a:rPr lang="en-US" i="1">
                            <a:latin typeface="Cambria Math" panose="02040503050406030204" pitchFamily="18" charset="0"/>
                          </a:rPr>
                          <m:t>𝑤</m:t>
                        </m:r>
                      </m:den>
                    </m:f>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m:t>
                        </m:r>
                        <m:r>
                          <a:rPr lang="en-US" i="1">
                            <a:latin typeface="Cambria Math" panose="02040503050406030204" pitchFamily="18" charset="0"/>
                          </a:rPr>
                          <m:t>𝐿</m:t>
                        </m:r>
                      </m:num>
                      <m:den>
                        <m:r>
                          <a:rPr lang="en-US" i="0">
                            <a:latin typeface="Cambria Math" panose="02040503050406030204" pitchFamily="18" charset="0"/>
                          </a:rPr>
                          <m:t>𝜕</m:t>
                        </m:r>
                        <m:r>
                          <a:rPr lang="en-US" i="1">
                            <a:latin typeface="Cambria Math" panose="02040503050406030204" pitchFamily="18" charset="0"/>
                          </a:rPr>
                          <m:t>𝑏</m:t>
                        </m:r>
                      </m:den>
                    </m:f>
                  </m:oMath>
                </a14:m>
                <a:r>
                  <a:rPr lang="en-US" dirty="0">
                    <a:effectLst/>
                  </a:rPr>
                  <a:t>: gradients (slopes showing how loss changes)</a:t>
                </a:r>
                <a:endParaRPr lang="en-US" dirty="0"/>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US" dirty="0">
                    <a:effectLst/>
                  </a:rPr>
                  <a:t>: learning rate — controls how big each step is</a:t>
                </a:r>
                <a:endParaRPr lang="en-US" dirty="0"/>
              </a:p>
            </p:txBody>
          </p:sp>
        </mc:Choice>
        <mc:Fallback>
          <p:sp>
            <p:nvSpPr>
              <p:cNvPr id="5" name="TextBox 4">
                <a:extLst>
                  <a:ext uri="{FF2B5EF4-FFF2-40B4-BE49-F238E27FC236}">
                    <a16:creationId xmlns:a16="http://schemas.microsoft.com/office/drawing/2014/main" id="{EC6611A4-2B99-9103-6AB9-0543D6A5DD74}"/>
                  </a:ext>
                </a:extLst>
              </p:cNvPr>
              <p:cNvSpPr txBox="1">
                <a:spLocks noRot="1" noChangeAspect="1" noMove="1" noResize="1" noEditPoints="1" noAdjustHandles="1" noChangeArrowheads="1" noChangeShapeType="1" noTextEdit="1"/>
              </p:cNvSpPr>
              <p:nvPr/>
            </p:nvSpPr>
            <p:spPr>
              <a:xfrm>
                <a:off x="624346" y="1832646"/>
                <a:ext cx="10766322" cy="2411045"/>
              </a:xfrm>
              <a:prstGeom prst="rect">
                <a:avLst/>
              </a:prstGeom>
              <a:blipFill>
                <a:blip r:embed="rId3"/>
                <a:stretch>
                  <a:fillRect l="-453" t="-1519" b="-354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9EE2EAD-2C45-0F22-1951-8EB249DD272F}"/>
              </a:ext>
            </a:extLst>
          </p:cNvPr>
          <p:cNvSpPr txBox="1"/>
          <p:nvPr/>
        </p:nvSpPr>
        <p:spPr>
          <a:xfrm>
            <a:off x="624346" y="4437947"/>
            <a:ext cx="10766321" cy="1569660"/>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How It Works in Deep Learning</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Each layer computes its output and error.</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Backpropagation</a:t>
            </a:r>
            <a:r>
              <a:rPr lang="en-US" sz="1600" dirty="0">
                <a:effectLst/>
                <a:latin typeface="Arial Black" panose="020B0A04020102020204" pitchFamily="34" charset="0"/>
              </a:rPr>
              <a:t> calculates gradients for all weights.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Gradient Descent updates each weight slightly to reduce the overall error.</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Repeating this process across many epochs gradually improves predictions.</a:t>
            </a:r>
            <a:endParaRPr lang="en-US" sz="1600" dirty="0">
              <a:latin typeface="Arial Black" panose="020B0A04020102020204" pitchFamily="34" charset="0"/>
            </a:endParaRPr>
          </a:p>
        </p:txBody>
      </p:sp>
    </p:spTree>
    <p:extLst>
      <p:ext uri="{BB962C8B-B14F-4D97-AF65-F5344CB8AC3E}">
        <p14:creationId xmlns:p14="http://schemas.microsoft.com/office/powerpoint/2010/main" val="2251899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AF5D4-A493-5920-CC02-5757B39396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89CB0C-9306-87DC-8573-CDCE111E36DC}"/>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1AD3876B-EC19-8161-930A-BD905FBCCEF2}"/>
              </a:ext>
            </a:extLst>
          </p:cNvPr>
          <p:cNvSpPr txBox="1"/>
          <p:nvPr/>
        </p:nvSpPr>
        <p:spPr>
          <a:xfrm>
            <a:off x="2674373" y="601035"/>
            <a:ext cx="7039897" cy="409984"/>
          </a:xfrm>
          <a:prstGeom prst="rect">
            <a:avLst/>
          </a:prstGeom>
          <a:noFill/>
        </p:spPr>
        <p:txBody>
          <a:bodyPr wrap="square">
            <a:spAutoFit/>
          </a:bodyPr>
          <a:lstStyle/>
          <a:p>
            <a:pPr algn="l">
              <a:lnSpc>
                <a:spcPts val="2625"/>
              </a:lnSpc>
              <a:buNone/>
            </a:pPr>
            <a:r>
              <a:rPr lang="en-US" sz="2000" b="1" i="0" dirty="0">
                <a:solidFill>
                  <a:srgbClr val="FF0000"/>
                </a:solidFill>
                <a:effectLst/>
                <a:latin typeface="Arial Black" panose="020B0A04020102020204" pitchFamily="34" charset="0"/>
              </a:rPr>
              <a:t>Gradient Descent Algorithm in Machine Learning</a:t>
            </a:r>
          </a:p>
        </p:txBody>
      </p:sp>
      <p:sp>
        <p:nvSpPr>
          <p:cNvPr id="6" name="TextBox 5">
            <a:extLst>
              <a:ext uri="{FF2B5EF4-FFF2-40B4-BE49-F238E27FC236}">
                <a16:creationId xmlns:a16="http://schemas.microsoft.com/office/drawing/2014/main" id="{83577FF4-C49B-8602-0628-33F6DC8B4F36}"/>
              </a:ext>
            </a:extLst>
          </p:cNvPr>
          <p:cNvSpPr txBox="1"/>
          <p:nvPr/>
        </p:nvSpPr>
        <p:spPr>
          <a:xfrm>
            <a:off x="786578" y="1113135"/>
            <a:ext cx="10441858" cy="1077218"/>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In Neural Networks</a:t>
            </a:r>
          </a:p>
          <a:p>
            <a:pPr algn="ctr">
              <a:buNone/>
            </a:pPr>
            <a:endParaRPr lang="en-US" sz="1600" b="1" dirty="0">
              <a:solidFill>
                <a:srgbClr val="FF0000"/>
              </a:solidFill>
              <a:latin typeface="Arial Black" panose="020B0A04020102020204" pitchFamily="34" charset="0"/>
            </a:endParaRPr>
          </a:p>
          <a:p>
            <a:pPr>
              <a:buNone/>
            </a:pPr>
            <a:r>
              <a:rPr lang="en-US" sz="1600" dirty="0">
                <a:solidFill>
                  <a:srgbClr val="FF0000"/>
                </a:solidFill>
                <a:effectLst/>
                <a:latin typeface="Arial Black" panose="020B0A04020102020204" pitchFamily="34" charset="0"/>
              </a:rPr>
              <a:t>Gradient Descent + Backpropagation = </a:t>
            </a:r>
            <a:r>
              <a:rPr lang="en-US" sz="1600" b="1" dirty="0">
                <a:solidFill>
                  <a:srgbClr val="FF0000"/>
                </a:solidFill>
                <a:effectLst/>
                <a:latin typeface="Arial Black" panose="020B0A04020102020204" pitchFamily="34" charset="0"/>
              </a:rPr>
              <a:t>Learning</a:t>
            </a:r>
            <a:r>
              <a:rPr lang="en-US" sz="1600" dirty="0">
                <a:solidFill>
                  <a:srgbClr val="FF0000"/>
                </a:solidFill>
                <a:effectLst/>
                <a:latin typeface="Arial Black" panose="020B0A04020102020204" pitchFamily="34" charset="0"/>
              </a:rPr>
              <a:t> Together</a:t>
            </a:r>
            <a:r>
              <a:rPr lang="en-US" sz="1600" dirty="0">
                <a:effectLst/>
                <a:latin typeface="Arial Black" panose="020B0A04020102020204" pitchFamily="34" charset="0"/>
              </a:rPr>
              <a:t>, they enable the network to adjust millions of parameters efficiently, discovering patterns in images, text, or data.</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C846C521-71E7-D32D-1C5C-04A63EE27E78}"/>
              </a:ext>
            </a:extLst>
          </p:cNvPr>
          <p:cNvSpPr txBox="1"/>
          <p:nvPr/>
        </p:nvSpPr>
        <p:spPr>
          <a:xfrm>
            <a:off x="786578" y="2292469"/>
            <a:ext cx="10658170" cy="2616101"/>
          </a:xfrm>
          <a:prstGeom prst="rect">
            <a:avLst/>
          </a:prstGeom>
          <a:noFill/>
        </p:spPr>
        <p:txBody>
          <a:bodyPr wrap="square">
            <a:spAutoFit/>
          </a:bodyPr>
          <a:lstStyle/>
          <a:p>
            <a:pPr algn="just">
              <a:buNone/>
            </a:pPr>
            <a:r>
              <a:rPr lang="en-US" sz="1600" dirty="0">
                <a:effectLst/>
                <a:latin typeface="Arial Black" panose="020B0A04020102020204" pitchFamily="34" charset="0"/>
              </a:rPr>
              <a:t>In the Titanic dataset, your model tries to predict whether a passenger survived (1) or not (0) based on features like: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Age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Gender</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Ticket class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Fare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Family size</a:t>
            </a:r>
            <a:endParaRPr lang="en-US" sz="1600" dirty="0">
              <a:latin typeface="Arial Black" panose="020B0A04020102020204" pitchFamily="34" charset="0"/>
            </a:endParaRPr>
          </a:p>
          <a:p>
            <a:pPr algn="just">
              <a:buNone/>
            </a:pPr>
            <a:endParaRPr lang="en-US" sz="1600" dirty="0">
              <a:effectLst/>
              <a:latin typeface="Arial Black" panose="020B0A04020102020204" pitchFamily="34" charset="0"/>
            </a:endParaRPr>
          </a:p>
          <a:p>
            <a:pPr algn="just">
              <a:buNone/>
            </a:pPr>
            <a:r>
              <a:rPr lang="en-US" sz="1600" dirty="0">
                <a:solidFill>
                  <a:srgbClr val="FF0000"/>
                </a:solidFill>
                <a:effectLst/>
                <a:latin typeface="Arial Black" panose="020B0A04020102020204" pitchFamily="34" charset="0"/>
              </a:rPr>
              <a:t>Initially, the network guesses randomly — its weights are untrained. Gradient Descent then </a:t>
            </a:r>
            <a:r>
              <a:rPr lang="en-US" sz="1600" b="1" dirty="0">
                <a:solidFill>
                  <a:srgbClr val="FF0000"/>
                </a:solidFill>
                <a:effectLst/>
                <a:latin typeface="Arial Black" panose="020B0A04020102020204" pitchFamily="34" charset="0"/>
              </a:rPr>
              <a:t>adjusts these weights</a:t>
            </a:r>
            <a:r>
              <a:rPr lang="en-US" sz="1600" dirty="0">
                <a:solidFill>
                  <a:srgbClr val="FF0000"/>
                </a:solidFill>
                <a:effectLst/>
                <a:latin typeface="Arial Black" panose="020B0A04020102020204" pitchFamily="34" charset="0"/>
              </a:rPr>
              <a:t> to reduce the prediction error.</a:t>
            </a:r>
            <a:endParaRPr lang="en-US" sz="1600" dirty="0">
              <a:solidFill>
                <a:srgbClr val="FF000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793F640-E900-E1FF-4165-BC2EDFFF7C72}"/>
                  </a:ext>
                </a:extLst>
              </p:cNvPr>
              <p:cNvSpPr txBox="1"/>
              <p:nvPr/>
            </p:nvSpPr>
            <p:spPr>
              <a:xfrm>
                <a:off x="555523" y="4908570"/>
                <a:ext cx="11080954" cy="1791644"/>
              </a:xfrm>
              <a:prstGeom prst="rect">
                <a:avLst/>
              </a:prstGeom>
              <a:noFill/>
            </p:spPr>
            <p:txBody>
              <a:bodyPr wrap="square">
                <a:spAutoFit/>
              </a:bodyPr>
              <a:lstStyle/>
              <a:p>
                <a:pPr algn="just">
                  <a:buNone/>
                </a:pPr>
                <a:r>
                  <a:rPr lang="en-US" sz="1600" dirty="0">
                    <a:effectLst/>
                    <a:latin typeface="Arial Black" panose="020B0A04020102020204" pitchFamily="34" charset="0"/>
                  </a:rPr>
                  <a:t>Each prediction produces a </a:t>
                </a:r>
                <a:r>
                  <a:rPr lang="en-US" sz="1600" b="1" dirty="0">
                    <a:effectLst/>
                    <a:latin typeface="Arial Black" panose="020B0A04020102020204" pitchFamily="34" charset="0"/>
                  </a:rPr>
                  <a:t>loss</a:t>
                </a:r>
                <a:r>
                  <a:rPr lang="en-US" sz="1600" dirty="0">
                    <a:effectLst/>
                    <a:latin typeface="Arial Black" panose="020B0A04020102020204" pitchFamily="34" charset="0"/>
                  </a:rPr>
                  <a:t> (difference between predicted and actual survival). Gradient Descent computes how much each weight contributed to that error and updates them:</a:t>
                </a:r>
                <a:endParaRPr lang="en-US" sz="1600" dirty="0">
                  <a:latin typeface="Arial Black" panose="020B0A04020102020204" pitchFamily="34" charset="0"/>
                </a:endParaRPr>
              </a:p>
              <a:p>
                <a:pPr algn="just">
                  <a:buNone/>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𝑤</m:t>
                      </m:r>
                      <m:r>
                        <a:rPr lang="en-US" sz="1600" i="0">
                          <a:latin typeface="Cambria Math" panose="02040503050406030204" pitchFamily="18" charset="0"/>
                        </a:rPr>
                        <m:t>:=</m:t>
                      </m:r>
                      <m:r>
                        <a:rPr lang="en-US" sz="1600" i="1">
                          <a:latin typeface="Cambria Math" panose="02040503050406030204" pitchFamily="18" charset="0"/>
                        </a:rPr>
                        <m:t>𝑤</m:t>
                      </m:r>
                      <m:r>
                        <a:rPr lang="en-US" sz="1600" i="0">
                          <a:latin typeface="Cambria Math" panose="02040503050406030204" pitchFamily="18" charset="0"/>
                        </a:rPr>
                        <m:t>−</m:t>
                      </m:r>
                      <m:r>
                        <a:rPr lang="en-US" sz="1600" i="1">
                          <a:latin typeface="Cambria Math" panose="02040503050406030204" pitchFamily="18" charset="0"/>
                        </a:rPr>
                        <m:t>𝛼</m:t>
                      </m:r>
                      <m:r>
                        <a:rPr lang="en-US" sz="1600" i="0">
                          <a:latin typeface="Cambria Math" panose="02040503050406030204" pitchFamily="18" charset="0"/>
                        </a:rPr>
                        <m:t>⋅</m:t>
                      </m:r>
                      <m:f>
                        <m:fPr>
                          <m:ctrlPr>
                            <a:rPr lang="en-US" sz="1600" i="1">
                              <a:latin typeface="Cambria Math" panose="02040503050406030204" pitchFamily="18" charset="0"/>
                            </a:rPr>
                          </m:ctrlPr>
                        </m:fPr>
                        <m:num>
                          <m:r>
                            <a:rPr lang="en-US" sz="1600" i="0">
                              <a:latin typeface="Cambria Math" panose="02040503050406030204" pitchFamily="18" charset="0"/>
                            </a:rPr>
                            <m:t>𝜕</m:t>
                          </m:r>
                          <m:r>
                            <a:rPr lang="en-US" sz="1600" i="1">
                              <a:latin typeface="Cambria Math" panose="02040503050406030204" pitchFamily="18" charset="0"/>
                            </a:rPr>
                            <m:t>𝐿</m:t>
                          </m:r>
                        </m:num>
                        <m:den>
                          <m:r>
                            <a:rPr lang="en-US" sz="1600" i="0">
                              <a:latin typeface="Cambria Math" panose="02040503050406030204" pitchFamily="18" charset="0"/>
                            </a:rPr>
                            <m:t>𝜕</m:t>
                          </m:r>
                          <m:r>
                            <a:rPr lang="en-US" sz="1600" i="1">
                              <a:latin typeface="Cambria Math" panose="02040503050406030204" pitchFamily="18" charset="0"/>
                            </a:rPr>
                            <m:t>𝑤</m:t>
                          </m:r>
                        </m:den>
                      </m:f>
                    </m:oMath>
                  </m:oMathPara>
                </a14:m>
                <a:endParaRPr lang="en-US" sz="1600" dirty="0">
                  <a:latin typeface="Arial Black" panose="020B0A04020102020204" pitchFamily="34" charset="0"/>
                </a:endParaRPr>
              </a:p>
              <a:p>
                <a:pPr algn="just">
                  <a:buNone/>
                </a:pPr>
                <a:endParaRPr lang="en-US" sz="1600" dirty="0">
                  <a:effectLst/>
                  <a:latin typeface="Arial Black" panose="020B0A04020102020204" pitchFamily="34" charset="0"/>
                </a:endParaRPr>
              </a:p>
              <a:p>
                <a:pPr algn="just">
                  <a:buNone/>
                </a:pPr>
                <a:r>
                  <a:rPr lang="en-US" sz="1600" dirty="0">
                    <a:effectLst/>
                    <a:latin typeface="Arial Black" panose="020B0A04020102020204" pitchFamily="34" charset="0"/>
                  </a:rPr>
                  <a:t>This means the model learns which features matter most — for example, “female” and “first class” might get higher positive weights for survival.</a:t>
                </a:r>
                <a:endParaRPr lang="en-US" sz="1600" dirty="0">
                  <a:latin typeface="Arial Black" panose="020B0A04020102020204" pitchFamily="34" charset="0"/>
                </a:endParaRPr>
              </a:p>
            </p:txBody>
          </p:sp>
        </mc:Choice>
        <mc:Fallback>
          <p:sp>
            <p:nvSpPr>
              <p:cNvPr id="11" name="TextBox 10">
                <a:extLst>
                  <a:ext uri="{FF2B5EF4-FFF2-40B4-BE49-F238E27FC236}">
                    <a16:creationId xmlns:a16="http://schemas.microsoft.com/office/drawing/2014/main" id="{B793F640-E900-E1FF-4165-BC2EDFFF7C72}"/>
                  </a:ext>
                </a:extLst>
              </p:cNvPr>
              <p:cNvSpPr txBox="1">
                <a:spLocks noRot="1" noChangeAspect="1" noMove="1" noResize="1" noEditPoints="1" noAdjustHandles="1" noChangeArrowheads="1" noChangeShapeType="1" noTextEdit="1"/>
              </p:cNvSpPr>
              <p:nvPr/>
            </p:nvSpPr>
            <p:spPr>
              <a:xfrm>
                <a:off x="555523" y="4908570"/>
                <a:ext cx="11080954" cy="1791644"/>
              </a:xfrm>
              <a:prstGeom prst="rect">
                <a:avLst/>
              </a:prstGeom>
              <a:blipFill>
                <a:blip r:embed="rId3"/>
                <a:stretch>
                  <a:fillRect l="-275" t="-1020" r="-330" b="-3401"/>
                </a:stretch>
              </a:blipFill>
            </p:spPr>
            <p:txBody>
              <a:bodyPr/>
              <a:lstStyle/>
              <a:p>
                <a:r>
                  <a:rPr lang="en-US">
                    <a:noFill/>
                  </a:rPr>
                  <a:t> </a:t>
                </a:r>
              </a:p>
            </p:txBody>
          </p:sp>
        </mc:Fallback>
      </mc:AlternateContent>
    </p:spTree>
    <p:extLst>
      <p:ext uri="{BB962C8B-B14F-4D97-AF65-F5344CB8AC3E}">
        <p14:creationId xmlns:p14="http://schemas.microsoft.com/office/powerpoint/2010/main" val="1507836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BDA9-8BD8-3E04-2F3C-4D9C701230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9380C9-4BD5-F125-159B-F2769CC97B0C}"/>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1CB05AB1-6311-28C8-9763-BEF209A71BD8}"/>
              </a:ext>
            </a:extLst>
          </p:cNvPr>
          <p:cNvSpPr txBox="1"/>
          <p:nvPr/>
        </p:nvSpPr>
        <p:spPr>
          <a:xfrm>
            <a:off x="2674373" y="601035"/>
            <a:ext cx="7039897" cy="409984"/>
          </a:xfrm>
          <a:prstGeom prst="rect">
            <a:avLst/>
          </a:prstGeom>
          <a:noFill/>
        </p:spPr>
        <p:txBody>
          <a:bodyPr wrap="square">
            <a:spAutoFit/>
          </a:bodyPr>
          <a:lstStyle/>
          <a:p>
            <a:pPr algn="l">
              <a:lnSpc>
                <a:spcPts val="2625"/>
              </a:lnSpc>
              <a:buNone/>
            </a:pPr>
            <a:r>
              <a:rPr lang="en-US" sz="2000" b="1" i="0" dirty="0">
                <a:solidFill>
                  <a:srgbClr val="FF0000"/>
                </a:solidFill>
                <a:effectLst/>
                <a:latin typeface="Arial Black" panose="020B0A04020102020204" pitchFamily="34" charset="0"/>
              </a:rPr>
              <a:t>Gradient Descent Algorithm in Machine Learning</a:t>
            </a:r>
          </a:p>
        </p:txBody>
      </p:sp>
      <p:sp>
        <p:nvSpPr>
          <p:cNvPr id="5" name="TextBox 4">
            <a:extLst>
              <a:ext uri="{FF2B5EF4-FFF2-40B4-BE49-F238E27FC236}">
                <a16:creationId xmlns:a16="http://schemas.microsoft.com/office/drawing/2014/main" id="{26E6E89F-2550-2D30-B405-F304C1D6026E}"/>
              </a:ext>
            </a:extLst>
          </p:cNvPr>
          <p:cNvSpPr txBox="1"/>
          <p:nvPr/>
        </p:nvSpPr>
        <p:spPr>
          <a:xfrm>
            <a:off x="747251" y="1176932"/>
            <a:ext cx="10697497" cy="1631216"/>
          </a:xfrm>
          <a:prstGeom prst="rect">
            <a:avLst/>
          </a:prstGeom>
          <a:noFill/>
        </p:spPr>
        <p:txBody>
          <a:bodyPr wrap="square">
            <a:spAutoFit/>
          </a:bodyPr>
          <a:lstStyle/>
          <a:p>
            <a:pPr algn="ctr">
              <a:buNone/>
            </a:pPr>
            <a:r>
              <a:rPr lang="en-US" sz="2000" b="1" dirty="0">
                <a:solidFill>
                  <a:srgbClr val="0070C0"/>
                </a:solidFill>
                <a:latin typeface="Arial Black" panose="020B0A04020102020204" pitchFamily="34" charset="0"/>
              </a:rPr>
              <a:t>In the Titanic Context</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Early epochs: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The model misclassifies many passengers.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Later epochs: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After repeated Gradient Descent updates, the loss decreases.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Result:</a:t>
            </a:r>
            <a:r>
              <a:rPr lang="en-US" sz="1600" dirty="0">
                <a:effectLst/>
                <a:latin typeface="Arial Black" panose="020B0A04020102020204" pitchFamily="34" charset="0"/>
              </a:rPr>
              <a:t> The network learns survival patterns — age, gender, and class interactions — just like a human learning from feedback.</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3ECC4134-A196-00C6-35BF-103CD6680AAB}"/>
              </a:ext>
            </a:extLst>
          </p:cNvPr>
          <p:cNvSpPr txBox="1"/>
          <p:nvPr/>
        </p:nvSpPr>
        <p:spPr>
          <a:xfrm>
            <a:off x="757083" y="3013501"/>
            <a:ext cx="10402530" cy="830997"/>
          </a:xfrm>
          <a:prstGeom prst="rect">
            <a:avLst/>
          </a:prstGeom>
          <a:noFill/>
        </p:spPr>
        <p:txBody>
          <a:bodyPr wrap="square">
            <a:spAutoFit/>
          </a:bodyPr>
          <a:lstStyle/>
          <a:p>
            <a:pPr algn="just"/>
            <a:r>
              <a:rPr lang="en-US" sz="1600" dirty="0">
                <a:solidFill>
                  <a:srgbClr val="FF0000"/>
                </a:solidFill>
                <a:latin typeface="Arial Black" panose="020B0A04020102020204" pitchFamily="34" charset="0"/>
              </a:rPr>
              <a:t>“Imagine the model as a sailor steering toward the safest route. Gradient Descent is the compass — it tells the sailor which direction reduces risk (error) and guides the ship toward the correct prediction.”</a:t>
            </a:r>
          </a:p>
        </p:txBody>
      </p:sp>
    </p:spTree>
    <p:extLst>
      <p:ext uri="{BB962C8B-B14F-4D97-AF65-F5344CB8AC3E}">
        <p14:creationId xmlns:p14="http://schemas.microsoft.com/office/powerpoint/2010/main" val="150239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D677-A5E1-35D0-A4B4-402D3C3129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F32A51-E4F4-C87A-0FF7-D6C715E051D7}"/>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F4FBDD68-05EB-5499-9D94-030D1939BAE0}"/>
              </a:ext>
            </a:extLst>
          </p:cNvPr>
          <p:cNvSpPr txBox="1"/>
          <p:nvPr/>
        </p:nvSpPr>
        <p:spPr>
          <a:xfrm>
            <a:off x="2674373" y="601035"/>
            <a:ext cx="7039897" cy="409984"/>
          </a:xfrm>
          <a:prstGeom prst="rect">
            <a:avLst/>
          </a:prstGeom>
          <a:noFill/>
        </p:spPr>
        <p:txBody>
          <a:bodyPr wrap="square">
            <a:spAutoFit/>
          </a:bodyPr>
          <a:lstStyle/>
          <a:p>
            <a:pPr algn="l">
              <a:lnSpc>
                <a:spcPts val="2625"/>
              </a:lnSpc>
              <a:buNone/>
            </a:pPr>
            <a:r>
              <a:rPr lang="en-US" sz="2000" b="1" i="0" dirty="0">
                <a:solidFill>
                  <a:srgbClr val="FF0000"/>
                </a:solidFill>
                <a:effectLst/>
                <a:latin typeface="Arial Black" panose="020B0A04020102020204" pitchFamily="34" charset="0"/>
              </a:rPr>
              <a:t>Gradient Descent Algorithm in Machine Learning</a:t>
            </a:r>
          </a:p>
        </p:txBody>
      </p:sp>
      <p:pic>
        <p:nvPicPr>
          <p:cNvPr id="6" name="Picture 5">
            <a:extLst>
              <a:ext uri="{FF2B5EF4-FFF2-40B4-BE49-F238E27FC236}">
                <a16:creationId xmlns:a16="http://schemas.microsoft.com/office/drawing/2014/main" id="{BACBC7A8-23D7-48FA-87CD-27554FD6A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291037"/>
            <a:ext cx="7811730" cy="5566963"/>
          </a:xfrm>
          <a:prstGeom prst="rect">
            <a:avLst/>
          </a:prstGeom>
        </p:spPr>
      </p:pic>
      <p:sp>
        <p:nvSpPr>
          <p:cNvPr id="9" name="TextBox 8">
            <a:extLst>
              <a:ext uri="{FF2B5EF4-FFF2-40B4-BE49-F238E27FC236}">
                <a16:creationId xmlns:a16="http://schemas.microsoft.com/office/drawing/2014/main" id="{646F6D13-1C7B-5FFE-1B9E-8C963F9F3B60}"/>
              </a:ext>
            </a:extLst>
          </p:cNvPr>
          <p:cNvSpPr txBox="1"/>
          <p:nvPr/>
        </p:nvSpPr>
        <p:spPr>
          <a:xfrm>
            <a:off x="7964130" y="1215413"/>
            <a:ext cx="3903406" cy="2800767"/>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Perceptron (1958):</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The beginning of AI — simple neural model.</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Deep Neural Networks:</a:t>
            </a:r>
            <a:r>
              <a:rPr lang="en-US" sz="1600" dirty="0">
                <a:effectLst/>
                <a:latin typeface="Arial Black" panose="020B0A04020102020204" pitchFamily="34" charset="0"/>
              </a:rPr>
              <a:t> Layers of learning — complex patterns.</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Gradient Descent:</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Optimizing through training — finding the best path.</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Real‑World Impact:</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AI transforming lives — healthcare, finance, space science, education.</a:t>
            </a:r>
            <a:endParaRPr lang="en-US" sz="1600" dirty="0">
              <a:latin typeface="Arial Black" panose="020B0A04020102020204" pitchFamily="34" charset="0"/>
            </a:endParaRPr>
          </a:p>
        </p:txBody>
      </p:sp>
      <p:sp>
        <p:nvSpPr>
          <p:cNvPr id="11" name="TextBox 10">
            <a:extLst>
              <a:ext uri="{FF2B5EF4-FFF2-40B4-BE49-F238E27FC236}">
                <a16:creationId xmlns:a16="http://schemas.microsoft.com/office/drawing/2014/main" id="{D060B7E7-BC1C-8313-5F16-CABD80D429ED}"/>
              </a:ext>
            </a:extLst>
          </p:cNvPr>
          <p:cNvSpPr txBox="1"/>
          <p:nvPr/>
        </p:nvSpPr>
        <p:spPr>
          <a:xfrm>
            <a:off x="8072284" y="4533971"/>
            <a:ext cx="3588774" cy="830997"/>
          </a:xfrm>
          <a:prstGeom prst="rect">
            <a:avLst/>
          </a:prstGeom>
          <a:noFill/>
        </p:spPr>
        <p:txBody>
          <a:bodyPr wrap="square">
            <a:spAutoFit/>
          </a:bodyPr>
          <a:lstStyle/>
          <a:p>
            <a:r>
              <a:rPr lang="en-US" sz="1600" dirty="0">
                <a:solidFill>
                  <a:srgbClr val="FF0000"/>
                </a:solidFill>
                <a:latin typeface="Arial Black" panose="020B0A04020102020204" pitchFamily="34" charset="0"/>
              </a:rPr>
              <a:t>“From simple neurons to deep insights — AI is teaching machines to think.”</a:t>
            </a:r>
          </a:p>
        </p:txBody>
      </p:sp>
    </p:spTree>
    <p:extLst>
      <p:ext uri="{BB962C8B-B14F-4D97-AF65-F5344CB8AC3E}">
        <p14:creationId xmlns:p14="http://schemas.microsoft.com/office/powerpoint/2010/main" val="3971879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F7EB0-BDB3-6A03-87E6-1BF23B4023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D247E0-479D-935A-19A4-88EE83692243}"/>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5" name="TextBox 4">
            <a:extLst>
              <a:ext uri="{FF2B5EF4-FFF2-40B4-BE49-F238E27FC236}">
                <a16:creationId xmlns:a16="http://schemas.microsoft.com/office/drawing/2014/main" id="{1A784F8E-7A1E-FC11-63E6-7B852AA91C7A}"/>
              </a:ext>
            </a:extLst>
          </p:cNvPr>
          <p:cNvSpPr txBox="1"/>
          <p:nvPr/>
        </p:nvSpPr>
        <p:spPr>
          <a:xfrm>
            <a:off x="3146323" y="778048"/>
            <a:ext cx="6096000" cy="707886"/>
          </a:xfrm>
          <a:prstGeom prst="rect">
            <a:avLst/>
          </a:prstGeom>
          <a:noFill/>
        </p:spPr>
        <p:txBody>
          <a:bodyPr wrap="square">
            <a:spAutoFit/>
          </a:bodyPr>
          <a:lstStyle/>
          <a:p>
            <a:pPr algn="ctr"/>
            <a:r>
              <a:rPr lang="en-US" sz="2000" dirty="0">
                <a:solidFill>
                  <a:srgbClr val="0070C0"/>
                </a:solidFill>
                <a:latin typeface="Arial Black" panose="020B0A04020102020204" pitchFamily="34" charset="0"/>
              </a:rPr>
              <a:t>Worksheet: Understanding Neural Networks and Deep Learning</a:t>
            </a:r>
          </a:p>
        </p:txBody>
      </p:sp>
      <p:sp>
        <p:nvSpPr>
          <p:cNvPr id="8" name="TextBox 7">
            <a:extLst>
              <a:ext uri="{FF2B5EF4-FFF2-40B4-BE49-F238E27FC236}">
                <a16:creationId xmlns:a16="http://schemas.microsoft.com/office/drawing/2014/main" id="{4005C66E-BFA2-0FC2-252C-05563BAB579D}"/>
              </a:ext>
            </a:extLst>
          </p:cNvPr>
          <p:cNvSpPr txBox="1"/>
          <p:nvPr/>
        </p:nvSpPr>
        <p:spPr>
          <a:xfrm>
            <a:off x="102522" y="1797784"/>
            <a:ext cx="3864077" cy="3046988"/>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Part A — Concept Review</a:t>
            </a:r>
          </a:p>
          <a:p>
            <a:pPr algn="ctr">
              <a:buNone/>
            </a:pPr>
            <a:endParaRPr lang="en-US" sz="1600" b="1" dirty="0">
              <a:solidFill>
                <a:srgbClr val="FF0000"/>
              </a:solidFill>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Define </a:t>
            </a:r>
            <a:r>
              <a:rPr lang="en-US" sz="1600" b="1" dirty="0">
                <a:effectLst/>
                <a:latin typeface="Arial Black" panose="020B0A04020102020204" pitchFamily="34" charset="0"/>
              </a:rPr>
              <a:t>Perceptron</a:t>
            </a:r>
            <a:r>
              <a:rPr lang="en-US" sz="1600" dirty="0">
                <a:effectLst/>
                <a:latin typeface="Arial Black" panose="020B0A04020102020204" pitchFamily="34" charset="0"/>
              </a:rPr>
              <a:t> in your own words.</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List three key differences between a </a:t>
            </a:r>
            <a:r>
              <a:rPr lang="en-US" sz="1600" b="1" dirty="0">
                <a:effectLst/>
                <a:latin typeface="Arial Black" panose="020B0A04020102020204" pitchFamily="34" charset="0"/>
              </a:rPr>
              <a:t>Perceptron</a:t>
            </a:r>
            <a:r>
              <a:rPr lang="en-US" sz="1600" dirty="0">
                <a:effectLst/>
                <a:latin typeface="Arial Black" panose="020B0A04020102020204" pitchFamily="34" charset="0"/>
              </a:rPr>
              <a:t> and a </a:t>
            </a:r>
            <a:r>
              <a:rPr lang="en-US" sz="1600" b="1" dirty="0">
                <a:effectLst/>
                <a:latin typeface="Arial Black" panose="020B0A04020102020204" pitchFamily="34" charset="0"/>
              </a:rPr>
              <a:t>Deep Neural Network</a:t>
            </a:r>
            <a:r>
              <a:rPr lang="en-US" sz="1600" dirty="0">
                <a:effectLst/>
                <a:latin typeface="Arial Black" panose="020B0A04020102020204" pitchFamily="34" charset="0"/>
              </a:rPr>
              <a:t>.</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Explain what </a:t>
            </a:r>
            <a:r>
              <a:rPr lang="en-US" sz="1600" b="1" dirty="0">
                <a:effectLst/>
                <a:latin typeface="Arial Black" panose="020B0A04020102020204" pitchFamily="34" charset="0"/>
              </a:rPr>
              <a:t>Gradient Descent</a:t>
            </a:r>
            <a:r>
              <a:rPr lang="en-US" sz="1600" dirty="0">
                <a:effectLst/>
                <a:latin typeface="Arial Black" panose="020B0A04020102020204" pitchFamily="34" charset="0"/>
              </a:rPr>
              <a:t> does in a neural network.</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Why is </a:t>
            </a:r>
            <a:r>
              <a:rPr lang="en-US" sz="1600" b="1" dirty="0">
                <a:effectLst/>
                <a:latin typeface="Arial Black" panose="020B0A04020102020204" pitchFamily="34" charset="0"/>
              </a:rPr>
              <a:t>backpropagation</a:t>
            </a:r>
            <a:r>
              <a:rPr lang="en-US" sz="1600" dirty="0">
                <a:effectLst/>
                <a:latin typeface="Arial Black" panose="020B0A04020102020204" pitchFamily="34" charset="0"/>
              </a:rPr>
              <a:t> essential for learning?</a:t>
            </a:r>
            <a:endParaRPr lang="en-US" sz="1600" dirty="0">
              <a:latin typeface="Arial Black" panose="020B0A04020102020204" pitchFamily="34" charset="0"/>
            </a:endParaRPr>
          </a:p>
        </p:txBody>
      </p:sp>
      <p:sp>
        <p:nvSpPr>
          <p:cNvPr id="12" name="TextBox 11">
            <a:extLst>
              <a:ext uri="{FF2B5EF4-FFF2-40B4-BE49-F238E27FC236}">
                <a16:creationId xmlns:a16="http://schemas.microsoft.com/office/drawing/2014/main" id="{BDC75E15-653F-408F-7D3B-F109D6091B86}"/>
              </a:ext>
            </a:extLst>
          </p:cNvPr>
          <p:cNvSpPr txBox="1"/>
          <p:nvPr/>
        </p:nvSpPr>
        <p:spPr>
          <a:xfrm>
            <a:off x="3968035" y="1815929"/>
            <a:ext cx="4257368" cy="3293209"/>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Part B — Titanic Survival Case Study</a:t>
            </a:r>
          </a:p>
          <a:p>
            <a:pPr>
              <a:buNone/>
            </a:pPr>
            <a:endParaRPr lang="en-US" sz="1600" b="1"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Identify five features used to predict survival in the Titanic dataset.</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Describe how Gradient Descent helps the model improve its predictions.</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What patterns might the network learn about survival?</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Sketch a simple diagram showing how data flows through layers.</a:t>
            </a:r>
            <a:endParaRPr lang="en-US" sz="1600" dirty="0">
              <a:latin typeface="Arial Black" panose="020B0A04020102020204" pitchFamily="34" charset="0"/>
            </a:endParaRPr>
          </a:p>
        </p:txBody>
      </p:sp>
      <p:sp>
        <p:nvSpPr>
          <p:cNvPr id="14" name="TextBox 13">
            <a:extLst>
              <a:ext uri="{FF2B5EF4-FFF2-40B4-BE49-F238E27FC236}">
                <a16:creationId xmlns:a16="http://schemas.microsoft.com/office/drawing/2014/main" id="{4D77EB9F-4389-C97F-6C8E-749F5853FDFF}"/>
              </a:ext>
            </a:extLst>
          </p:cNvPr>
          <p:cNvSpPr txBox="1"/>
          <p:nvPr/>
        </p:nvSpPr>
        <p:spPr>
          <a:xfrm>
            <a:off x="8514736" y="1280389"/>
            <a:ext cx="3392128" cy="1354217"/>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Part C — Real‑World Applications</a:t>
            </a:r>
          </a:p>
          <a:p>
            <a:pPr>
              <a:buNone/>
            </a:pPr>
            <a:endParaRPr lang="en-US" b="1" dirty="0"/>
          </a:p>
          <a:p>
            <a:pPr>
              <a:buNone/>
            </a:pPr>
            <a:r>
              <a:rPr lang="en-US" sz="1600" dirty="0">
                <a:effectLst/>
                <a:latin typeface="Arial Black" panose="020B0A04020102020204" pitchFamily="34" charset="0"/>
              </a:rPr>
              <a:t>Match each domain with its neural‑network use case:</a:t>
            </a:r>
            <a:endParaRPr lang="en-US" sz="1600" dirty="0">
              <a:latin typeface="Arial Black" panose="020B0A04020102020204" pitchFamily="34" charset="0"/>
            </a:endParaRPr>
          </a:p>
        </p:txBody>
      </p:sp>
      <p:graphicFrame>
        <p:nvGraphicFramePr>
          <p:cNvPr id="15" name="Table 14">
            <a:extLst>
              <a:ext uri="{FF2B5EF4-FFF2-40B4-BE49-F238E27FC236}">
                <a16:creationId xmlns:a16="http://schemas.microsoft.com/office/drawing/2014/main" id="{461BAA51-B2C5-6C01-C0A6-6183B16003B4}"/>
              </a:ext>
            </a:extLst>
          </p:cNvPr>
          <p:cNvGraphicFramePr>
            <a:graphicFrameLocks noGrp="1"/>
          </p:cNvGraphicFramePr>
          <p:nvPr>
            <p:extLst>
              <p:ext uri="{D42A27DB-BD31-4B8C-83A1-F6EECF244321}">
                <p14:modId xmlns:p14="http://schemas.microsoft.com/office/powerpoint/2010/main" val="241079336"/>
              </p:ext>
            </p:extLst>
          </p:nvPr>
        </p:nvGraphicFramePr>
        <p:xfrm>
          <a:off x="8410110" y="2790336"/>
          <a:ext cx="3496754" cy="3139440"/>
        </p:xfrm>
        <a:graphic>
          <a:graphicData uri="http://schemas.openxmlformats.org/drawingml/2006/table">
            <a:tbl>
              <a:tblPr/>
              <a:tblGrid>
                <a:gridCol w="1748377">
                  <a:extLst>
                    <a:ext uri="{9D8B030D-6E8A-4147-A177-3AD203B41FA5}">
                      <a16:colId xmlns:a16="http://schemas.microsoft.com/office/drawing/2014/main" val="3331648092"/>
                    </a:ext>
                  </a:extLst>
                </a:gridCol>
                <a:gridCol w="1748377">
                  <a:extLst>
                    <a:ext uri="{9D8B030D-6E8A-4147-A177-3AD203B41FA5}">
                      <a16:colId xmlns:a16="http://schemas.microsoft.com/office/drawing/2014/main" val="3835254428"/>
                    </a:ext>
                  </a:extLst>
                </a:gridCol>
              </a:tblGrid>
              <a:tr h="0">
                <a:tc>
                  <a:txBody>
                    <a:bodyPr/>
                    <a:lstStyle/>
                    <a:p>
                      <a:pPr>
                        <a:buNone/>
                      </a:pPr>
                      <a:r>
                        <a:rPr lang="en-US" sz="1600" dirty="0">
                          <a:solidFill>
                            <a:srgbClr val="FF0000"/>
                          </a:solidFill>
                          <a:latin typeface="Arial Black" panose="020B0A04020102020204" pitchFamily="34" charset="0"/>
                        </a:rPr>
                        <a:t>Domain</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Application</a:t>
                      </a:r>
                    </a:p>
                  </a:txBody>
                  <a:tcPr anchor="ctr">
                    <a:lnL>
                      <a:noFill/>
                    </a:lnL>
                    <a:lnR>
                      <a:noFill/>
                    </a:lnR>
                    <a:lnT>
                      <a:noFill/>
                    </a:lnT>
                    <a:lnB>
                      <a:noFill/>
                    </a:lnB>
                    <a:noFill/>
                  </a:tcPr>
                </a:tc>
                <a:extLst>
                  <a:ext uri="{0D108BD9-81ED-4DB2-BD59-A6C34878D82A}">
                    <a16:rowId xmlns:a16="http://schemas.microsoft.com/office/drawing/2014/main" val="4172894715"/>
                  </a:ext>
                </a:extLst>
              </a:tr>
              <a:tr h="0">
                <a:tc>
                  <a:txBody>
                    <a:bodyPr/>
                    <a:lstStyle/>
                    <a:p>
                      <a:pPr>
                        <a:buNone/>
                      </a:pPr>
                      <a:r>
                        <a:rPr lang="en-US" sz="1600" dirty="0">
                          <a:latin typeface="Arial Black" panose="020B0A04020102020204" pitchFamily="34" charset="0"/>
                        </a:rPr>
                        <a:t>Healthcare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Tumor detection</a:t>
                      </a:r>
                    </a:p>
                  </a:txBody>
                  <a:tcPr anchor="ctr">
                    <a:lnL>
                      <a:noFill/>
                    </a:lnL>
                    <a:lnR>
                      <a:noFill/>
                    </a:lnR>
                    <a:lnT>
                      <a:noFill/>
                    </a:lnT>
                    <a:lnB>
                      <a:noFill/>
                    </a:lnB>
                    <a:noFill/>
                  </a:tcPr>
                </a:tc>
                <a:extLst>
                  <a:ext uri="{0D108BD9-81ED-4DB2-BD59-A6C34878D82A}">
                    <a16:rowId xmlns:a16="http://schemas.microsoft.com/office/drawing/2014/main" val="735708115"/>
                  </a:ext>
                </a:extLst>
              </a:tr>
              <a:tr h="0">
                <a:tc>
                  <a:txBody>
                    <a:bodyPr/>
                    <a:lstStyle/>
                    <a:p>
                      <a:pPr>
                        <a:buNone/>
                      </a:pPr>
                      <a:r>
                        <a:rPr lang="en-US" sz="1600" dirty="0">
                          <a:latin typeface="Arial Black" panose="020B0A04020102020204" pitchFamily="34" charset="0"/>
                        </a:rPr>
                        <a:t>Finance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Market trend prediction</a:t>
                      </a:r>
                    </a:p>
                  </a:txBody>
                  <a:tcPr anchor="ctr">
                    <a:lnL>
                      <a:noFill/>
                    </a:lnL>
                    <a:lnR>
                      <a:noFill/>
                    </a:lnR>
                    <a:lnT>
                      <a:noFill/>
                    </a:lnT>
                    <a:lnB>
                      <a:noFill/>
                    </a:lnB>
                    <a:noFill/>
                  </a:tcPr>
                </a:tc>
                <a:extLst>
                  <a:ext uri="{0D108BD9-81ED-4DB2-BD59-A6C34878D82A}">
                    <a16:rowId xmlns:a16="http://schemas.microsoft.com/office/drawing/2014/main" val="2920943150"/>
                  </a:ext>
                </a:extLst>
              </a:tr>
              <a:tr h="0">
                <a:tc>
                  <a:txBody>
                    <a:bodyPr/>
                    <a:lstStyle/>
                    <a:p>
                      <a:pPr>
                        <a:buNone/>
                      </a:pPr>
                      <a:r>
                        <a:rPr lang="en-US" sz="1600">
                          <a:latin typeface="Arial Black" panose="020B0A04020102020204" pitchFamily="34" charset="0"/>
                        </a:rPr>
                        <a:t>Space Science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Satellite image analysis</a:t>
                      </a:r>
                    </a:p>
                  </a:txBody>
                  <a:tcPr anchor="ctr">
                    <a:lnL>
                      <a:noFill/>
                    </a:lnL>
                    <a:lnR>
                      <a:noFill/>
                    </a:lnR>
                    <a:lnT>
                      <a:noFill/>
                    </a:lnT>
                    <a:lnB>
                      <a:noFill/>
                    </a:lnB>
                    <a:noFill/>
                  </a:tcPr>
                </a:tc>
                <a:extLst>
                  <a:ext uri="{0D108BD9-81ED-4DB2-BD59-A6C34878D82A}">
                    <a16:rowId xmlns:a16="http://schemas.microsoft.com/office/drawing/2014/main" val="1546530160"/>
                  </a:ext>
                </a:extLst>
              </a:tr>
              <a:tr h="0">
                <a:tc>
                  <a:txBody>
                    <a:bodyPr/>
                    <a:lstStyle/>
                    <a:p>
                      <a:pPr>
                        <a:buNone/>
                      </a:pPr>
                      <a:r>
                        <a:rPr lang="en-US" sz="1600">
                          <a:latin typeface="Arial Black" panose="020B0A04020102020204" pitchFamily="34" charset="0"/>
                        </a:rPr>
                        <a:t>Education</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Adaptive learning systems</a:t>
                      </a:r>
                    </a:p>
                  </a:txBody>
                  <a:tcPr anchor="ctr">
                    <a:lnL>
                      <a:noFill/>
                    </a:lnL>
                    <a:lnR>
                      <a:noFill/>
                    </a:lnR>
                    <a:lnT>
                      <a:noFill/>
                    </a:lnT>
                    <a:lnB>
                      <a:noFill/>
                    </a:lnB>
                    <a:noFill/>
                  </a:tcPr>
                </a:tc>
                <a:extLst>
                  <a:ext uri="{0D108BD9-81ED-4DB2-BD59-A6C34878D82A}">
                    <a16:rowId xmlns:a16="http://schemas.microsoft.com/office/drawing/2014/main" val="1243243583"/>
                  </a:ext>
                </a:extLst>
              </a:tr>
            </a:tbl>
          </a:graphicData>
        </a:graphic>
      </p:graphicFrame>
      <p:sp>
        <p:nvSpPr>
          <p:cNvPr id="17" name="TextBox 16">
            <a:extLst>
              <a:ext uri="{FF2B5EF4-FFF2-40B4-BE49-F238E27FC236}">
                <a16:creationId xmlns:a16="http://schemas.microsoft.com/office/drawing/2014/main" id="{F9D41F27-CF84-FE84-829F-7FA219EB8BCF}"/>
              </a:ext>
            </a:extLst>
          </p:cNvPr>
          <p:cNvSpPr txBox="1"/>
          <p:nvPr/>
        </p:nvSpPr>
        <p:spPr>
          <a:xfrm>
            <a:off x="285136" y="5278679"/>
            <a:ext cx="7767483" cy="1323439"/>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Part D — Think &amp; Reflect</a:t>
            </a:r>
          </a:p>
          <a:p>
            <a:pPr>
              <a:buNone/>
            </a:pPr>
            <a:r>
              <a:rPr lang="en-US" sz="1600" dirty="0">
                <a:effectLst/>
                <a:latin typeface="Arial Black" panose="020B0A04020102020204" pitchFamily="34" charset="0"/>
              </a:rPr>
              <a:t>“From simple neurons to deep insights — AI is teaching machines to think.”</a:t>
            </a:r>
            <a:endParaRPr lang="en-US" sz="1600" dirty="0">
              <a:latin typeface="Arial Black" panose="020B0A04020102020204" pitchFamily="34" charset="0"/>
            </a:endParaRPr>
          </a:p>
          <a:p>
            <a:pPr>
              <a:buNone/>
            </a:pPr>
            <a:r>
              <a:rPr lang="en-US" sz="1600" dirty="0">
                <a:effectLst/>
                <a:latin typeface="Arial Black" panose="020B0A04020102020204" pitchFamily="34" charset="0"/>
              </a:rPr>
              <a:t>Write a short paragraph (5–6 lines) on what this statement means to you.</a:t>
            </a:r>
            <a:endParaRPr lang="en-US" sz="1600" dirty="0">
              <a:latin typeface="Arial Black" panose="020B0A04020102020204" pitchFamily="34" charset="0"/>
            </a:endParaRPr>
          </a:p>
        </p:txBody>
      </p:sp>
    </p:spTree>
    <p:extLst>
      <p:ext uri="{BB962C8B-B14F-4D97-AF65-F5344CB8AC3E}">
        <p14:creationId xmlns:p14="http://schemas.microsoft.com/office/powerpoint/2010/main" val="2523079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EFC7-E086-1152-1C85-E7F937EDB0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7CEC80-4BAE-BAB6-0561-5E7D8A79B83C}"/>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sp>
        <p:nvSpPr>
          <p:cNvPr id="3" name="TextBox 2">
            <a:extLst>
              <a:ext uri="{FF2B5EF4-FFF2-40B4-BE49-F238E27FC236}">
                <a16:creationId xmlns:a16="http://schemas.microsoft.com/office/drawing/2014/main" id="{346FD546-2429-25E9-854B-E14A20C782BE}"/>
              </a:ext>
            </a:extLst>
          </p:cNvPr>
          <p:cNvSpPr txBox="1"/>
          <p:nvPr/>
        </p:nvSpPr>
        <p:spPr>
          <a:xfrm>
            <a:off x="786578" y="791372"/>
            <a:ext cx="10205884" cy="5016758"/>
          </a:xfrm>
          <a:prstGeom prst="rect">
            <a:avLst/>
          </a:prstGeom>
          <a:noFill/>
        </p:spPr>
        <p:txBody>
          <a:bodyPr wrap="square">
            <a:spAutoFit/>
          </a:bodyPr>
          <a:lstStyle/>
          <a:p>
            <a:pPr algn="just">
              <a:buNone/>
            </a:pPr>
            <a:r>
              <a:rPr lang="en-US" sz="1600" dirty="0">
                <a:effectLst/>
                <a:latin typeface="Arial Black" panose="020B0A04020102020204" pitchFamily="34" charset="0"/>
              </a:rPr>
              <a:t>Today’s session traced the remarkable journey of neural networks — from the humble </a:t>
            </a:r>
            <a:r>
              <a:rPr lang="en-US" sz="1600" b="1" dirty="0">
                <a:solidFill>
                  <a:srgbClr val="FF0000"/>
                </a:solidFill>
                <a:effectLst/>
                <a:latin typeface="Arial Black" panose="020B0A04020102020204" pitchFamily="34" charset="0"/>
              </a:rPr>
              <a:t>Perceptron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which could only draw simple linear boundaries, to the sophistication of </a:t>
            </a:r>
            <a:r>
              <a:rPr lang="en-US" sz="1600" b="1" dirty="0">
                <a:solidFill>
                  <a:srgbClr val="FF0000"/>
                </a:solidFill>
                <a:effectLst/>
                <a:latin typeface="Arial Black" panose="020B0A04020102020204" pitchFamily="34" charset="0"/>
              </a:rPr>
              <a:t>Deep Learning</a:t>
            </a:r>
            <a:r>
              <a:rPr lang="en-US" sz="1600" dirty="0">
                <a:solidFill>
                  <a:srgbClr val="FF0000"/>
                </a:solidFill>
                <a:effectLst/>
                <a:latin typeface="Arial Black" panose="020B0A04020102020204" pitchFamily="34" charset="0"/>
              </a:rPr>
              <a:t>,</a:t>
            </a:r>
            <a:r>
              <a:rPr lang="en-US" sz="1600" dirty="0">
                <a:effectLst/>
                <a:latin typeface="Arial Black" panose="020B0A04020102020204" pitchFamily="34" charset="0"/>
              </a:rPr>
              <a:t> where multiple hidden layers uncover complex, non‑linear patterns. Using the Titanic survival dataset, we saw how these models evolve from basic classification to powerful prediction, revealing how mathematics and computation can capture human‑like decision making.</a:t>
            </a:r>
          </a:p>
          <a:p>
            <a:pPr algn="just">
              <a:buNone/>
            </a:pPr>
            <a:endParaRPr lang="en-US" sz="1600" dirty="0">
              <a:latin typeface="Arial Black" panose="020B0A04020102020204" pitchFamily="34" charset="0"/>
            </a:endParaRPr>
          </a:p>
          <a:p>
            <a:pPr algn="just">
              <a:buNone/>
            </a:pPr>
            <a:r>
              <a:rPr lang="en-US" sz="1600" dirty="0">
                <a:effectLst/>
                <a:latin typeface="Arial Black" panose="020B0A04020102020204" pitchFamily="34" charset="0"/>
              </a:rPr>
              <a:t>We then explored the role of </a:t>
            </a:r>
            <a:r>
              <a:rPr lang="en-US" sz="1600" b="1" dirty="0">
                <a:solidFill>
                  <a:srgbClr val="FF0000"/>
                </a:solidFill>
                <a:effectLst/>
                <a:latin typeface="Arial Black" panose="020B0A04020102020204" pitchFamily="34" charset="0"/>
              </a:rPr>
              <a:t>Gradient Descent</a:t>
            </a:r>
            <a:r>
              <a:rPr lang="en-US" sz="1600" dirty="0">
                <a:effectLst/>
                <a:latin typeface="Arial Black" panose="020B0A04020102020204" pitchFamily="34" charset="0"/>
              </a:rPr>
              <a:t>, the true learning engine of deep networks. Just as a sailor uses a compass to steer toward safety, Gradient Descent guides the network step by step toward lower error, refining its weights until accurate predictions emerge. This process transforms raw passenger data into meaningful insights, demonstrating how algorithms learn from mistakes and improve with experience.</a:t>
            </a:r>
          </a:p>
          <a:p>
            <a:pPr algn="just">
              <a:buNone/>
            </a:pPr>
            <a:endParaRPr lang="en-US" sz="1600" dirty="0">
              <a:latin typeface="Arial Black" panose="020B0A04020102020204" pitchFamily="34" charset="0"/>
            </a:endParaRPr>
          </a:p>
          <a:p>
            <a:pPr algn="just">
              <a:buNone/>
            </a:pPr>
            <a:r>
              <a:rPr lang="en-US" sz="1600" dirty="0">
                <a:effectLst/>
                <a:latin typeface="Arial Black" panose="020B0A04020102020204" pitchFamily="34" charset="0"/>
              </a:rPr>
              <a:t>As we conclude, the broader impact of these concepts became clear: neural networks are not just academic constructs, but tools reshaping healthcare, finance, space science, and education. From predicting survival on the Titanic to detecting tumors or guiding planetary exploration, the same principles drive innovation across disciplines. The message is simple yet profound — </a:t>
            </a:r>
            <a:r>
              <a:rPr lang="en-US" sz="1600" b="1" dirty="0">
                <a:effectLst/>
                <a:latin typeface="Arial Black" panose="020B0A04020102020204" pitchFamily="34" charset="0"/>
              </a:rPr>
              <a:t>from simple neurons to deep insights, AI is teaching machines to think, and empowering us to re‑imagine the future.</a:t>
            </a:r>
            <a:endParaRPr lang="en-US" sz="1600" dirty="0">
              <a:latin typeface="Arial Black" panose="020B0A04020102020204" pitchFamily="34" charset="0"/>
            </a:endParaRPr>
          </a:p>
        </p:txBody>
      </p:sp>
    </p:spTree>
    <p:extLst>
      <p:ext uri="{BB962C8B-B14F-4D97-AF65-F5344CB8AC3E}">
        <p14:creationId xmlns:p14="http://schemas.microsoft.com/office/powerpoint/2010/main" val="64603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B22E-807A-EFB2-BC0A-18ED0152D9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2BA6A1-1D0D-0439-46F1-02C90347E4C8}"/>
              </a:ext>
            </a:extLst>
          </p:cNvPr>
          <p:cNvSpPr txBox="1"/>
          <p:nvPr/>
        </p:nvSpPr>
        <p:spPr>
          <a:xfrm>
            <a:off x="2034561" y="157318"/>
            <a:ext cx="7945893" cy="400110"/>
          </a:xfrm>
          <a:prstGeom prst="rect">
            <a:avLst/>
          </a:prstGeom>
          <a:noFill/>
        </p:spPr>
        <p:txBody>
          <a:bodyPr wrap="none" rtlCol="0">
            <a:spAutoFit/>
          </a:bodyPr>
          <a:lstStyle/>
          <a:p>
            <a:r>
              <a:rPr lang="en-US" sz="2000" dirty="0">
                <a:latin typeface="Arial Black" panose="020B0A04020102020204" pitchFamily="34" charset="0"/>
              </a:rPr>
              <a:t>NEURAL NETWORKS, PERCEPTRON &amp; DEEP LEARNING</a:t>
            </a:r>
          </a:p>
        </p:txBody>
      </p:sp>
      <p:pic>
        <p:nvPicPr>
          <p:cNvPr id="5" name="Picture 4">
            <a:extLst>
              <a:ext uri="{FF2B5EF4-FFF2-40B4-BE49-F238E27FC236}">
                <a16:creationId xmlns:a16="http://schemas.microsoft.com/office/drawing/2014/main" id="{AA618D83-BDF0-50CE-388B-1F9B9C986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42218"/>
            <a:ext cx="8266472" cy="5510981"/>
          </a:xfrm>
          <a:prstGeom prst="rect">
            <a:avLst/>
          </a:prstGeom>
        </p:spPr>
      </p:pic>
    </p:spTree>
    <p:extLst>
      <p:ext uri="{BB962C8B-B14F-4D97-AF65-F5344CB8AC3E}">
        <p14:creationId xmlns:p14="http://schemas.microsoft.com/office/powerpoint/2010/main" val="1241840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118AC-D072-5F0D-A0EE-7DD8908776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18A4FE-02AB-7970-02BB-76EA1523A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038"/>
            <a:ext cx="12192000" cy="6830962"/>
          </a:xfrm>
          <a:prstGeom prst="rect">
            <a:avLst/>
          </a:prstGeom>
        </p:spPr>
      </p:pic>
    </p:spTree>
    <p:extLst>
      <p:ext uri="{BB962C8B-B14F-4D97-AF65-F5344CB8AC3E}">
        <p14:creationId xmlns:p14="http://schemas.microsoft.com/office/powerpoint/2010/main" val="229310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3057</Words>
  <Application>Microsoft Office PowerPoint</Application>
  <PresentationFormat>Widescreen</PresentationFormat>
  <Paragraphs>272</Paragraphs>
  <Slides>24</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Arial Black</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2026-06-27T04:20:23Z</dcterms:created>
  <dcterms:modified xsi:type="dcterms:W3CDTF">2026-06-27T06:50:07Z</dcterms:modified>
</cp:coreProperties>
</file>
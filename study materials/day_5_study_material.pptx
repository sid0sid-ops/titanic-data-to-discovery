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26"/>
    <p:sldId id="282" r:id="rId27"/>
    <p:sldId id="283" r:id="rId28"/>
    <p:sldId id="284" r:id="rId29"/>
    <p:sldId id="285" r:id="rId30"/>
    <p:sldId id="280" r:id="rId31"/>
    <p:sldId id="286" r:id="rId32"/>
    <p:sldId id="287"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6E900B-4C69-4D7B-9149-9870B5C722D3}" v="7" dt="2026-06-19T06:39:22.4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ok Gopalakrishnan" userId="d8b748a0ad7c7b3a" providerId="LiveId" clId="{59FD0868-84F1-432F-883D-B36E85A19EB2}"/>
    <pc:docChg chg="undo custSel addSld modSld">
      <pc:chgData name="Ashok Gopalakrishnan" userId="d8b748a0ad7c7b3a" providerId="LiveId" clId="{59FD0868-84F1-432F-883D-B36E85A19EB2}" dt="2026-06-19T06:52:45.024" v="782" actId="14100"/>
      <pc:docMkLst>
        <pc:docMk/>
      </pc:docMkLst>
      <pc:sldChg chg="modSp mod">
        <pc:chgData name="Ashok Gopalakrishnan" userId="d8b748a0ad7c7b3a" providerId="LiveId" clId="{59FD0868-84F1-432F-883D-B36E85A19EB2}" dt="2026-06-19T05:08:56.518" v="13" actId="1076"/>
        <pc:sldMkLst>
          <pc:docMk/>
          <pc:sldMk cId="3521970573" sldId="256"/>
        </pc:sldMkLst>
        <pc:spChg chg="mod">
          <ac:chgData name="Ashok Gopalakrishnan" userId="d8b748a0ad7c7b3a" providerId="LiveId" clId="{59FD0868-84F1-432F-883D-B36E85A19EB2}" dt="2026-06-19T05:08:56.518" v="13" actId="1076"/>
          <ac:spMkLst>
            <pc:docMk/>
            <pc:sldMk cId="3521970573" sldId="256"/>
            <ac:spMk id="7" creationId="{9F0EEDC2-AD61-3698-93FD-4FCF63A1601D}"/>
          </ac:spMkLst>
        </pc:spChg>
        <pc:picChg chg="mod">
          <ac:chgData name="Ashok Gopalakrishnan" userId="d8b748a0ad7c7b3a" providerId="LiveId" clId="{59FD0868-84F1-432F-883D-B36E85A19EB2}" dt="2026-06-19T05:08:49.075" v="12" actId="1076"/>
          <ac:picMkLst>
            <pc:docMk/>
            <pc:sldMk cId="3521970573" sldId="256"/>
            <ac:picMk id="6" creationId="{B3EF634A-2737-7D7A-3AEA-ACB9CFCFC8AE}"/>
          </ac:picMkLst>
        </pc:picChg>
      </pc:sldChg>
      <pc:sldChg chg="addSp delSp modSp add mod">
        <pc:chgData name="Ashok Gopalakrishnan" userId="d8b748a0ad7c7b3a" providerId="LiveId" clId="{59FD0868-84F1-432F-883D-B36E85A19EB2}" dt="2026-06-19T05:13:47.379" v="44" actId="478"/>
        <pc:sldMkLst>
          <pc:docMk/>
          <pc:sldMk cId="363744453" sldId="257"/>
        </pc:sldMkLst>
        <pc:spChg chg="add del mod">
          <ac:chgData name="Ashok Gopalakrishnan" userId="d8b748a0ad7c7b3a" providerId="LiveId" clId="{59FD0868-84F1-432F-883D-B36E85A19EB2}" dt="2026-06-19T05:11:43.662" v="24" actId="478"/>
          <ac:spMkLst>
            <pc:docMk/>
            <pc:sldMk cId="363744453" sldId="257"/>
            <ac:spMk id="3" creationId="{E94D2452-D605-DBF7-59D9-CA9210D7EC2E}"/>
          </ac:spMkLst>
        </pc:spChg>
        <pc:spChg chg="del">
          <ac:chgData name="Ashok Gopalakrishnan" userId="d8b748a0ad7c7b3a" providerId="LiveId" clId="{59FD0868-84F1-432F-883D-B36E85A19EB2}" dt="2026-06-19T05:09:14.605" v="16" actId="478"/>
          <ac:spMkLst>
            <pc:docMk/>
            <pc:sldMk cId="363744453" sldId="257"/>
            <ac:spMk id="7" creationId="{130F3092-029F-8423-BBC0-B071BDF1E33C}"/>
          </ac:spMkLst>
        </pc:spChg>
        <pc:spChg chg="add mod">
          <ac:chgData name="Ashok Gopalakrishnan" userId="d8b748a0ad7c7b3a" providerId="LiveId" clId="{59FD0868-84F1-432F-883D-B36E85A19EB2}" dt="2026-06-19T05:12:27.250" v="38" actId="12"/>
          <ac:spMkLst>
            <pc:docMk/>
            <pc:sldMk cId="363744453" sldId="257"/>
            <ac:spMk id="8" creationId="{E281B832-E8C1-1C7D-3BD1-273278DBCD91}"/>
          </ac:spMkLst>
        </pc:spChg>
        <pc:spChg chg="add del mod">
          <ac:chgData name="Ashok Gopalakrishnan" userId="d8b748a0ad7c7b3a" providerId="LiveId" clId="{59FD0868-84F1-432F-883D-B36E85A19EB2}" dt="2026-06-19T05:13:47.379" v="44" actId="478"/>
          <ac:spMkLst>
            <pc:docMk/>
            <pc:sldMk cId="363744453" sldId="257"/>
            <ac:spMk id="10" creationId="{8FC894D9-F3B6-62E9-37A1-354B23E06FE0}"/>
          </ac:spMkLst>
        </pc:spChg>
        <pc:picChg chg="del">
          <ac:chgData name="Ashok Gopalakrishnan" userId="d8b748a0ad7c7b3a" providerId="LiveId" clId="{59FD0868-84F1-432F-883D-B36E85A19EB2}" dt="2026-06-19T05:09:11.858" v="15" actId="478"/>
          <ac:picMkLst>
            <pc:docMk/>
            <pc:sldMk cId="363744453" sldId="257"/>
            <ac:picMk id="6" creationId="{4AA4A42C-0566-B98C-8557-E1DAF3757978}"/>
          </ac:picMkLst>
        </pc:picChg>
      </pc:sldChg>
      <pc:sldChg chg="addSp delSp modSp add mod">
        <pc:chgData name="Ashok Gopalakrishnan" userId="d8b748a0ad7c7b3a" providerId="LiveId" clId="{59FD0868-84F1-432F-883D-B36E85A19EB2}" dt="2026-06-19T05:20:17.946" v="90" actId="207"/>
        <pc:sldMkLst>
          <pc:docMk/>
          <pc:sldMk cId="2416918318" sldId="258"/>
        </pc:sldMkLst>
        <pc:spChg chg="add mod">
          <ac:chgData name="Ashok Gopalakrishnan" userId="d8b748a0ad7c7b3a" providerId="LiveId" clId="{59FD0868-84F1-432F-883D-B36E85A19EB2}" dt="2026-06-19T05:19:57.786" v="83" actId="1076"/>
          <ac:spMkLst>
            <pc:docMk/>
            <pc:sldMk cId="2416918318" sldId="258"/>
            <ac:spMk id="3" creationId="{71FD76FB-85D7-215B-305F-3F91FD2D2427}"/>
          </ac:spMkLst>
        </pc:spChg>
        <pc:spChg chg="add del">
          <ac:chgData name="Ashok Gopalakrishnan" userId="d8b748a0ad7c7b3a" providerId="LiveId" clId="{59FD0868-84F1-432F-883D-B36E85A19EB2}" dt="2026-06-19T05:16:58.948" v="56" actId="478"/>
          <ac:spMkLst>
            <pc:docMk/>
            <pc:sldMk cId="2416918318" sldId="258"/>
            <ac:spMk id="6" creationId="{0AF5E043-DFA2-7123-B414-CC65D45A60C5}"/>
          </ac:spMkLst>
        </pc:spChg>
        <pc:spChg chg="del">
          <ac:chgData name="Ashok Gopalakrishnan" userId="d8b748a0ad7c7b3a" providerId="LiveId" clId="{59FD0868-84F1-432F-883D-B36E85A19EB2}" dt="2026-06-19T05:13:56.401" v="46" actId="478"/>
          <ac:spMkLst>
            <pc:docMk/>
            <pc:sldMk cId="2416918318" sldId="258"/>
            <ac:spMk id="8" creationId="{B2024559-127A-27B4-BCCB-404AA9F557B3}"/>
          </ac:spMkLst>
        </pc:spChg>
        <pc:spChg chg="add mod">
          <ac:chgData name="Ashok Gopalakrishnan" userId="d8b748a0ad7c7b3a" providerId="LiveId" clId="{59FD0868-84F1-432F-883D-B36E85A19EB2}" dt="2026-06-19T05:20:01.300" v="84" actId="1076"/>
          <ac:spMkLst>
            <pc:docMk/>
            <pc:sldMk cId="2416918318" sldId="258"/>
            <ac:spMk id="9" creationId="{84452336-9D1F-D048-E296-D2EC0BB2FE28}"/>
          </ac:spMkLst>
        </pc:spChg>
        <pc:spChg chg="add mod">
          <ac:chgData name="Ashok Gopalakrishnan" userId="d8b748a0ad7c7b3a" providerId="LiveId" clId="{59FD0868-84F1-432F-883D-B36E85A19EB2}" dt="2026-06-19T05:20:17.946" v="90" actId="207"/>
          <ac:spMkLst>
            <pc:docMk/>
            <pc:sldMk cId="2416918318" sldId="258"/>
            <ac:spMk id="11" creationId="{98B7FE11-7259-A09A-3974-D792DDE7830C}"/>
          </ac:spMkLst>
        </pc:spChg>
      </pc:sldChg>
      <pc:sldChg chg="addSp delSp modSp add mod">
        <pc:chgData name="Ashok Gopalakrishnan" userId="d8b748a0ad7c7b3a" providerId="LiveId" clId="{59FD0868-84F1-432F-883D-B36E85A19EB2}" dt="2026-06-19T05:21:37.495" v="104" actId="12"/>
        <pc:sldMkLst>
          <pc:docMk/>
          <pc:sldMk cId="3191712146" sldId="259"/>
        </pc:sldMkLst>
        <pc:spChg chg="mod">
          <ac:chgData name="Ashok Gopalakrishnan" userId="d8b748a0ad7c7b3a" providerId="LiveId" clId="{59FD0868-84F1-432F-883D-B36E85A19EB2}" dt="2026-06-19T05:20:30.951" v="92" actId="1076"/>
          <ac:spMkLst>
            <pc:docMk/>
            <pc:sldMk cId="3191712146" sldId="259"/>
            <ac:spMk id="3" creationId="{F2448A9C-846C-D0CF-A486-55C81BFD64B9}"/>
          </ac:spMkLst>
        </pc:spChg>
        <pc:spChg chg="add mod">
          <ac:chgData name="Ashok Gopalakrishnan" userId="d8b748a0ad7c7b3a" providerId="LiveId" clId="{59FD0868-84F1-432F-883D-B36E85A19EB2}" dt="2026-06-19T05:21:37.495" v="104" actId="12"/>
          <ac:spMkLst>
            <pc:docMk/>
            <pc:sldMk cId="3191712146" sldId="259"/>
            <ac:spMk id="5" creationId="{0DB7E2D4-E4F7-9FD9-527E-0BECB79CF7F2}"/>
          </ac:spMkLst>
        </pc:spChg>
        <pc:spChg chg="add mod">
          <ac:chgData name="Ashok Gopalakrishnan" userId="d8b748a0ad7c7b3a" providerId="LiveId" clId="{59FD0868-84F1-432F-883D-B36E85A19EB2}" dt="2026-06-19T05:21:23.290" v="98" actId="207"/>
          <ac:spMkLst>
            <pc:docMk/>
            <pc:sldMk cId="3191712146" sldId="259"/>
            <ac:spMk id="7" creationId="{42C8308F-9F02-0DA6-F396-1E1EF4BBA264}"/>
          </ac:spMkLst>
        </pc:spChg>
        <pc:spChg chg="del">
          <ac:chgData name="Ashok Gopalakrishnan" userId="d8b748a0ad7c7b3a" providerId="LiveId" clId="{59FD0868-84F1-432F-883D-B36E85A19EB2}" dt="2026-06-19T05:18:27.363" v="72" actId="478"/>
          <ac:spMkLst>
            <pc:docMk/>
            <pc:sldMk cId="3191712146" sldId="259"/>
            <ac:spMk id="9" creationId="{0051BEDA-CC04-8606-4015-FD130FFEAE86}"/>
          </ac:spMkLst>
        </pc:spChg>
      </pc:sldChg>
      <pc:sldChg chg="addSp delSp modSp add mod">
        <pc:chgData name="Ashok Gopalakrishnan" userId="d8b748a0ad7c7b3a" providerId="LiveId" clId="{59FD0868-84F1-432F-883D-B36E85A19EB2}" dt="2026-06-19T05:24:27.806" v="130" actId="12"/>
        <pc:sldMkLst>
          <pc:docMk/>
          <pc:sldMk cId="2120267047" sldId="260"/>
        </pc:sldMkLst>
        <pc:spChg chg="del">
          <ac:chgData name="Ashok Gopalakrishnan" userId="d8b748a0ad7c7b3a" providerId="LiveId" clId="{59FD0868-84F1-432F-883D-B36E85A19EB2}" dt="2026-06-19T05:22:00.541" v="106" actId="478"/>
          <ac:spMkLst>
            <pc:docMk/>
            <pc:sldMk cId="2120267047" sldId="260"/>
            <ac:spMk id="5" creationId="{8298AC45-0F67-44B8-E2F9-0FD3A4D1FFD6}"/>
          </ac:spMkLst>
        </pc:spChg>
        <pc:spChg chg="add mod">
          <ac:chgData name="Ashok Gopalakrishnan" userId="d8b748a0ad7c7b3a" providerId="LiveId" clId="{59FD0868-84F1-432F-883D-B36E85A19EB2}" dt="2026-06-19T05:23:25.504" v="121" actId="12"/>
          <ac:spMkLst>
            <pc:docMk/>
            <pc:sldMk cId="2120267047" sldId="260"/>
            <ac:spMk id="6" creationId="{6661F141-37F8-B3A9-33ED-C3078180281E}"/>
          </ac:spMkLst>
        </pc:spChg>
        <pc:spChg chg="del">
          <ac:chgData name="Ashok Gopalakrishnan" userId="d8b748a0ad7c7b3a" providerId="LiveId" clId="{59FD0868-84F1-432F-883D-B36E85A19EB2}" dt="2026-06-19T05:22:03.101" v="107" actId="478"/>
          <ac:spMkLst>
            <pc:docMk/>
            <pc:sldMk cId="2120267047" sldId="260"/>
            <ac:spMk id="7" creationId="{CEB42FD3-4230-B969-F1C8-79203C9DA6F7}"/>
          </ac:spMkLst>
        </pc:spChg>
        <pc:spChg chg="add mod">
          <ac:chgData name="Ashok Gopalakrishnan" userId="d8b748a0ad7c7b3a" providerId="LiveId" clId="{59FD0868-84F1-432F-883D-B36E85A19EB2}" dt="2026-06-19T05:24:27.806" v="130" actId="12"/>
          <ac:spMkLst>
            <pc:docMk/>
            <pc:sldMk cId="2120267047" sldId="260"/>
            <ac:spMk id="9" creationId="{5B7E170E-3981-16BA-F697-D6716FD67AEE}"/>
          </ac:spMkLst>
        </pc:spChg>
      </pc:sldChg>
      <pc:sldChg chg="addSp delSp modSp add mod">
        <pc:chgData name="Ashok Gopalakrishnan" userId="d8b748a0ad7c7b3a" providerId="LiveId" clId="{59FD0868-84F1-432F-883D-B36E85A19EB2}" dt="2026-06-19T05:26:01.086" v="146" actId="207"/>
        <pc:sldMkLst>
          <pc:docMk/>
          <pc:sldMk cId="4285337782" sldId="261"/>
        </pc:sldMkLst>
        <pc:spChg chg="add mod">
          <ac:chgData name="Ashok Gopalakrishnan" userId="d8b748a0ad7c7b3a" providerId="LiveId" clId="{59FD0868-84F1-432F-883D-B36E85A19EB2}" dt="2026-06-19T05:26:01.086" v="146" actId="207"/>
          <ac:spMkLst>
            <pc:docMk/>
            <pc:sldMk cId="4285337782" sldId="261"/>
            <ac:spMk id="5" creationId="{10EC6856-317B-1985-8FA9-F3E0CA025E62}"/>
          </ac:spMkLst>
        </pc:spChg>
        <pc:spChg chg="del">
          <ac:chgData name="Ashok Gopalakrishnan" userId="d8b748a0ad7c7b3a" providerId="LiveId" clId="{59FD0868-84F1-432F-883D-B36E85A19EB2}" dt="2026-06-19T05:24:41.370" v="132" actId="478"/>
          <ac:spMkLst>
            <pc:docMk/>
            <pc:sldMk cId="4285337782" sldId="261"/>
            <ac:spMk id="6" creationId="{2BFA6C2C-58E6-F876-27BA-B99ABA35A3C1}"/>
          </ac:spMkLst>
        </pc:spChg>
        <pc:spChg chg="del">
          <ac:chgData name="Ashok Gopalakrishnan" userId="d8b748a0ad7c7b3a" providerId="LiveId" clId="{59FD0868-84F1-432F-883D-B36E85A19EB2}" dt="2026-06-19T05:24:44.310" v="133" actId="478"/>
          <ac:spMkLst>
            <pc:docMk/>
            <pc:sldMk cId="4285337782" sldId="261"/>
            <ac:spMk id="9" creationId="{E0AB8ED2-AB20-E23A-0DAE-E94D6BA349D5}"/>
          </ac:spMkLst>
        </pc:spChg>
      </pc:sldChg>
      <pc:sldChg chg="addSp delSp modSp add mod">
        <pc:chgData name="Ashok Gopalakrishnan" userId="d8b748a0ad7c7b3a" providerId="LiveId" clId="{59FD0868-84F1-432F-883D-B36E85A19EB2}" dt="2026-06-19T05:28:20.587" v="180" actId="1076"/>
        <pc:sldMkLst>
          <pc:docMk/>
          <pc:sldMk cId="2623499153" sldId="262"/>
        </pc:sldMkLst>
        <pc:spChg chg="del">
          <ac:chgData name="Ashok Gopalakrishnan" userId="d8b748a0ad7c7b3a" providerId="LiveId" clId="{59FD0868-84F1-432F-883D-B36E85A19EB2}" dt="2026-06-19T05:26:39.244" v="149" actId="478"/>
          <ac:spMkLst>
            <pc:docMk/>
            <pc:sldMk cId="2623499153" sldId="262"/>
            <ac:spMk id="3" creationId="{ACB060C3-641D-C3DB-4EDE-525BC0AEC7F9}"/>
          </ac:spMkLst>
        </pc:spChg>
        <pc:spChg chg="del">
          <ac:chgData name="Ashok Gopalakrishnan" userId="d8b748a0ad7c7b3a" providerId="LiveId" clId="{59FD0868-84F1-432F-883D-B36E85A19EB2}" dt="2026-06-19T05:26:36.552" v="148" actId="478"/>
          <ac:spMkLst>
            <pc:docMk/>
            <pc:sldMk cId="2623499153" sldId="262"/>
            <ac:spMk id="5" creationId="{8CF1E7B2-AABB-EE94-2B1F-F139F78411A8}"/>
          </ac:spMkLst>
        </pc:spChg>
        <pc:spChg chg="add mod">
          <ac:chgData name="Ashok Gopalakrishnan" userId="d8b748a0ad7c7b3a" providerId="LiveId" clId="{59FD0868-84F1-432F-883D-B36E85A19EB2}" dt="2026-06-19T05:28:20.587" v="180" actId="1076"/>
          <ac:spMkLst>
            <pc:docMk/>
            <pc:sldMk cId="2623499153" sldId="262"/>
            <ac:spMk id="6" creationId="{25B42375-E744-9D3C-EF17-97E12FCE7B94}"/>
          </ac:spMkLst>
        </pc:spChg>
      </pc:sldChg>
      <pc:sldChg chg="addSp delSp modSp add mod">
        <pc:chgData name="Ashok Gopalakrishnan" userId="d8b748a0ad7c7b3a" providerId="LiveId" clId="{59FD0868-84F1-432F-883D-B36E85A19EB2}" dt="2026-06-19T05:33:33.495" v="215" actId="12"/>
        <pc:sldMkLst>
          <pc:docMk/>
          <pc:sldMk cId="4039436134" sldId="263"/>
        </pc:sldMkLst>
        <pc:spChg chg="add mod">
          <ac:chgData name="Ashok Gopalakrishnan" userId="d8b748a0ad7c7b3a" providerId="LiveId" clId="{59FD0868-84F1-432F-883D-B36E85A19EB2}" dt="2026-06-19T05:33:10.409" v="206" actId="255"/>
          <ac:spMkLst>
            <pc:docMk/>
            <pc:sldMk cId="4039436134" sldId="263"/>
            <ac:spMk id="3" creationId="{839B0C0B-DF4F-F87E-AB18-2EA8CBE50A7A}"/>
          </ac:spMkLst>
        </pc:spChg>
        <pc:spChg chg="del">
          <ac:chgData name="Ashok Gopalakrishnan" userId="d8b748a0ad7c7b3a" providerId="LiveId" clId="{59FD0868-84F1-432F-883D-B36E85A19EB2}" dt="2026-06-19T05:28:32.385" v="182" actId="478"/>
          <ac:spMkLst>
            <pc:docMk/>
            <pc:sldMk cId="4039436134" sldId="263"/>
            <ac:spMk id="6" creationId="{D14F0143-7398-EFF3-F495-A7C7B184E098}"/>
          </ac:spMkLst>
        </pc:spChg>
        <pc:spChg chg="add mod">
          <ac:chgData name="Ashok Gopalakrishnan" userId="d8b748a0ad7c7b3a" providerId="LiveId" clId="{59FD0868-84F1-432F-883D-B36E85A19EB2}" dt="2026-06-19T05:33:16.100" v="207" actId="255"/>
          <ac:spMkLst>
            <pc:docMk/>
            <pc:sldMk cId="4039436134" sldId="263"/>
            <ac:spMk id="7" creationId="{D810E98C-064D-A4D9-45A2-BB583BE504A1}"/>
          </ac:spMkLst>
        </pc:spChg>
        <pc:spChg chg="add mod">
          <ac:chgData name="Ashok Gopalakrishnan" userId="d8b748a0ad7c7b3a" providerId="LiveId" clId="{59FD0868-84F1-432F-883D-B36E85A19EB2}" dt="2026-06-19T05:33:33.495" v="215" actId="12"/>
          <ac:spMkLst>
            <pc:docMk/>
            <pc:sldMk cId="4039436134" sldId="263"/>
            <ac:spMk id="9" creationId="{C5A1D9DD-555F-B931-6BA7-2E524C8DC78A}"/>
          </ac:spMkLst>
        </pc:spChg>
      </pc:sldChg>
      <pc:sldChg chg="addSp delSp modSp add mod">
        <pc:chgData name="Ashok Gopalakrishnan" userId="d8b748a0ad7c7b3a" providerId="LiveId" clId="{59FD0868-84F1-432F-883D-B36E85A19EB2}" dt="2026-06-19T05:35:32.681" v="230" actId="207"/>
        <pc:sldMkLst>
          <pc:docMk/>
          <pc:sldMk cId="979705988" sldId="264"/>
        </pc:sldMkLst>
        <pc:spChg chg="del">
          <ac:chgData name="Ashok Gopalakrishnan" userId="d8b748a0ad7c7b3a" providerId="LiveId" clId="{59FD0868-84F1-432F-883D-B36E85A19EB2}" dt="2026-06-19T05:33:46.802" v="217" actId="478"/>
          <ac:spMkLst>
            <pc:docMk/>
            <pc:sldMk cId="979705988" sldId="264"/>
            <ac:spMk id="3" creationId="{7E4F505A-35E6-D4B8-E0CF-057ED4A6F66B}"/>
          </ac:spMkLst>
        </pc:spChg>
        <pc:spChg chg="add del mod">
          <ac:chgData name="Ashok Gopalakrishnan" userId="d8b748a0ad7c7b3a" providerId="LiveId" clId="{59FD0868-84F1-432F-883D-B36E85A19EB2}" dt="2026-06-19T05:34:33.536" v="222" actId="478"/>
          <ac:spMkLst>
            <pc:docMk/>
            <pc:sldMk cId="979705988" sldId="264"/>
            <ac:spMk id="5" creationId="{C0BF8059-4E4A-4319-AA52-5F356A380D17}"/>
          </ac:spMkLst>
        </pc:spChg>
        <pc:spChg chg="del">
          <ac:chgData name="Ashok Gopalakrishnan" userId="d8b748a0ad7c7b3a" providerId="LiveId" clId="{59FD0868-84F1-432F-883D-B36E85A19EB2}" dt="2026-06-19T05:33:49.245" v="218" actId="478"/>
          <ac:spMkLst>
            <pc:docMk/>
            <pc:sldMk cId="979705988" sldId="264"/>
            <ac:spMk id="7" creationId="{4309E6C8-E4ED-1D8B-243F-A717C55A72B3}"/>
          </ac:spMkLst>
        </pc:spChg>
        <pc:spChg chg="add mod">
          <ac:chgData name="Ashok Gopalakrishnan" userId="d8b748a0ad7c7b3a" providerId="LiveId" clId="{59FD0868-84F1-432F-883D-B36E85A19EB2}" dt="2026-06-19T05:35:32.681" v="230" actId="207"/>
          <ac:spMkLst>
            <pc:docMk/>
            <pc:sldMk cId="979705988" sldId="264"/>
            <ac:spMk id="8" creationId="{D9956E1A-11FD-7F73-7118-43C4A11CB10D}"/>
          </ac:spMkLst>
        </pc:spChg>
        <pc:spChg chg="del">
          <ac:chgData name="Ashok Gopalakrishnan" userId="d8b748a0ad7c7b3a" providerId="LiveId" clId="{59FD0868-84F1-432F-883D-B36E85A19EB2}" dt="2026-06-19T05:33:51.318" v="219" actId="478"/>
          <ac:spMkLst>
            <pc:docMk/>
            <pc:sldMk cId="979705988" sldId="264"/>
            <ac:spMk id="9" creationId="{D5EDB369-EBD1-5C72-0F14-A776487F28B0}"/>
          </ac:spMkLst>
        </pc:spChg>
      </pc:sldChg>
      <pc:sldChg chg="addSp delSp modSp add mod">
        <pc:chgData name="Ashok Gopalakrishnan" userId="d8b748a0ad7c7b3a" providerId="LiveId" clId="{59FD0868-84F1-432F-883D-B36E85A19EB2}" dt="2026-06-19T05:39:16.383" v="276" actId="1076"/>
        <pc:sldMkLst>
          <pc:docMk/>
          <pc:sldMk cId="1830001458" sldId="265"/>
        </pc:sldMkLst>
        <pc:spChg chg="add mod">
          <ac:chgData name="Ashok Gopalakrishnan" userId="d8b748a0ad7c7b3a" providerId="LiveId" clId="{59FD0868-84F1-432F-883D-B36E85A19EB2}" dt="2026-06-19T05:37:45.318" v="246" actId="207"/>
          <ac:spMkLst>
            <pc:docMk/>
            <pc:sldMk cId="1830001458" sldId="265"/>
            <ac:spMk id="3" creationId="{D89B345F-F903-718E-C070-A15202CCF83E}"/>
          </ac:spMkLst>
        </pc:spChg>
        <pc:spChg chg="add mod">
          <ac:chgData name="Ashok Gopalakrishnan" userId="d8b748a0ad7c7b3a" providerId="LiveId" clId="{59FD0868-84F1-432F-883D-B36E85A19EB2}" dt="2026-06-19T05:38:33.868" v="251" actId="2711"/>
          <ac:spMkLst>
            <pc:docMk/>
            <pc:sldMk cId="1830001458" sldId="265"/>
            <ac:spMk id="6" creationId="{B0FD3FBC-2FDC-7EF1-E45D-87FCD518228A}"/>
          </ac:spMkLst>
        </pc:spChg>
        <pc:spChg chg="add mod">
          <ac:chgData name="Ashok Gopalakrishnan" userId="d8b748a0ad7c7b3a" providerId="LiveId" clId="{59FD0868-84F1-432F-883D-B36E85A19EB2}" dt="2026-06-19T05:39:16.383" v="276" actId="1076"/>
          <ac:spMkLst>
            <pc:docMk/>
            <pc:sldMk cId="1830001458" sldId="265"/>
            <ac:spMk id="7" creationId="{31FE5AAA-4837-B4A3-5D53-681359DD9A83}"/>
          </ac:spMkLst>
        </pc:spChg>
        <pc:spChg chg="del">
          <ac:chgData name="Ashok Gopalakrishnan" userId="d8b748a0ad7c7b3a" providerId="LiveId" clId="{59FD0868-84F1-432F-883D-B36E85A19EB2}" dt="2026-06-19T05:36:43.877" v="232" actId="478"/>
          <ac:spMkLst>
            <pc:docMk/>
            <pc:sldMk cId="1830001458" sldId="265"/>
            <ac:spMk id="8" creationId="{6B7EB0DF-13A9-0AC7-C908-B108AF7236C0}"/>
          </ac:spMkLst>
        </pc:spChg>
      </pc:sldChg>
      <pc:sldChg chg="addSp delSp modSp add mod">
        <pc:chgData name="Ashok Gopalakrishnan" userId="d8b748a0ad7c7b3a" providerId="LiveId" clId="{59FD0868-84F1-432F-883D-B36E85A19EB2}" dt="2026-06-19T05:40:16.207" v="286" actId="1076"/>
        <pc:sldMkLst>
          <pc:docMk/>
          <pc:sldMk cId="1747962505" sldId="266"/>
        </pc:sldMkLst>
        <pc:spChg chg="del">
          <ac:chgData name="Ashok Gopalakrishnan" userId="d8b748a0ad7c7b3a" providerId="LiveId" clId="{59FD0868-84F1-432F-883D-B36E85A19EB2}" dt="2026-06-19T05:39:28.112" v="278" actId="478"/>
          <ac:spMkLst>
            <pc:docMk/>
            <pc:sldMk cId="1747962505" sldId="266"/>
            <ac:spMk id="3" creationId="{A92C28D6-3C34-E26E-9DD4-4F3595AE41F0}"/>
          </ac:spMkLst>
        </pc:spChg>
        <pc:spChg chg="add mod">
          <ac:chgData name="Ashok Gopalakrishnan" userId="d8b748a0ad7c7b3a" providerId="LiveId" clId="{59FD0868-84F1-432F-883D-B36E85A19EB2}" dt="2026-06-19T05:40:16.207" v="286" actId="1076"/>
          <ac:spMkLst>
            <pc:docMk/>
            <pc:sldMk cId="1747962505" sldId="266"/>
            <ac:spMk id="5" creationId="{8191A7D2-D661-5EDE-1141-A7893084F3CB}"/>
          </ac:spMkLst>
        </pc:spChg>
        <pc:spChg chg="del">
          <ac:chgData name="Ashok Gopalakrishnan" userId="d8b748a0ad7c7b3a" providerId="LiveId" clId="{59FD0868-84F1-432F-883D-B36E85A19EB2}" dt="2026-06-19T05:39:31.136" v="279" actId="478"/>
          <ac:spMkLst>
            <pc:docMk/>
            <pc:sldMk cId="1747962505" sldId="266"/>
            <ac:spMk id="6" creationId="{41B14900-10CA-E78F-6C9C-0A57E9EDCD15}"/>
          </ac:spMkLst>
        </pc:spChg>
        <pc:spChg chg="del">
          <ac:chgData name="Ashok Gopalakrishnan" userId="d8b748a0ad7c7b3a" providerId="LiveId" clId="{59FD0868-84F1-432F-883D-B36E85A19EB2}" dt="2026-06-19T05:39:34.143" v="280" actId="478"/>
          <ac:spMkLst>
            <pc:docMk/>
            <pc:sldMk cId="1747962505" sldId="266"/>
            <ac:spMk id="7" creationId="{530269E1-F3FC-9006-946A-2D6FE95B6AF6}"/>
          </ac:spMkLst>
        </pc:spChg>
      </pc:sldChg>
      <pc:sldChg chg="addSp delSp modSp add mod">
        <pc:chgData name="Ashok Gopalakrishnan" userId="d8b748a0ad7c7b3a" providerId="LiveId" clId="{59FD0868-84F1-432F-883D-B36E85A19EB2}" dt="2026-06-19T05:50:03.582" v="303" actId="207"/>
        <pc:sldMkLst>
          <pc:docMk/>
          <pc:sldMk cId="2410517269" sldId="267"/>
        </pc:sldMkLst>
        <pc:spChg chg="add mod">
          <ac:chgData name="Ashok Gopalakrishnan" userId="d8b748a0ad7c7b3a" providerId="LiveId" clId="{59FD0868-84F1-432F-883D-B36E85A19EB2}" dt="2026-06-19T05:50:03.582" v="303" actId="207"/>
          <ac:spMkLst>
            <pc:docMk/>
            <pc:sldMk cId="2410517269" sldId="267"/>
            <ac:spMk id="3" creationId="{48F4791D-85F2-A9B4-D5CD-79FB1AC74702}"/>
          </ac:spMkLst>
        </pc:spChg>
        <pc:spChg chg="del">
          <ac:chgData name="Ashok Gopalakrishnan" userId="d8b748a0ad7c7b3a" providerId="LiveId" clId="{59FD0868-84F1-432F-883D-B36E85A19EB2}" dt="2026-06-19T05:40:28.672" v="288" actId="478"/>
          <ac:spMkLst>
            <pc:docMk/>
            <pc:sldMk cId="2410517269" sldId="267"/>
            <ac:spMk id="5" creationId="{5D7E6231-E625-5219-CA21-8D5843866ABD}"/>
          </ac:spMkLst>
        </pc:spChg>
      </pc:sldChg>
      <pc:sldChg chg="addSp delSp modSp add mod">
        <pc:chgData name="Ashok Gopalakrishnan" userId="d8b748a0ad7c7b3a" providerId="LiveId" clId="{59FD0868-84F1-432F-883D-B36E85A19EB2}" dt="2026-06-19T05:51:16.846" v="314" actId="1076"/>
        <pc:sldMkLst>
          <pc:docMk/>
          <pc:sldMk cId="1365093235" sldId="268"/>
        </pc:sldMkLst>
        <pc:spChg chg="del">
          <ac:chgData name="Ashok Gopalakrishnan" userId="d8b748a0ad7c7b3a" providerId="LiveId" clId="{59FD0868-84F1-432F-883D-B36E85A19EB2}" dt="2026-06-19T05:50:15.786" v="305" actId="478"/>
          <ac:spMkLst>
            <pc:docMk/>
            <pc:sldMk cId="1365093235" sldId="268"/>
            <ac:spMk id="3" creationId="{3CDC53C7-054F-DB72-8C89-5224296F454B}"/>
          </ac:spMkLst>
        </pc:spChg>
        <pc:spChg chg="add mod">
          <ac:chgData name="Ashok Gopalakrishnan" userId="d8b748a0ad7c7b3a" providerId="LiveId" clId="{59FD0868-84F1-432F-883D-B36E85A19EB2}" dt="2026-06-19T05:51:16.846" v="314" actId="1076"/>
          <ac:spMkLst>
            <pc:docMk/>
            <pc:sldMk cId="1365093235" sldId="268"/>
            <ac:spMk id="5" creationId="{D88E0807-BBBB-2045-D453-8EF7BE6178EC}"/>
          </ac:spMkLst>
        </pc:spChg>
      </pc:sldChg>
      <pc:sldChg chg="addSp delSp modSp add mod">
        <pc:chgData name="Ashok Gopalakrishnan" userId="d8b748a0ad7c7b3a" providerId="LiveId" clId="{59FD0868-84F1-432F-883D-B36E85A19EB2}" dt="2026-06-19T05:56:36.156" v="350" actId="207"/>
        <pc:sldMkLst>
          <pc:docMk/>
          <pc:sldMk cId="128020726" sldId="269"/>
        </pc:sldMkLst>
        <pc:spChg chg="add mod">
          <ac:chgData name="Ashok Gopalakrishnan" userId="d8b748a0ad7c7b3a" providerId="LiveId" clId="{59FD0868-84F1-432F-883D-B36E85A19EB2}" dt="2026-06-19T05:53:24.975" v="324" actId="207"/>
          <ac:spMkLst>
            <pc:docMk/>
            <pc:sldMk cId="128020726" sldId="269"/>
            <ac:spMk id="3" creationId="{9587ECC1-8962-F467-FA6F-CDFDC1BE2D2A}"/>
          </ac:spMkLst>
        </pc:spChg>
        <pc:spChg chg="del">
          <ac:chgData name="Ashok Gopalakrishnan" userId="d8b748a0ad7c7b3a" providerId="LiveId" clId="{59FD0868-84F1-432F-883D-B36E85A19EB2}" dt="2026-06-19T05:51:32.113" v="316" actId="478"/>
          <ac:spMkLst>
            <pc:docMk/>
            <pc:sldMk cId="128020726" sldId="269"/>
            <ac:spMk id="5" creationId="{89C36E35-320B-9112-CF8F-B870FE995B08}"/>
          </ac:spMkLst>
        </pc:spChg>
        <pc:spChg chg="add mod">
          <ac:chgData name="Ashok Gopalakrishnan" userId="d8b748a0ad7c7b3a" providerId="LiveId" clId="{59FD0868-84F1-432F-883D-B36E85A19EB2}" dt="2026-06-19T05:54:40.234" v="333" actId="207"/>
          <ac:spMkLst>
            <pc:docMk/>
            <pc:sldMk cId="128020726" sldId="269"/>
            <ac:spMk id="7" creationId="{A75C1479-1FFA-CAC3-5FB1-086FCDE1F03B}"/>
          </ac:spMkLst>
        </pc:spChg>
        <pc:spChg chg="add mod">
          <ac:chgData name="Ashok Gopalakrishnan" userId="d8b748a0ad7c7b3a" providerId="LiveId" clId="{59FD0868-84F1-432F-883D-B36E85A19EB2}" dt="2026-06-19T05:55:34.386" v="341" actId="207"/>
          <ac:spMkLst>
            <pc:docMk/>
            <pc:sldMk cId="128020726" sldId="269"/>
            <ac:spMk id="9" creationId="{09C7DF32-82FB-B367-871E-610D1057C0C9}"/>
          </ac:spMkLst>
        </pc:spChg>
        <pc:spChg chg="add mod">
          <ac:chgData name="Ashok Gopalakrishnan" userId="d8b748a0ad7c7b3a" providerId="LiveId" clId="{59FD0868-84F1-432F-883D-B36E85A19EB2}" dt="2026-06-19T05:56:36.156" v="350" actId="207"/>
          <ac:spMkLst>
            <pc:docMk/>
            <pc:sldMk cId="128020726" sldId="269"/>
            <ac:spMk id="11" creationId="{8145869F-EF5E-E202-044E-6D8E6865C7C2}"/>
          </ac:spMkLst>
        </pc:spChg>
      </pc:sldChg>
      <pc:sldChg chg="addSp delSp modSp add mod">
        <pc:chgData name="Ashok Gopalakrishnan" userId="d8b748a0ad7c7b3a" providerId="LiveId" clId="{59FD0868-84F1-432F-883D-B36E85A19EB2}" dt="2026-06-19T05:59:14.069" v="378" actId="12"/>
        <pc:sldMkLst>
          <pc:docMk/>
          <pc:sldMk cId="3673638636" sldId="270"/>
        </pc:sldMkLst>
        <pc:spChg chg="del mod">
          <ac:chgData name="Ashok Gopalakrishnan" userId="d8b748a0ad7c7b3a" providerId="LiveId" clId="{59FD0868-84F1-432F-883D-B36E85A19EB2}" dt="2026-06-19T05:56:51.488" v="354" actId="478"/>
          <ac:spMkLst>
            <pc:docMk/>
            <pc:sldMk cId="3673638636" sldId="270"/>
            <ac:spMk id="3" creationId="{A0D22F0F-E113-D15C-CBAA-F1C28E0328C9}"/>
          </ac:spMkLst>
        </pc:spChg>
        <pc:spChg chg="add mod">
          <ac:chgData name="Ashok Gopalakrishnan" userId="d8b748a0ad7c7b3a" providerId="LiveId" clId="{59FD0868-84F1-432F-883D-B36E85A19EB2}" dt="2026-06-19T05:58:03.204" v="366" actId="1076"/>
          <ac:spMkLst>
            <pc:docMk/>
            <pc:sldMk cId="3673638636" sldId="270"/>
            <ac:spMk id="5" creationId="{41F37C59-F2EB-F8C0-ECA8-D6211DD7356A}"/>
          </ac:spMkLst>
        </pc:spChg>
        <pc:spChg chg="del">
          <ac:chgData name="Ashok Gopalakrishnan" userId="d8b748a0ad7c7b3a" providerId="LiveId" clId="{59FD0868-84F1-432F-883D-B36E85A19EB2}" dt="2026-06-19T05:56:48.632" v="352" actId="478"/>
          <ac:spMkLst>
            <pc:docMk/>
            <pc:sldMk cId="3673638636" sldId="270"/>
            <ac:spMk id="7" creationId="{DD0FA2E7-5448-BDAC-77E3-0794D59E671B}"/>
          </ac:spMkLst>
        </pc:spChg>
        <pc:spChg chg="add mod">
          <ac:chgData name="Ashok Gopalakrishnan" userId="d8b748a0ad7c7b3a" providerId="LiveId" clId="{59FD0868-84F1-432F-883D-B36E85A19EB2}" dt="2026-06-19T05:59:14.069" v="378" actId="12"/>
          <ac:spMkLst>
            <pc:docMk/>
            <pc:sldMk cId="3673638636" sldId="270"/>
            <ac:spMk id="8" creationId="{374E40BF-1465-5FD8-E8EA-242AA2CA2DED}"/>
          </ac:spMkLst>
        </pc:spChg>
        <pc:spChg chg="del">
          <ac:chgData name="Ashok Gopalakrishnan" userId="d8b748a0ad7c7b3a" providerId="LiveId" clId="{59FD0868-84F1-432F-883D-B36E85A19EB2}" dt="2026-06-19T05:56:54.165" v="355" actId="478"/>
          <ac:spMkLst>
            <pc:docMk/>
            <pc:sldMk cId="3673638636" sldId="270"/>
            <ac:spMk id="9" creationId="{AF586595-55BC-F1AC-D5F8-B959C7330104}"/>
          </ac:spMkLst>
        </pc:spChg>
        <pc:spChg chg="del">
          <ac:chgData name="Ashok Gopalakrishnan" userId="d8b748a0ad7c7b3a" providerId="LiveId" clId="{59FD0868-84F1-432F-883D-B36E85A19EB2}" dt="2026-06-19T05:56:57.100" v="356" actId="478"/>
          <ac:spMkLst>
            <pc:docMk/>
            <pc:sldMk cId="3673638636" sldId="270"/>
            <ac:spMk id="11" creationId="{C13FC72D-8E11-6E36-AAC2-0A3B06C51840}"/>
          </ac:spMkLst>
        </pc:spChg>
      </pc:sldChg>
      <pc:sldChg chg="addSp delSp modSp add mod">
        <pc:chgData name="Ashok Gopalakrishnan" userId="d8b748a0ad7c7b3a" providerId="LiveId" clId="{59FD0868-84F1-432F-883D-B36E85A19EB2}" dt="2026-06-19T06:00:56.959" v="394" actId="1076"/>
        <pc:sldMkLst>
          <pc:docMk/>
          <pc:sldMk cId="548433195" sldId="271"/>
        </pc:sldMkLst>
        <pc:spChg chg="add mod">
          <ac:chgData name="Ashok Gopalakrishnan" userId="d8b748a0ad7c7b3a" providerId="LiveId" clId="{59FD0868-84F1-432F-883D-B36E85A19EB2}" dt="2026-06-19T06:00:56.959" v="394" actId="1076"/>
          <ac:spMkLst>
            <pc:docMk/>
            <pc:sldMk cId="548433195" sldId="271"/>
            <ac:spMk id="3" creationId="{6723349E-252A-1360-60D1-1721319BCC28}"/>
          </ac:spMkLst>
        </pc:spChg>
        <pc:spChg chg="del">
          <ac:chgData name="Ashok Gopalakrishnan" userId="d8b748a0ad7c7b3a" providerId="LiveId" clId="{59FD0868-84F1-432F-883D-B36E85A19EB2}" dt="2026-06-19T05:59:25.577" v="380" actId="478"/>
          <ac:spMkLst>
            <pc:docMk/>
            <pc:sldMk cId="548433195" sldId="271"/>
            <ac:spMk id="8" creationId="{CFD7FFEA-61D1-59E0-66EE-3241FCF1F523}"/>
          </ac:spMkLst>
        </pc:spChg>
      </pc:sldChg>
      <pc:sldChg chg="addSp delSp modSp add mod">
        <pc:chgData name="Ashok Gopalakrishnan" userId="d8b748a0ad7c7b3a" providerId="LiveId" clId="{59FD0868-84F1-432F-883D-B36E85A19EB2}" dt="2026-06-19T06:03:24.191" v="411" actId="207"/>
        <pc:sldMkLst>
          <pc:docMk/>
          <pc:sldMk cId="146497361" sldId="272"/>
        </pc:sldMkLst>
        <pc:spChg chg="del">
          <ac:chgData name="Ashok Gopalakrishnan" userId="d8b748a0ad7c7b3a" providerId="LiveId" clId="{59FD0868-84F1-432F-883D-B36E85A19EB2}" dt="2026-06-19T06:01:07.880" v="396" actId="478"/>
          <ac:spMkLst>
            <pc:docMk/>
            <pc:sldMk cId="146497361" sldId="272"/>
            <ac:spMk id="3" creationId="{A33803BD-81D0-C770-D164-C5BDEF36D472}"/>
          </ac:spMkLst>
        </pc:spChg>
        <pc:spChg chg="del">
          <ac:chgData name="Ashok Gopalakrishnan" userId="d8b748a0ad7c7b3a" providerId="LiveId" clId="{59FD0868-84F1-432F-883D-B36E85A19EB2}" dt="2026-06-19T06:01:39.040" v="398" actId="478"/>
          <ac:spMkLst>
            <pc:docMk/>
            <pc:sldMk cId="146497361" sldId="272"/>
            <ac:spMk id="5" creationId="{A5BE90BB-4145-3127-B9C1-2893418964A8}"/>
          </ac:spMkLst>
        </pc:spChg>
        <pc:spChg chg="add mod">
          <ac:chgData name="Ashok Gopalakrishnan" userId="d8b748a0ad7c7b3a" providerId="LiveId" clId="{59FD0868-84F1-432F-883D-B36E85A19EB2}" dt="2026-06-19T06:02:10.704" v="404" actId="207"/>
          <ac:spMkLst>
            <pc:docMk/>
            <pc:sldMk cId="146497361" sldId="272"/>
            <ac:spMk id="6" creationId="{607315A0-0ADB-64F4-8539-6866F6C6DAFA}"/>
          </ac:spMkLst>
        </pc:spChg>
        <pc:spChg chg="add mod">
          <ac:chgData name="Ashok Gopalakrishnan" userId="d8b748a0ad7c7b3a" providerId="LiveId" clId="{59FD0868-84F1-432F-883D-B36E85A19EB2}" dt="2026-06-19T06:03:24.191" v="411" actId="207"/>
          <ac:spMkLst>
            <pc:docMk/>
            <pc:sldMk cId="146497361" sldId="272"/>
            <ac:spMk id="8" creationId="{B3F28EC1-E71D-25B9-0B8F-51B6DC7723F6}"/>
          </ac:spMkLst>
        </pc:spChg>
      </pc:sldChg>
      <pc:sldChg chg="addSp delSp modSp add mod">
        <pc:chgData name="Ashok Gopalakrishnan" userId="d8b748a0ad7c7b3a" providerId="LiveId" clId="{59FD0868-84F1-432F-883D-B36E85A19EB2}" dt="2026-06-19T06:07:19.232" v="459" actId="207"/>
        <pc:sldMkLst>
          <pc:docMk/>
          <pc:sldMk cId="980823288" sldId="273"/>
        </pc:sldMkLst>
        <pc:spChg chg="add mod">
          <ac:chgData name="Ashok Gopalakrishnan" userId="d8b748a0ad7c7b3a" providerId="LiveId" clId="{59FD0868-84F1-432F-883D-B36E85A19EB2}" dt="2026-06-19T06:07:19.232" v="459" actId="207"/>
          <ac:spMkLst>
            <pc:docMk/>
            <pc:sldMk cId="980823288" sldId="273"/>
            <ac:spMk id="3" creationId="{E65E2998-CC7D-BDEB-A18A-AB55A59668E8}"/>
          </ac:spMkLst>
        </pc:spChg>
        <pc:spChg chg="del">
          <ac:chgData name="Ashok Gopalakrishnan" userId="d8b748a0ad7c7b3a" providerId="LiveId" clId="{59FD0868-84F1-432F-883D-B36E85A19EB2}" dt="2026-06-19T06:03:33.879" v="413" actId="478"/>
          <ac:spMkLst>
            <pc:docMk/>
            <pc:sldMk cId="980823288" sldId="273"/>
            <ac:spMk id="6" creationId="{AEA76633-C7BF-C873-8A18-9D21AE7E2018}"/>
          </ac:spMkLst>
        </pc:spChg>
        <pc:spChg chg="add mod">
          <ac:chgData name="Ashok Gopalakrishnan" userId="d8b748a0ad7c7b3a" providerId="LiveId" clId="{59FD0868-84F1-432F-883D-B36E85A19EB2}" dt="2026-06-19T06:06:58.093" v="456" actId="14100"/>
          <ac:spMkLst>
            <pc:docMk/>
            <pc:sldMk cId="980823288" sldId="273"/>
            <ac:spMk id="7" creationId="{D0E056F2-232A-8B64-124A-F4EE2A9A278A}"/>
          </ac:spMkLst>
        </pc:spChg>
        <pc:spChg chg="del">
          <ac:chgData name="Ashok Gopalakrishnan" userId="d8b748a0ad7c7b3a" providerId="LiveId" clId="{59FD0868-84F1-432F-883D-B36E85A19EB2}" dt="2026-06-19T06:03:36.269" v="414" actId="478"/>
          <ac:spMkLst>
            <pc:docMk/>
            <pc:sldMk cId="980823288" sldId="273"/>
            <ac:spMk id="8" creationId="{66159A23-45EE-046A-E600-3AA422A489A2}"/>
          </ac:spMkLst>
        </pc:spChg>
      </pc:sldChg>
      <pc:sldChg chg="addSp delSp modSp add mod">
        <pc:chgData name="Ashok Gopalakrishnan" userId="d8b748a0ad7c7b3a" providerId="LiveId" clId="{59FD0868-84F1-432F-883D-B36E85A19EB2}" dt="2026-06-19T06:09:50.936" v="493" actId="12"/>
        <pc:sldMkLst>
          <pc:docMk/>
          <pc:sldMk cId="174928743" sldId="274"/>
        </pc:sldMkLst>
        <pc:spChg chg="del">
          <ac:chgData name="Ashok Gopalakrishnan" userId="d8b748a0ad7c7b3a" providerId="LiveId" clId="{59FD0868-84F1-432F-883D-B36E85A19EB2}" dt="2026-06-19T06:07:38.185" v="461" actId="478"/>
          <ac:spMkLst>
            <pc:docMk/>
            <pc:sldMk cId="174928743" sldId="274"/>
            <ac:spMk id="3" creationId="{873C2EF1-B89D-0596-34CE-90A6A343CEA7}"/>
          </ac:spMkLst>
        </pc:spChg>
        <pc:spChg chg="add mod">
          <ac:chgData name="Ashok Gopalakrishnan" userId="d8b748a0ad7c7b3a" providerId="LiveId" clId="{59FD0868-84F1-432F-883D-B36E85A19EB2}" dt="2026-06-19T06:09:50.936" v="493" actId="12"/>
          <ac:spMkLst>
            <pc:docMk/>
            <pc:sldMk cId="174928743" sldId="274"/>
            <ac:spMk id="5" creationId="{78916CCF-D1E6-C42A-FADE-0CB7C1F943C5}"/>
          </ac:spMkLst>
        </pc:spChg>
        <pc:spChg chg="del">
          <ac:chgData name="Ashok Gopalakrishnan" userId="d8b748a0ad7c7b3a" providerId="LiveId" clId="{59FD0868-84F1-432F-883D-B36E85A19EB2}" dt="2026-06-19T06:07:40.616" v="462" actId="478"/>
          <ac:spMkLst>
            <pc:docMk/>
            <pc:sldMk cId="174928743" sldId="274"/>
            <ac:spMk id="7" creationId="{E4825DEE-B14B-ECE2-B9EA-4854F254095B}"/>
          </ac:spMkLst>
        </pc:spChg>
      </pc:sldChg>
      <pc:sldChg chg="addSp delSp modSp add mod">
        <pc:chgData name="Ashok Gopalakrishnan" userId="d8b748a0ad7c7b3a" providerId="LiveId" clId="{59FD0868-84F1-432F-883D-B36E85A19EB2}" dt="2026-06-19T06:12:33.101" v="528" actId="207"/>
        <pc:sldMkLst>
          <pc:docMk/>
          <pc:sldMk cId="2712638796" sldId="275"/>
        </pc:sldMkLst>
        <pc:spChg chg="add mod">
          <ac:chgData name="Ashok Gopalakrishnan" userId="d8b748a0ad7c7b3a" providerId="LiveId" clId="{59FD0868-84F1-432F-883D-B36E85A19EB2}" dt="2026-06-19T06:11:32.180" v="521" actId="14100"/>
          <ac:spMkLst>
            <pc:docMk/>
            <pc:sldMk cId="2712638796" sldId="275"/>
            <ac:spMk id="3" creationId="{35AE0FF6-07D1-641C-5CF3-45674687CC9C}"/>
          </ac:spMkLst>
        </pc:spChg>
        <pc:spChg chg="del">
          <ac:chgData name="Ashok Gopalakrishnan" userId="d8b748a0ad7c7b3a" providerId="LiveId" clId="{59FD0868-84F1-432F-883D-B36E85A19EB2}" dt="2026-06-19T06:10:04.297" v="495" actId="478"/>
          <ac:spMkLst>
            <pc:docMk/>
            <pc:sldMk cId="2712638796" sldId="275"/>
            <ac:spMk id="5" creationId="{FDEAA636-C02A-9A54-3980-9D4CC029E63E}"/>
          </ac:spMkLst>
        </pc:spChg>
        <pc:spChg chg="add mod">
          <ac:chgData name="Ashok Gopalakrishnan" userId="d8b748a0ad7c7b3a" providerId="LiveId" clId="{59FD0868-84F1-432F-883D-B36E85A19EB2}" dt="2026-06-19T06:12:33.101" v="528" actId="207"/>
          <ac:spMkLst>
            <pc:docMk/>
            <pc:sldMk cId="2712638796" sldId="275"/>
            <ac:spMk id="7" creationId="{4758D3CC-9BC9-45AD-ABA8-03B1AC4CFE5C}"/>
          </ac:spMkLst>
        </pc:spChg>
      </pc:sldChg>
      <pc:sldChg chg="addSp delSp modSp add mod">
        <pc:chgData name="Ashok Gopalakrishnan" userId="d8b748a0ad7c7b3a" providerId="LiveId" clId="{59FD0868-84F1-432F-883D-B36E85A19EB2}" dt="2026-06-19T06:14:28.847" v="541" actId="207"/>
        <pc:sldMkLst>
          <pc:docMk/>
          <pc:sldMk cId="1766149015" sldId="276"/>
        </pc:sldMkLst>
        <pc:spChg chg="del">
          <ac:chgData name="Ashok Gopalakrishnan" userId="d8b748a0ad7c7b3a" providerId="LiveId" clId="{59FD0868-84F1-432F-883D-B36E85A19EB2}" dt="2026-06-19T06:13:45.458" v="530" actId="478"/>
          <ac:spMkLst>
            <pc:docMk/>
            <pc:sldMk cId="1766149015" sldId="276"/>
            <ac:spMk id="3" creationId="{81A7AD28-327B-EABF-3749-D39937A7B0EA}"/>
          </ac:spMkLst>
        </pc:spChg>
        <pc:spChg chg="add mod">
          <ac:chgData name="Ashok Gopalakrishnan" userId="d8b748a0ad7c7b3a" providerId="LiveId" clId="{59FD0868-84F1-432F-883D-B36E85A19EB2}" dt="2026-06-19T06:14:09.903" v="538" actId="1076"/>
          <ac:spMkLst>
            <pc:docMk/>
            <pc:sldMk cId="1766149015" sldId="276"/>
            <ac:spMk id="6" creationId="{64002DE4-2053-F9E6-6D15-5F91188EB691}"/>
          </ac:spMkLst>
        </pc:spChg>
        <pc:spChg chg="del">
          <ac:chgData name="Ashok Gopalakrishnan" userId="d8b748a0ad7c7b3a" providerId="LiveId" clId="{59FD0868-84F1-432F-883D-B36E85A19EB2}" dt="2026-06-19T06:13:47.304" v="531" actId="478"/>
          <ac:spMkLst>
            <pc:docMk/>
            <pc:sldMk cId="1766149015" sldId="276"/>
            <ac:spMk id="7" creationId="{4CC8FEFA-F0E9-AC53-0AB7-01DF9106B377}"/>
          </ac:spMkLst>
        </pc:spChg>
        <pc:graphicFrameChg chg="add mod modGraphic">
          <ac:chgData name="Ashok Gopalakrishnan" userId="d8b748a0ad7c7b3a" providerId="LiveId" clId="{59FD0868-84F1-432F-883D-B36E85A19EB2}" dt="2026-06-19T06:14:28.847" v="541" actId="207"/>
          <ac:graphicFrameMkLst>
            <pc:docMk/>
            <pc:sldMk cId="1766149015" sldId="276"/>
            <ac:graphicFrameMk id="2" creationId="{9FFE28D2-0724-CF50-F78A-30A2390804FA}"/>
          </ac:graphicFrameMkLst>
        </pc:graphicFrameChg>
      </pc:sldChg>
      <pc:sldChg chg="addSp delSp modSp add mod">
        <pc:chgData name="Ashok Gopalakrishnan" userId="d8b748a0ad7c7b3a" providerId="LiveId" clId="{59FD0868-84F1-432F-883D-B36E85A19EB2}" dt="2026-06-19T06:16:42.665" v="568" actId="207"/>
        <pc:sldMkLst>
          <pc:docMk/>
          <pc:sldMk cId="3065501944" sldId="277"/>
        </pc:sldMkLst>
        <pc:spChg chg="add mod">
          <ac:chgData name="Ashok Gopalakrishnan" userId="d8b748a0ad7c7b3a" providerId="LiveId" clId="{59FD0868-84F1-432F-883D-B36E85A19EB2}" dt="2026-06-19T06:16:42.665" v="568" actId="207"/>
          <ac:spMkLst>
            <pc:docMk/>
            <pc:sldMk cId="3065501944" sldId="277"/>
            <ac:spMk id="5" creationId="{855AC2C1-A159-67E3-645B-30E250203325}"/>
          </ac:spMkLst>
        </pc:spChg>
        <pc:spChg chg="del">
          <ac:chgData name="Ashok Gopalakrishnan" userId="d8b748a0ad7c7b3a" providerId="LiveId" clId="{59FD0868-84F1-432F-883D-B36E85A19EB2}" dt="2026-06-19T06:14:52.554" v="544" actId="478"/>
          <ac:spMkLst>
            <pc:docMk/>
            <pc:sldMk cId="3065501944" sldId="277"/>
            <ac:spMk id="6" creationId="{94AA5C2B-BE20-8BF1-62B7-3781C35B4FBC}"/>
          </ac:spMkLst>
        </pc:spChg>
        <pc:graphicFrameChg chg="del">
          <ac:chgData name="Ashok Gopalakrishnan" userId="d8b748a0ad7c7b3a" providerId="LiveId" clId="{59FD0868-84F1-432F-883D-B36E85A19EB2}" dt="2026-06-19T06:14:49.142" v="543" actId="478"/>
          <ac:graphicFrameMkLst>
            <pc:docMk/>
            <pc:sldMk cId="3065501944" sldId="277"/>
            <ac:graphicFrameMk id="2" creationId="{FF39453E-016D-2514-ABAD-643D7CD56C42}"/>
          </ac:graphicFrameMkLst>
        </pc:graphicFrameChg>
      </pc:sldChg>
      <pc:sldChg chg="addSp delSp modSp add mod">
        <pc:chgData name="Ashok Gopalakrishnan" userId="d8b748a0ad7c7b3a" providerId="LiveId" clId="{59FD0868-84F1-432F-883D-B36E85A19EB2}" dt="2026-06-19T06:20:19.519" v="578" actId="14100"/>
        <pc:sldMkLst>
          <pc:docMk/>
          <pc:sldMk cId="1145730472" sldId="278"/>
        </pc:sldMkLst>
        <pc:spChg chg="del">
          <ac:chgData name="Ashok Gopalakrishnan" userId="d8b748a0ad7c7b3a" providerId="LiveId" clId="{59FD0868-84F1-432F-883D-B36E85A19EB2}" dt="2026-06-19T06:19:55.587" v="574" actId="478"/>
          <ac:spMkLst>
            <pc:docMk/>
            <pc:sldMk cId="1145730472" sldId="278"/>
            <ac:spMk id="4" creationId="{885AC0B2-74D3-8C26-A97C-5D50B16DF192}"/>
          </ac:spMkLst>
        </pc:spChg>
        <pc:spChg chg="del mod">
          <ac:chgData name="Ashok Gopalakrishnan" userId="d8b748a0ad7c7b3a" providerId="LiveId" clId="{59FD0868-84F1-432F-883D-B36E85A19EB2}" dt="2026-06-19T06:17:08.118" v="571" actId="478"/>
          <ac:spMkLst>
            <pc:docMk/>
            <pc:sldMk cId="1145730472" sldId="278"/>
            <ac:spMk id="5" creationId="{2D2FACEF-8300-412C-0EE1-CBF8D5586D24}"/>
          </ac:spMkLst>
        </pc:spChg>
        <pc:picChg chg="add mod">
          <ac:chgData name="Ashok Gopalakrishnan" userId="d8b748a0ad7c7b3a" providerId="LiveId" clId="{59FD0868-84F1-432F-883D-B36E85A19EB2}" dt="2026-06-19T06:20:19.519" v="578" actId="14100"/>
          <ac:picMkLst>
            <pc:docMk/>
            <pc:sldMk cId="1145730472" sldId="278"/>
            <ac:picMk id="3" creationId="{BA1134BC-B7E3-C13F-C650-60F110D893DF}"/>
          </ac:picMkLst>
        </pc:picChg>
      </pc:sldChg>
      <pc:sldChg chg="addSp delSp modSp add mod">
        <pc:chgData name="Ashok Gopalakrishnan" userId="d8b748a0ad7c7b3a" providerId="LiveId" clId="{59FD0868-84F1-432F-883D-B36E85A19EB2}" dt="2026-06-19T06:24:30.655" v="598" actId="1076"/>
        <pc:sldMkLst>
          <pc:docMk/>
          <pc:sldMk cId="625378885" sldId="279"/>
        </pc:sldMkLst>
        <pc:spChg chg="add mod">
          <ac:chgData name="Ashok Gopalakrishnan" userId="d8b748a0ad7c7b3a" providerId="LiveId" clId="{59FD0868-84F1-432F-883D-B36E85A19EB2}" dt="2026-06-19T06:24:30.655" v="598" actId="1076"/>
          <ac:spMkLst>
            <pc:docMk/>
            <pc:sldMk cId="625378885" sldId="279"/>
            <ac:spMk id="4" creationId="{2D59B220-34EF-2A75-2808-F7186F7ABB3F}"/>
          </ac:spMkLst>
        </pc:spChg>
        <pc:picChg chg="del">
          <ac:chgData name="Ashok Gopalakrishnan" userId="d8b748a0ad7c7b3a" providerId="LiveId" clId="{59FD0868-84F1-432F-883D-B36E85A19EB2}" dt="2026-06-19T06:20:37.769" v="580" actId="478"/>
          <ac:picMkLst>
            <pc:docMk/>
            <pc:sldMk cId="625378885" sldId="279"/>
            <ac:picMk id="3" creationId="{AEC480EF-C052-229C-B1E2-DEB325BDCEE7}"/>
          </ac:picMkLst>
        </pc:picChg>
      </pc:sldChg>
      <pc:sldChg chg="addSp delSp modSp add mod">
        <pc:chgData name="Ashok Gopalakrishnan" userId="d8b748a0ad7c7b3a" providerId="LiveId" clId="{59FD0868-84F1-432F-883D-B36E85A19EB2}" dt="2026-06-19T06:30:54.659" v="617" actId="14100"/>
        <pc:sldMkLst>
          <pc:docMk/>
          <pc:sldMk cId="3837910940" sldId="280"/>
        </pc:sldMkLst>
        <pc:spChg chg="add del mod">
          <ac:chgData name="Ashok Gopalakrishnan" userId="d8b748a0ad7c7b3a" providerId="LiveId" clId="{59FD0868-84F1-432F-883D-B36E85A19EB2}" dt="2026-06-19T06:28:53.100" v="614" actId="478"/>
          <ac:spMkLst>
            <pc:docMk/>
            <pc:sldMk cId="3837910940" sldId="280"/>
            <ac:spMk id="3" creationId="{CC55B9D3-EC45-50D9-8FE1-E981783931D2}"/>
          </ac:spMkLst>
        </pc:spChg>
        <pc:spChg chg="del">
          <ac:chgData name="Ashok Gopalakrishnan" userId="d8b748a0ad7c7b3a" providerId="LiveId" clId="{59FD0868-84F1-432F-883D-B36E85A19EB2}" dt="2026-06-19T06:24:53.873" v="600" actId="478"/>
          <ac:spMkLst>
            <pc:docMk/>
            <pc:sldMk cId="3837910940" sldId="280"/>
            <ac:spMk id="4" creationId="{E30DB342-9770-7EBF-842F-77821E0FD140}"/>
          </ac:spMkLst>
        </pc:spChg>
        <pc:picChg chg="add mod">
          <ac:chgData name="Ashok Gopalakrishnan" userId="d8b748a0ad7c7b3a" providerId="LiveId" clId="{59FD0868-84F1-432F-883D-B36E85A19EB2}" dt="2026-06-19T06:30:54.659" v="617" actId="14100"/>
          <ac:picMkLst>
            <pc:docMk/>
            <pc:sldMk cId="3837910940" sldId="280"/>
            <ac:picMk id="6" creationId="{6A889C14-FCC8-9CC6-CB72-4EB3FD9949E8}"/>
          </ac:picMkLst>
        </pc:picChg>
      </pc:sldChg>
      <pc:sldChg chg="addSp delSp modSp add mod">
        <pc:chgData name="Ashok Gopalakrishnan" userId="d8b748a0ad7c7b3a" providerId="LiveId" clId="{59FD0868-84F1-432F-883D-B36E85A19EB2}" dt="2026-06-19T06:34:26.501" v="646" actId="207"/>
        <pc:sldMkLst>
          <pc:docMk/>
          <pc:sldMk cId="3789637195" sldId="281"/>
        </pc:sldMkLst>
        <pc:spChg chg="add mod">
          <ac:chgData name="Ashok Gopalakrishnan" userId="d8b748a0ad7c7b3a" providerId="LiveId" clId="{59FD0868-84F1-432F-883D-B36E85A19EB2}" dt="2026-06-19T06:34:26.501" v="646" actId="207"/>
          <ac:spMkLst>
            <pc:docMk/>
            <pc:sldMk cId="3789637195" sldId="281"/>
            <ac:spMk id="3" creationId="{3BE0399B-6110-BDB7-48B4-675DF1B9462A}"/>
          </ac:spMkLst>
        </pc:spChg>
        <pc:spChg chg="del">
          <ac:chgData name="Ashok Gopalakrishnan" userId="d8b748a0ad7c7b3a" providerId="LiveId" clId="{59FD0868-84F1-432F-883D-B36E85A19EB2}" dt="2026-06-19T06:31:21.807" v="619" actId="478"/>
          <ac:spMkLst>
            <pc:docMk/>
            <pc:sldMk cId="3789637195" sldId="281"/>
            <ac:spMk id="4" creationId="{54E7C250-69EC-1653-A268-23696DC39277}"/>
          </ac:spMkLst>
        </pc:spChg>
      </pc:sldChg>
      <pc:sldChg chg="addSp delSp modSp add mod">
        <pc:chgData name="Ashok Gopalakrishnan" userId="d8b748a0ad7c7b3a" providerId="LiveId" clId="{59FD0868-84F1-432F-883D-B36E85A19EB2}" dt="2026-06-19T06:36:23.512" v="676" actId="207"/>
        <pc:sldMkLst>
          <pc:docMk/>
          <pc:sldMk cId="2783089226" sldId="282"/>
        </pc:sldMkLst>
        <pc:spChg chg="del">
          <ac:chgData name="Ashok Gopalakrishnan" userId="d8b748a0ad7c7b3a" providerId="LiveId" clId="{59FD0868-84F1-432F-883D-B36E85A19EB2}" dt="2026-06-19T06:34:36.887" v="648" actId="478"/>
          <ac:spMkLst>
            <pc:docMk/>
            <pc:sldMk cId="2783089226" sldId="282"/>
            <ac:spMk id="3" creationId="{9A9FF0C4-E566-EF41-3BD2-CE523BF5E697}"/>
          </ac:spMkLst>
        </pc:spChg>
        <pc:spChg chg="add mod">
          <ac:chgData name="Ashok Gopalakrishnan" userId="d8b748a0ad7c7b3a" providerId="LiveId" clId="{59FD0868-84F1-432F-883D-B36E85A19EB2}" dt="2026-06-19T06:36:23.512" v="676" actId="207"/>
          <ac:spMkLst>
            <pc:docMk/>
            <pc:sldMk cId="2783089226" sldId="282"/>
            <ac:spMk id="4" creationId="{EDA9A5D7-F32E-4DAD-B23A-E8EB354F854C}"/>
          </ac:spMkLst>
        </pc:spChg>
      </pc:sldChg>
      <pc:sldChg chg="addSp delSp modSp add mod">
        <pc:chgData name="Ashok Gopalakrishnan" userId="d8b748a0ad7c7b3a" providerId="LiveId" clId="{59FD0868-84F1-432F-883D-B36E85A19EB2}" dt="2026-06-19T06:38:45.321" v="713" actId="12"/>
        <pc:sldMkLst>
          <pc:docMk/>
          <pc:sldMk cId="2208934712" sldId="283"/>
        </pc:sldMkLst>
        <pc:spChg chg="add mod">
          <ac:chgData name="Ashok Gopalakrishnan" userId="d8b748a0ad7c7b3a" providerId="LiveId" clId="{59FD0868-84F1-432F-883D-B36E85A19EB2}" dt="2026-06-19T06:38:45.321" v="713" actId="12"/>
          <ac:spMkLst>
            <pc:docMk/>
            <pc:sldMk cId="2208934712" sldId="283"/>
            <ac:spMk id="3" creationId="{5DDC33FE-24F4-A254-C449-976A1B0A6803}"/>
          </ac:spMkLst>
        </pc:spChg>
        <pc:spChg chg="del">
          <ac:chgData name="Ashok Gopalakrishnan" userId="d8b748a0ad7c7b3a" providerId="LiveId" clId="{59FD0868-84F1-432F-883D-B36E85A19EB2}" dt="2026-06-19T06:36:36.057" v="678" actId="478"/>
          <ac:spMkLst>
            <pc:docMk/>
            <pc:sldMk cId="2208934712" sldId="283"/>
            <ac:spMk id="4" creationId="{638D8B78-DD09-5059-00FD-1AD3907FD0E9}"/>
          </ac:spMkLst>
        </pc:spChg>
      </pc:sldChg>
      <pc:sldChg chg="addSp delSp modSp add mod">
        <pc:chgData name="Ashok Gopalakrishnan" userId="d8b748a0ad7c7b3a" providerId="LiveId" clId="{59FD0868-84F1-432F-883D-B36E85A19EB2}" dt="2026-06-19T06:40:08.552" v="726" actId="207"/>
        <pc:sldMkLst>
          <pc:docMk/>
          <pc:sldMk cId="4227722712" sldId="284"/>
        </pc:sldMkLst>
        <pc:spChg chg="del">
          <ac:chgData name="Ashok Gopalakrishnan" userId="d8b748a0ad7c7b3a" providerId="LiveId" clId="{59FD0868-84F1-432F-883D-B36E85A19EB2}" dt="2026-06-19T06:39:01.848" v="715" actId="478"/>
          <ac:spMkLst>
            <pc:docMk/>
            <pc:sldMk cId="4227722712" sldId="284"/>
            <ac:spMk id="3" creationId="{74D82ACC-FB66-7FF0-68D5-AE630F000188}"/>
          </ac:spMkLst>
        </pc:spChg>
        <pc:spChg chg="add mod">
          <ac:chgData name="Ashok Gopalakrishnan" userId="d8b748a0ad7c7b3a" providerId="LiveId" clId="{59FD0868-84F1-432F-883D-B36E85A19EB2}" dt="2026-06-19T06:39:43.539" v="723" actId="207"/>
          <ac:spMkLst>
            <pc:docMk/>
            <pc:sldMk cId="4227722712" sldId="284"/>
            <ac:spMk id="5" creationId="{D6ED0B89-F713-8EF5-1113-0CB762B418AC}"/>
          </ac:spMkLst>
        </pc:spChg>
        <pc:graphicFrameChg chg="add mod modGraphic">
          <ac:chgData name="Ashok Gopalakrishnan" userId="d8b748a0ad7c7b3a" providerId="LiveId" clId="{59FD0868-84F1-432F-883D-B36E85A19EB2}" dt="2026-06-19T06:40:08.552" v="726" actId="207"/>
          <ac:graphicFrameMkLst>
            <pc:docMk/>
            <pc:sldMk cId="4227722712" sldId="284"/>
            <ac:graphicFrameMk id="2" creationId="{D676F07D-5A7A-85CD-D891-B056B8A8BD2D}"/>
          </ac:graphicFrameMkLst>
        </pc:graphicFrameChg>
      </pc:sldChg>
      <pc:sldChg chg="addSp delSp modSp add mod">
        <pc:chgData name="Ashok Gopalakrishnan" userId="d8b748a0ad7c7b3a" providerId="LiveId" clId="{59FD0868-84F1-432F-883D-B36E85A19EB2}" dt="2026-06-19T06:43:00.842" v="732" actId="14100"/>
        <pc:sldMkLst>
          <pc:docMk/>
          <pc:sldMk cId="3952177606" sldId="285"/>
        </pc:sldMkLst>
        <pc:spChg chg="del">
          <ac:chgData name="Ashok Gopalakrishnan" userId="d8b748a0ad7c7b3a" providerId="LiveId" clId="{59FD0868-84F1-432F-883D-B36E85A19EB2}" dt="2026-06-19T06:40:30.079" v="729" actId="478"/>
          <ac:spMkLst>
            <pc:docMk/>
            <pc:sldMk cId="3952177606" sldId="285"/>
            <ac:spMk id="5" creationId="{BDC03625-F4CC-0F89-19F6-64CE644B5280}"/>
          </ac:spMkLst>
        </pc:spChg>
        <pc:graphicFrameChg chg="del">
          <ac:chgData name="Ashok Gopalakrishnan" userId="d8b748a0ad7c7b3a" providerId="LiveId" clId="{59FD0868-84F1-432F-883D-B36E85A19EB2}" dt="2026-06-19T06:40:28.064" v="728" actId="478"/>
          <ac:graphicFrameMkLst>
            <pc:docMk/>
            <pc:sldMk cId="3952177606" sldId="285"/>
            <ac:graphicFrameMk id="2" creationId="{ED366F0E-1369-D529-3EB0-B1ADE87E29C2}"/>
          </ac:graphicFrameMkLst>
        </pc:graphicFrameChg>
        <pc:picChg chg="add mod">
          <ac:chgData name="Ashok Gopalakrishnan" userId="d8b748a0ad7c7b3a" providerId="LiveId" clId="{59FD0868-84F1-432F-883D-B36E85A19EB2}" dt="2026-06-19T06:43:00.842" v="732" actId="14100"/>
          <ac:picMkLst>
            <pc:docMk/>
            <pc:sldMk cId="3952177606" sldId="285"/>
            <ac:picMk id="4" creationId="{E07CA049-FC97-9D78-277A-5684E0E46BAC}"/>
          </ac:picMkLst>
        </pc:picChg>
      </pc:sldChg>
      <pc:sldChg chg="addSp delSp modSp add mod">
        <pc:chgData name="Ashok Gopalakrishnan" userId="d8b748a0ad7c7b3a" providerId="LiveId" clId="{59FD0868-84F1-432F-883D-B36E85A19EB2}" dt="2026-06-19T06:47:20.387" v="758" actId="1076"/>
        <pc:sldMkLst>
          <pc:docMk/>
          <pc:sldMk cId="4160331277" sldId="286"/>
        </pc:sldMkLst>
        <pc:spChg chg="add mod">
          <ac:chgData name="Ashok Gopalakrishnan" userId="d8b748a0ad7c7b3a" providerId="LiveId" clId="{59FD0868-84F1-432F-883D-B36E85A19EB2}" dt="2026-06-19T06:47:10.954" v="756" actId="207"/>
          <ac:spMkLst>
            <pc:docMk/>
            <pc:sldMk cId="4160331277" sldId="286"/>
            <ac:spMk id="3" creationId="{FFA6B61E-F137-37D5-88D4-91A464685316}"/>
          </ac:spMkLst>
        </pc:spChg>
        <pc:spChg chg="add mod">
          <ac:chgData name="Ashok Gopalakrishnan" userId="d8b748a0ad7c7b3a" providerId="LiveId" clId="{59FD0868-84F1-432F-883D-B36E85A19EB2}" dt="2026-06-19T06:47:20.387" v="758" actId="1076"/>
          <ac:spMkLst>
            <pc:docMk/>
            <pc:sldMk cId="4160331277" sldId="286"/>
            <ac:spMk id="5" creationId="{EBB517FD-7E52-721E-D6D7-307F201D16EC}"/>
          </ac:spMkLst>
        </pc:spChg>
        <pc:picChg chg="del">
          <ac:chgData name="Ashok Gopalakrishnan" userId="d8b748a0ad7c7b3a" providerId="LiveId" clId="{59FD0868-84F1-432F-883D-B36E85A19EB2}" dt="2026-06-19T06:43:31.306" v="734" actId="478"/>
          <ac:picMkLst>
            <pc:docMk/>
            <pc:sldMk cId="4160331277" sldId="286"/>
            <ac:picMk id="6" creationId="{7EB572BE-A0A4-C62F-5974-559F22DCA027}"/>
          </ac:picMkLst>
        </pc:picChg>
      </pc:sldChg>
      <pc:sldChg chg="addSp delSp modSp add mod">
        <pc:chgData name="Ashok Gopalakrishnan" userId="d8b748a0ad7c7b3a" providerId="LiveId" clId="{59FD0868-84F1-432F-883D-B36E85A19EB2}" dt="2026-06-19T06:49:38.828" v="776" actId="14100"/>
        <pc:sldMkLst>
          <pc:docMk/>
          <pc:sldMk cId="1584189605" sldId="287"/>
        </pc:sldMkLst>
        <pc:spChg chg="del">
          <ac:chgData name="Ashok Gopalakrishnan" userId="d8b748a0ad7c7b3a" providerId="LiveId" clId="{59FD0868-84F1-432F-883D-B36E85A19EB2}" dt="2026-06-19T06:46:58.621" v="754" actId="478"/>
          <ac:spMkLst>
            <pc:docMk/>
            <pc:sldMk cId="1584189605" sldId="287"/>
            <ac:spMk id="3" creationId="{3CE50974-EE85-F492-BA92-1D0A7D16ED0A}"/>
          </ac:spMkLst>
        </pc:spChg>
        <pc:spChg chg="add mod">
          <ac:chgData name="Ashok Gopalakrishnan" userId="d8b748a0ad7c7b3a" providerId="LiveId" clId="{59FD0868-84F1-432F-883D-B36E85A19EB2}" dt="2026-06-19T06:49:11.508" v="770" actId="20577"/>
          <ac:spMkLst>
            <pc:docMk/>
            <pc:sldMk cId="1584189605" sldId="287"/>
            <ac:spMk id="4" creationId="{9E887EE2-0A5B-F319-1C03-7CD81B23C0C7}"/>
          </ac:spMkLst>
        </pc:spChg>
        <pc:spChg chg="del">
          <ac:chgData name="Ashok Gopalakrishnan" userId="d8b748a0ad7c7b3a" providerId="LiveId" clId="{59FD0868-84F1-432F-883D-B36E85A19EB2}" dt="2026-06-19T06:47:00.827" v="755" actId="478"/>
          <ac:spMkLst>
            <pc:docMk/>
            <pc:sldMk cId="1584189605" sldId="287"/>
            <ac:spMk id="5" creationId="{7FBDF6E4-7513-F802-9D4B-320C2B907FF0}"/>
          </ac:spMkLst>
        </pc:spChg>
        <pc:spChg chg="add mod">
          <ac:chgData name="Ashok Gopalakrishnan" userId="d8b748a0ad7c7b3a" providerId="LiveId" clId="{59FD0868-84F1-432F-883D-B36E85A19EB2}" dt="2026-06-19T06:49:38.828" v="776" actId="14100"/>
          <ac:spMkLst>
            <pc:docMk/>
            <pc:sldMk cId="1584189605" sldId="287"/>
            <ac:spMk id="7" creationId="{B85E9DF3-32EE-82FE-F0D6-F10E407AFEB7}"/>
          </ac:spMkLst>
        </pc:spChg>
      </pc:sldChg>
      <pc:sldChg chg="addSp delSp modSp add mod">
        <pc:chgData name="Ashok Gopalakrishnan" userId="d8b748a0ad7c7b3a" providerId="LiveId" clId="{59FD0868-84F1-432F-883D-B36E85A19EB2}" dt="2026-06-19T06:52:45.024" v="782" actId="14100"/>
        <pc:sldMkLst>
          <pc:docMk/>
          <pc:sldMk cId="822277772" sldId="288"/>
        </pc:sldMkLst>
        <pc:spChg chg="del">
          <ac:chgData name="Ashok Gopalakrishnan" userId="d8b748a0ad7c7b3a" providerId="LiveId" clId="{59FD0868-84F1-432F-883D-B36E85A19EB2}" dt="2026-06-19T06:49:57.129" v="779" actId="478"/>
          <ac:spMkLst>
            <pc:docMk/>
            <pc:sldMk cId="822277772" sldId="288"/>
            <ac:spMk id="4" creationId="{1C62F902-7C91-35E0-0CF2-2C37BBB6460C}"/>
          </ac:spMkLst>
        </pc:spChg>
        <pc:spChg chg="del">
          <ac:chgData name="Ashok Gopalakrishnan" userId="d8b748a0ad7c7b3a" providerId="LiveId" clId="{59FD0868-84F1-432F-883D-B36E85A19EB2}" dt="2026-06-19T06:49:55.161" v="778" actId="478"/>
          <ac:spMkLst>
            <pc:docMk/>
            <pc:sldMk cId="822277772" sldId="288"/>
            <ac:spMk id="7" creationId="{9A333DD5-5DA6-CD41-CF25-AC8EB0BC219E}"/>
          </ac:spMkLst>
        </pc:spChg>
        <pc:picChg chg="add mod">
          <ac:chgData name="Ashok Gopalakrishnan" userId="d8b748a0ad7c7b3a" providerId="LiveId" clId="{59FD0868-84F1-432F-883D-B36E85A19EB2}" dt="2026-06-19T06:52:45.024" v="782" actId="14100"/>
          <ac:picMkLst>
            <pc:docMk/>
            <pc:sldMk cId="822277772" sldId="288"/>
            <ac:picMk id="3" creationId="{52541B74-438F-36BE-3C3B-85FF2CC50DF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0B99B3-E271-4816-8CCD-E9A871CF42F6}" type="datetimeFigureOut">
              <a:rPr lang="en-US" smtClean="0"/>
              <a:t>6/19/2026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03FE10-1E41-4548-AEC4-67E8FD945AA4}" type="slidenum">
              <a:rPr lang="en-US" smtClean="0"/>
              <a:t>‹#›</a:t>
            </a:fld>
            <a:endParaRPr lang="en-US"/>
          </a:p>
        </p:txBody>
      </p:sp>
    </p:spTree>
    <p:extLst>
      <p:ext uri="{BB962C8B-B14F-4D97-AF65-F5344CB8AC3E}">
        <p14:creationId xmlns:p14="http://schemas.microsoft.com/office/powerpoint/2010/main" val="990152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A03FE10-1E41-4548-AEC4-67E8FD945AA4}" type="slidenum">
              <a:rPr lang="en-US" smtClean="0"/>
              <a:t>14</a:t>
            </a:fld>
            <a:endParaRPr lang="en-US"/>
          </a:p>
        </p:txBody>
      </p:sp>
    </p:spTree>
    <p:extLst>
      <p:ext uri="{BB962C8B-B14F-4D97-AF65-F5344CB8AC3E}">
        <p14:creationId xmlns:p14="http://schemas.microsoft.com/office/powerpoint/2010/main" val="1464042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67ABB-5AFD-4FA2-2528-6C5D3D9DB9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2E4076-4120-3340-5127-1604E39A87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F39AC-AF28-2EEE-C38D-DF7FD43C7E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4AFB3B-F6DD-4C1D-FA75-09A61757B49E}"/>
              </a:ext>
            </a:extLst>
          </p:cNvPr>
          <p:cNvSpPr>
            <a:spLocks noGrp="1"/>
          </p:cNvSpPr>
          <p:nvPr>
            <p:ph type="sldNum" sz="quarter" idx="5"/>
          </p:nvPr>
        </p:nvSpPr>
        <p:spPr/>
        <p:txBody>
          <a:bodyPr/>
          <a:lstStyle/>
          <a:p>
            <a:fld id="{AA03FE10-1E41-4548-AEC4-67E8FD945AA4}" type="slidenum">
              <a:rPr lang="en-US" smtClean="0"/>
              <a:t>15</a:t>
            </a:fld>
            <a:endParaRPr lang="en-US"/>
          </a:p>
        </p:txBody>
      </p:sp>
    </p:spTree>
    <p:extLst>
      <p:ext uri="{BB962C8B-B14F-4D97-AF65-F5344CB8AC3E}">
        <p14:creationId xmlns:p14="http://schemas.microsoft.com/office/powerpoint/2010/main" val="4102198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6DB12-227F-025D-8C02-CCFF2319CC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7083FF-D9CE-8EC6-0EFC-A08895D4E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25130F-B7CD-85A8-64F1-7BFBD2957F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E6E12B-BC27-B611-FFCF-F420BA20B21D}"/>
              </a:ext>
            </a:extLst>
          </p:cNvPr>
          <p:cNvSpPr>
            <a:spLocks noGrp="1"/>
          </p:cNvSpPr>
          <p:nvPr>
            <p:ph type="sldNum" sz="quarter" idx="5"/>
          </p:nvPr>
        </p:nvSpPr>
        <p:spPr/>
        <p:txBody>
          <a:bodyPr/>
          <a:lstStyle/>
          <a:p>
            <a:fld id="{AA03FE10-1E41-4548-AEC4-67E8FD945AA4}" type="slidenum">
              <a:rPr lang="en-US" smtClean="0"/>
              <a:t>16</a:t>
            </a:fld>
            <a:endParaRPr lang="en-US"/>
          </a:p>
        </p:txBody>
      </p:sp>
    </p:spTree>
    <p:extLst>
      <p:ext uri="{BB962C8B-B14F-4D97-AF65-F5344CB8AC3E}">
        <p14:creationId xmlns:p14="http://schemas.microsoft.com/office/powerpoint/2010/main" val="109994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5706B-2A35-C573-6BE6-E351F0DC70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E7F23C-C410-7644-81D1-7223A8241A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814B1A-5B9D-9214-6943-63C4A77346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736F7F-163A-7A7F-CB9D-34FE4C71B9DE}"/>
              </a:ext>
            </a:extLst>
          </p:cNvPr>
          <p:cNvSpPr>
            <a:spLocks noGrp="1"/>
          </p:cNvSpPr>
          <p:nvPr>
            <p:ph type="sldNum" sz="quarter" idx="5"/>
          </p:nvPr>
        </p:nvSpPr>
        <p:spPr/>
        <p:txBody>
          <a:bodyPr/>
          <a:lstStyle/>
          <a:p>
            <a:fld id="{AA03FE10-1E41-4548-AEC4-67E8FD945AA4}" type="slidenum">
              <a:rPr lang="en-US" smtClean="0"/>
              <a:t>17</a:t>
            </a:fld>
            <a:endParaRPr lang="en-US"/>
          </a:p>
        </p:txBody>
      </p:sp>
    </p:spTree>
    <p:extLst>
      <p:ext uri="{BB962C8B-B14F-4D97-AF65-F5344CB8AC3E}">
        <p14:creationId xmlns:p14="http://schemas.microsoft.com/office/powerpoint/2010/main" val="3385392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052B5-2A98-6B7C-288D-7CFB903844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01F407-D838-7737-5F1F-31C3E29D0F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A542F5-5958-7A3D-3689-1FE365382D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3A3BB9-7CEF-77A0-1339-9D508FE8DC57}"/>
              </a:ext>
            </a:extLst>
          </p:cNvPr>
          <p:cNvSpPr>
            <a:spLocks noGrp="1"/>
          </p:cNvSpPr>
          <p:nvPr>
            <p:ph type="sldNum" sz="quarter" idx="5"/>
          </p:nvPr>
        </p:nvSpPr>
        <p:spPr/>
        <p:txBody>
          <a:bodyPr/>
          <a:lstStyle/>
          <a:p>
            <a:fld id="{AA03FE10-1E41-4548-AEC4-67E8FD945AA4}" type="slidenum">
              <a:rPr lang="en-US" smtClean="0"/>
              <a:t>18</a:t>
            </a:fld>
            <a:endParaRPr lang="en-US"/>
          </a:p>
        </p:txBody>
      </p:sp>
    </p:spTree>
    <p:extLst>
      <p:ext uri="{BB962C8B-B14F-4D97-AF65-F5344CB8AC3E}">
        <p14:creationId xmlns:p14="http://schemas.microsoft.com/office/powerpoint/2010/main" val="89226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F5ADA-C977-0DC7-5A30-4A5886C2FC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866CAA-8E6C-45CD-3ABA-AE64866CF2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E31DCE-20FB-7AA2-E530-F46E3B2841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EF9F62-6AE9-0959-7AE7-EA85F91D433F}"/>
              </a:ext>
            </a:extLst>
          </p:cNvPr>
          <p:cNvSpPr>
            <a:spLocks noGrp="1"/>
          </p:cNvSpPr>
          <p:nvPr>
            <p:ph type="sldNum" sz="quarter" idx="5"/>
          </p:nvPr>
        </p:nvSpPr>
        <p:spPr/>
        <p:txBody>
          <a:bodyPr/>
          <a:lstStyle/>
          <a:p>
            <a:fld id="{AA03FE10-1E41-4548-AEC4-67E8FD945AA4}" type="slidenum">
              <a:rPr lang="en-US" smtClean="0"/>
              <a:t>19</a:t>
            </a:fld>
            <a:endParaRPr lang="en-US"/>
          </a:p>
        </p:txBody>
      </p:sp>
    </p:spTree>
    <p:extLst>
      <p:ext uri="{BB962C8B-B14F-4D97-AF65-F5344CB8AC3E}">
        <p14:creationId xmlns:p14="http://schemas.microsoft.com/office/powerpoint/2010/main" val="30362061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66D85-2A04-9AB3-1314-84FE446A3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21EEA8-51AA-267D-F671-5E5627507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5FD541-10BB-51DF-EAD9-70AEECD7C3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CEC248-9BE3-AB8F-04D8-ED674FE18870}"/>
              </a:ext>
            </a:extLst>
          </p:cNvPr>
          <p:cNvSpPr>
            <a:spLocks noGrp="1"/>
          </p:cNvSpPr>
          <p:nvPr>
            <p:ph type="sldNum" sz="quarter" idx="5"/>
          </p:nvPr>
        </p:nvSpPr>
        <p:spPr/>
        <p:txBody>
          <a:bodyPr/>
          <a:lstStyle/>
          <a:p>
            <a:fld id="{AA03FE10-1E41-4548-AEC4-67E8FD945AA4}" type="slidenum">
              <a:rPr lang="en-US" smtClean="0"/>
              <a:t>20</a:t>
            </a:fld>
            <a:endParaRPr lang="en-US"/>
          </a:p>
        </p:txBody>
      </p:sp>
    </p:spTree>
    <p:extLst>
      <p:ext uri="{BB962C8B-B14F-4D97-AF65-F5344CB8AC3E}">
        <p14:creationId xmlns:p14="http://schemas.microsoft.com/office/powerpoint/2010/main" val="34742154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9CD05-0531-A493-C0A9-5F9D1C311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5C6005-876E-0415-0C32-BB51552A0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90CEF0-E4BF-9AA6-EC5A-CCA31E586D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2736E4-BFBB-BF09-0675-7E18CA7343FA}"/>
              </a:ext>
            </a:extLst>
          </p:cNvPr>
          <p:cNvSpPr>
            <a:spLocks noGrp="1"/>
          </p:cNvSpPr>
          <p:nvPr>
            <p:ph type="sldNum" sz="quarter" idx="5"/>
          </p:nvPr>
        </p:nvSpPr>
        <p:spPr/>
        <p:txBody>
          <a:bodyPr/>
          <a:lstStyle/>
          <a:p>
            <a:fld id="{AA03FE10-1E41-4548-AEC4-67E8FD945AA4}" type="slidenum">
              <a:rPr lang="en-US" smtClean="0"/>
              <a:t>21</a:t>
            </a:fld>
            <a:endParaRPr lang="en-US"/>
          </a:p>
        </p:txBody>
      </p:sp>
    </p:spTree>
    <p:extLst>
      <p:ext uri="{BB962C8B-B14F-4D97-AF65-F5344CB8AC3E}">
        <p14:creationId xmlns:p14="http://schemas.microsoft.com/office/powerpoint/2010/main" val="41534229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79098-C88D-48F5-9919-16CDA6926F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D832CD-EA08-5576-C7C9-12A20D75C3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A0FA83-F7CE-9248-635A-48E43F0379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DA3FD6-5BA2-FEFA-62FC-855EFBB6EA4C}"/>
              </a:ext>
            </a:extLst>
          </p:cNvPr>
          <p:cNvSpPr>
            <a:spLocks noGrp="1"/>
          </p:cNvSpPr>
          <p:nvPr>
            <p:ph type="sldNum" sz="quarter" idx="5"/>
          </p:nvPr>
        </p:nvSpPr>
        <p:spPr/>
        <p:txBody>
          <a:bodyPr/>
          <a:lstStyle/>
          <a:p>
            <a:fld id="{AA03FE10-1E41-4548-AEC4-67E8FD945AA4}" type="slidenum">
              <a:rPr lang="en-US" smtClean="0"/>
              <a:t>22</a:t>
            </a:fld>
            <a:endParaRPr lang="en-US"/>
          </a:p>
        </p:txBody>
      </p:sp>
    </p:spTree>
    <p:extLst>
      <p:ext uri="{BB962C8B-B14F-4D97-AF65-F5344CB8AC3E}">
        <p14:creationId xmlns:p14="http://schemas.microsoft.com/office/powerpoint/2010/main" val="17927750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B3DFF-DB01-41DB-2FF3-E62C72FD0D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AA4800-9B15-E3F5-B8D3-E0FE50C7F9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10AD12-1F5A-DFBE-C334-7FE11DDF32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C2BA4A-FA81-15B0-5EB9-24D75C9E5079}"/>
              </a:ext>
            </a:extLst>
          </p:cNvPr>
          <p:cNvSpPr>
            <a:spLocks noGrp="1"/>
          </p:cNvSpPr>
          <p:nvPr>
            <p:ph type="sldNum" sz="quarter" idx="5"/>
          </p:nvPr>
        </p:nvSpPr>
        <p:spPr/>
        <p:txBody>
          <a:bodyPr/>
          <a:lstStyle/>
          <a:p>
            <a:fld id="{AA03FE10-1E41-4548-AEC4-67E8FD945AA4}" type="slidenum">
              <a:rPr lang="en-US" smtClean="0"/>
              <a:t>23</a:t>
            </a:fld>
            <a:endParaRPr lang="en-US"/>
          </a:p>
        </p:txBody>
      </p:sp>
    </p:spTree>
    <p:extLst>
      <p:ext uri="{BB962C8B-B14F-4D97-AF65-F5344CB8AC3E}">
        <p14:creationId xmlns:p14="http://schemas.microsoft.com/office/powerpoint/2010/main" val="31441438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B75A6-391F-F3B0-EB21-326D396187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D54892-30A4-AF46-A927-139C3EADAD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D7A90-1DF1-7999-5A67-346327ACB6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645356-9F3D-457B-2525-66C5A1A8959E}"/>
              </a:ext>
            </a:extLst>
          </p:cNvPr>
          <p:cNvSpPr>
            <a:spLocks noGrp="1"/>
          </p:cNvSpPr>
          <p:nvPr>
            <p:ph type="sldNum" sz="quarter" idx="5"/>
          </p:nvPr>
        </p:nvSpPr>
        <p:spPr/>
        <p:txBody>
          <a:bodyPr/>
          <a:lstStyle/>
          <a:p>
            <a:fld id="{AA03FE10-1E41-4548-AEC4-67E8FD945AA4}" type="slidenum">
              <a:rPr lang="en-US" smtClean="0"/>
              <a:t>24</a:t>
            </a:fld>
            <a:endParaRPr lang="en-US"/>
          </a:p>
        </p:txBody>
      </p:sp>
    </p:spTree>
    <p:extLst>
      <p:ext uri="{BB962C8B-B14F-4D97-AF65-F5344CB8AC3E}">
        <p14:creationId xmlns:p14="http://schemas.microsoft.com/office/powerpoint/2010/main" val="35010230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DCE45-6279-5003-88CA-0CA66A06C8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9A06D-33D8-AF41-63D9-103E9C1840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5EDF83-E83F-1C8A-EF49-50308ACF14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8FE17A-D9FE-6929-AD23-07F7C12F8F9B}"/>
              </a:ext>
            </a:extLst>
          </p:cNvPr>
          <p:cNvSpPr>
            <a:spLocks noGrp="1"/>
          </p:cNvSpPr>
          <p:nvPr>
            <p:ph type="sldNum" sz="quarter" idx="5"/>
          </p:nvPr>
        </p:nvSpPr>
        <p:spPr/>
        <p:txBody>
          <a:bodyPr/>
          <a:lstStyle/>
          <a:p>
            <a:fld id="{AA03FE10-1E41-4548-AEC4-67E8FD945AA4}" type="slidenum">
              <a:rPr lang="en-US" smtClean="0"/>
              <a:t>25</a:t>
            </a:fld>
            <a:endParaRPr lang="en-US"/>
          </a:p>
        </p:txBody>
      </p:sp>
    </p:spTree>
    <p:extLst>
      <p:ext uri="{BB962C8B-B14F-4D97-AF65-F5344CB8AC3E}">
        <p14:creationId xmlns:p14="http://schemas.microsoft.com/office/powerpoint/2010/main" val="16656813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0EDED-C99E-F0F0-6C72-14100B53F5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9B7D1A-D4C4-C95D-8137-755D6BCD39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D2DD12-62A3-7CE0-BF53-363FDF707D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CBFA32-46DF-1556-5641-6AA5B88C0F37}"/>
              </a:ext>
            </a:extLst>
          </p:cNvPr>
          <p:cNvSpPr>
            <a:spLocks noGrp="1"/>
          </p:cNvSpPr>
          <p:nvPr>
            <p:ph type="sldNum" sz="quarter" idx="5"/>
          </p:nvPr>
        </p:nvSpPr>
        <p:spPr/>
        <p:txBody>
          <a:bodyPr/>
          <a:lstStyle/>
          <a:p>
            <a:fld id="{AA03FE10-1E41-4548-AEC4-67E8FD945AA4}" type="slidenum">
              <a:rPr lang="en-US" smtClean="0"/>
              <a:t>26</a:t>
            </a:fld>
            <a:endParaRPr lang="en-US"/>
          </a:p>
        </p:txBody>
      </p:sp>
    </p:spTree>
    <p:extLst>
      <p:ext uri="{BB962C8B-B14F-4D97-AF65-F5344CB8AC3E}">
        <p14:creationId xmlns:p14="http://schemas.microsoft.com/office/powerpoint/2010/main" val="35766051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530E1-9C23-A8B5-A001-22D79FAE50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B061CB-8DEE-9B51-5E16-3360D6A4F7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3A05A-6DF2-D48D-F151-DBBF4EBA48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376580-06E7-467F-15F5-A53422CEF490}"/>
              </a:ext>
            </a:extLst>
          </p:cNvPr>
          <p:cNvSpPr>
            <a:spLocks noGrp="1"/>
          </p:cNvSpPr>
          <p:nvPr>
            <p:ph type="sldNum" sz="quarter" idx="5"/>
          </p:nvPr>
        </p:nvSpPr>
        <p:spPr/>
        <p:txBody>
          <a:bodyPr/>
          <a:lstStyle/>
          <a:p>
            <a:fld id="{AA03FE10-1E41-4548-AEC4-67E8FD945AA4}" type="slidenum">
              <a:rPr lang="en-US" smtClean="0"/>
              <a:t>27</a:t>
            </a:fld>
            <a:endParaRPr lang="en-US"/>
          </a:p>
        </p:txBody>
      </p:sp>
    </p:spTree>
    <p:extLst>
      <p:ext uri="{BB962C8B-B14F-4D97-AF65-F5344CB8AC3E}">
        <p14:creationId xmlns:p14="http://schemas.microsoft.com/office/powerpoint/2010/main" val="7141345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8221B-CEA2-3010-2FC3-993EFE94A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70357-5F0E-FC1A-7250-1D785E1EB8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5C5205-4232-148B-3963-1DE65BA9D3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FCF5C1-902E-75D7-7909-209050FDA5D3}"/>
              </a:ext>
            </a:extLst>
          </p:cNvPr>
          <p:cNvSpPr>
            <a:spLocks noGrp="1"/>
          </p:cNvSpPr>
          <p:nvPr>
            <p:ph type="sldNum" sz="quarter" idx="5"/>
          </p:nvPr>
        </p:nvSpPr>
        <p:spPr/>
        <p:txBody>
          <a:bodyPr/>
          <a:lstStyle/>
          <a:p>
            <a:fld id="{AA03FE10-1E41-4548-AEC4-67E8FD945AA4}" type="slidenum">
              <a:rPr lang="en-US" smtClean="0"/>
              <a:t>28</a:t>
            </a:fld>
            <a:endParaRPr lang="en-US"/>
          </a:p>
        </p:txBody>
      </p:sp>
    </p:spTree>
    <p:extLst>
      <p:ext uri="{BB962C8B-B14F-4D97-AF65-F5344CB8AC3E}">
        <p14:creationId xmlns:p14="http://schemas.microsoft.com/office/powerpoint/2010/main" val="10124839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DD0FF-FB0D-B141-D48D-C73C1C85CC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B167F2-560E-E8AF-2018-6F0259D75A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8F2953-983C-DAD9-0A8C-A451380A65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42BD52-8A74-C834-A6ED-67C498C19B13}"/>
              </a:ext>
            </a:extLst>
          </p:cNvPr>
          <p:cNvSpPr>
            <a:spLocks noGrp="1"/>
          </p:cNvSpPr>
          <p:nvPr>
            <p:ph type="sldNum" sz="quarter" idx="5"/>
          </p:nvPr>
        </p:nvSpPr>
        <p:spPr/>
        <p:txBody>
          <a:bodyPr/>
          <a:lstStyle/>
          <a:p>
            <a:fld id="{AA03FE10-1E41-4548-AEC4-67E8FD945AA4}" type="slidenum">
              <a:rPr lang="en-US" smtClean="0"/>
              <a:t>29</a:t>
            </a:fld>
            <a:endParaRPr lang="en-US"/>
          </a:p>
        </p:txBody>
      </p:sp>
    </p:spTree>
    <p:extLst>
      <p:ext uri="{BB962C8B-B14F-4D97-AF65-F5344CB8AC3E}">
        <p14:creationId xmlns:p14="http://schemas.microsoft.com/office/powerpoint/2010/main" val="20173887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10050-C7A5-81EB-0CBE-DFF40CB27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8524B7-35D4-4E97-01BA-4DCDB0913A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3A1730-6F83-AA4A-47DE-E721AD4DC9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A1317B-9A61-58B2-322D-DC159F6B129B}"/>
              </a:ext>
            </a:extLst>
          </p:cNvPr>
          <p:cNvSpPr>
            <a:spLocks noGrp="1"/>
          </p:cNvSpPr>
          <p:nvPr>
            <p:ph type="sldNum" sz="quarter" idx="5"/>
          </p:nvPr>
        </p:nvSpPr>
        <p:spPr/>
        <p:txBody>
          <a:bodyPr/>
          <a:lstStyle/>
          <a:p>
            <a:fld id="{AA03FE10-1E41-4548-AEC4-67E8FD945AA4}" type="slidenum">
              <a:rPr lang="en-US" smtClean="0"/>
              <a:t>30</a:t>
            </a:fld>
            <a:endParaRPr lang="en-US"/>
          </a:p>
        </p:txBody>
      </p:sp>
    </p:spTree>
    <p:extLst>
      <p:ext uri="{BB962C8B-B14F-4D97-AF65-F5344CB8AC3E}">
        <p14:creationId xmlns:p14="http://schemas.microsoft.com/office/powerpoint/2010/main" val="14917469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6E38-F047-EB07-45ED-2A7F51EA99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3DA001-4F0C-3948-B9E1-BCB9018E33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37683D-95AF-2FE5-AE59-F8CAD8B898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8BD043-CC5A-6877-B93A-0F8C8E3A4D23}"/>
              </a:ext>
            </a:extLst>
          </p:cNvPr>
          <p:cNvSpPr>
            <a:spLocks noGrp="1"/>
          </p:cNvSpPr>
          <p:nvPr>
            <p:ph type="sldNum" sz="quarter" idx="5"/>
          </p:nvPr>
        </p:nvSpPr>
        <p:spPr/>
        <p:txBody>
          <a:bodyPr/>
          <a:lstStyle/>
          <a:p>
            <a:fld id="{AA03FE10-1E41-4548-AEC4-67E8FD945AA4}" type="slidenum">
              <a:rPr lang="en-US" smtClean="0"/>
              <a:t>31</a:t>
            </a:fld>
            <a:endParaRPr lang="en-US"/>
          </a:p>
        </p:txBody>
      </p:sp>
    </p:spTree>
    <p:extLst>
      <p:ext uri="{BB962C8B-B14F-4D97-AF65-F5344CB8AC3E}">
        <p14:creationId xmlns:p14="http://schemas.microsoft.com/office/powerpoint/2010/main" val="7281809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2C4E7-B133-D8AB-0D40-AC3D3C4596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125D28-E270-CA01-37F9-AC05A89620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CFAFD3-45E3-464C-8220-D8CE78DE45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F3D42A-DE6A-1E89-9BB3-4134953CFFC9}"/>
              </a:ext>
            </a:extLst>
          </p:cNvPr>
          <p:cNvSpPr>
            <a:spLocks noGrp="1"/>
          </p:cNvSpPr>
          <p:nvPr>
            <p:ph type="sldNum" sz="quarter" idx="5"/>
          </p:nvPr>
        </p:nvSpPr>
        <p:spPr/>
        <p:txBody>
          <a:bodyPr/>
          <a:lstStyle/>
          <a:p>
            <a:fld id="{AA03FE10-1E41-4548-AEC4-67E8FD945AA4}" type="slidenum">
              <a:rPr lang="en-US" smtClean="0"/>
              <a:t>32</a:t>
            </a:fld>
            <a:endParaRPr lang="en-US"/>
          </a:p>
        </p:txBody>
      </p:sp>
    </p:spTree>
    <p:extLst>
      <p:ext uri="{BB962C8B-B14F-4D97-AF65-F5344CB8AC3E}">
        <p14:creationId xmlns:p14="http://schemas.microsoft.com/office/powerpoint/2010/main" val="11556386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0B5C9-4A52-32C5-B3D7-BC11ABD7DB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293C1-70AA-0939-EDC0-FA740576E8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B91892-3DB0-A255-9757-8A6BE3E6BA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71D3F2-0745-61E1-302D-305DFCA93DF6}"/>
              </a:ext>
            </a:extLst>
          </p:cNvPr>
          <p:cNvSpPr>
            <a:spLocks noGrp="1"/>
          </p:cNvSpPr>
          <p:nvPr>
            <p:ph type="sldNum" sz="quarter" idx="5"/>
          </p:nvPr>
        </p:nvSpPr>
        <p:spPr/>
        <p:txBody>
          <a:bodyPr/>
          <a:lstStyle/>
          <a:p>
            <a:fld id="{AA03FE10-1E41-4548-AEC4-67E8FD945AA4}" type="slidenum">
              <a:rPr lang="en-US" smtClean="0"/>
              <a:t>33</a:t>
            </a:fld>
            <a:endParaRPr lang="en-US"/>
          </a:p>
        </p:txBody>
      </p:sp>
    </p:spTree>
    <p:extLst>
      <p:ext uri="{BB962C8B-B14F-4D97-AF65-F5344CB8AC3E}">
        <p14:creationId xmlns:p14="http://schemas.microsoft.com/office/powerpoint/2010/main" val="4072021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9F83-6727-AA92-55E3-9B74928098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D41853-1CAE-6B99-0FAF-8D440C2001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6D5F18-D9D1-5858-1BD1-D5BAA3F9D87A}"/>
              </a:ext>
            </a:extLst>
          </p:cNvPr>
          <p:cNvSpPr>
            <a:spLocks noGrp="1"/>
          </p:cNvSpPr>
          <p:nvPr>
            <p:ph type="dt" sz="half" idx="10"/>
          </p:nvPr>
        </p:nvSpPr>
        <p:spPr/>
        <p:txBody>
          <a:bodyPr/>
          <a:lstStyle/>
          <a:p>
            <a:fld id="{4BA95DD6-BD59-4616-8ACE-43096DDEE2F4}" type="datetimeFigureOut">
              <a:rPr lang="en-US" smtClean="0"/>
              <a:t>6/19/2026</a:t>
            </a:fld>
            <a:endParaRPr lang="en-US"/>
          </a:p>
        </p:txBody>
      </p:sp>
      <p:sp>
        <p:nvSpPr>
          <p:cNvPr id="5" name="Footer Placeholder 4">
            <a:extLst>
              <a:ext uri="{FF2B5EF4-FFF2-40B4-BE49-F238E27FC236}">
                <a16:creationId xmlns:a16="http://schemas.microsoft.com/office/drawing/2014/main" id="{1916F079-CB4C-1043-1F9C-39D4E976E0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3E4273-A75E-5965-DBFE-74DD10688912}"/>
              </a:ext>
            </a:extLst>
          </p:cNvPr>
          <p:cNvSpPr>
            <a:spLocks noGrp="1"/>
          </p:cNvSpPr>
          <p:nvPr>
            <p:ph type="sldNum" sz="quarter" idx="12"/>
          </p:nvPr>
        </p:nvSpPr>
        <p:spPr/>
        <p:txBody>
          <a:bodyPr/>
          <a:lstStyle/>
          <a:p>
            <a:fld id="{4EEC0AF7-97D3-4CC2-A6F5-0FBF1EEB9370}" type="slidenum">
              <a:rPr lang="en-US" smtClean="0"/>
              <a:t>‹#›</a:t>
            </a:fld>
            <a:endParaRPr lang="en-US"/>
          </a:p>
        </p:txBody>
      </p:sp>
    </p:spTree>
    <p:extLst>
      <p:ext uri="{BB962C8B-B14F-4D97-AF65-F5344CB8AC3E}">
        <p14:creationId xmlns:p14="http://schemas.microsoft.com/office/powerpoint/2010/main" val="1381447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BED9F-9595-D190-E26C-DAF4938E11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0AE848-7D5A-F975-4121-07EBB5838E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AE509A-38BF-B19A-0E22-DD0CC6279FCB}"/>
              </a:ext>
            </a:extLst>
          </p:cNvPr>
          <p:cNvSpPr>
            <a:spLocks noGrp="1"/>
          </p:cNvSpPr>
          <p:nvPr>
            <p:ph type="dt" sz="half" idx="10"/>
          </p:nvPr>
        </p:nvSpPr>
        <p:spPr/>
        <p:txBody>
          <a:bodyPr/>
          <a:lstStyle/>
          <a:p>
            <a:fld id="{4BA95DD6-BD59-4616-8ACE-43096DDEE2F4}" type="datetimeFigureOut">
              <a:rPr lang="en-US" smtClean="0"/>
              <a:t>6/19/2026</a:t>
            </a:fld>
            <a:endParaRPr lang="en-US"/>
          </a:p>
        </p:txBody>
      </p:sp>
      <p:sp>
        <p:nvSpPr>
          <p:cNvPr id="5" name="Footer Placeholder 4">
            <a:extLst>
              <a:ext uri="{FF2B5EF4-FFF2-40B4-BE49-F238E27FC236}">
                <a16:creationId xmlns:a16="http://schemas.microsoft.com/office/drawing/2014/main" id="{BB46F5E9-6F06-9314-EB86-DD1C9368E2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6ABADC-BA83-40AB-6E1C-2D44E1D7FD2B}"/>
              </a:ext>
            </a:extLst>
          </p:cNvPr>
          <p:cNvSpPr>
            <a:spLocks noGrp="1"/>
          </p:cNvSpPr>
          <p:nvPr>
            <p:ph type="sldNum" sz="quarter" idx="12"/>
          </p:nvPr>
        </p:nvSpPr>
        <p:spPr/>
        <p:txBody>
          <a:bodyPr/>
          <a:lstStyle/>
          <a:p>
            <a:fld id="{4EEC0AF7-97D3-4CC2-A6F5-0FBF1EEB9370}" type="slidenum">
              <a:rPr lang="en-US" smtClean="0"/>
              <a:t>‹#›</a:t>
            </a:fld>
            <a:endParaRPr lang="en-US"/>
          </a:p>
        </p:txBody>
      </p:sp>
    </p:spTree>
    <p:extLst>
      <p:ext uri="{BB962C8B-B14F-4D97-AF65-F5344CB8AC3E}">
        <p14:creationId xmlns:p14="http://schemas.microsoft.com/office/powerpoint/2010/main" val="4013205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A8D7D-8808-9038-962E-B50568732C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743C199-7280-AE04-06B5-CB3C78713B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B603AC-6AAC-F643-4998-7F71A47B4F78}"/>
              </a:ext>
            </a:extLst>
          </p:cNvPr>
          <p:cNvSpPr>
            <a:spLocks noGrp="1"/>
          </p:cNvSpPr>
          <p:nvPr>
            <p:ph type="dt" sz="half" idx="10"/>
          </p:nvPr>
        </p:nvSpPr>
        <p:spPr/>
        <p:txBody>
          <a:bodyPr/>
          <a:lstStyle/>
          <a:p>
            <a:fld id="{4BA95DD6-BD59-4616-8ACE-43096DDEE2F4}" type="datetimeFigureOut">
              <a:rPr lang="en-US" smtClean="0"/>
              <a:t>6/19/2026</a:t>
            </a:fld>
            <a:endParaRPr lang="en-US"/>
          </a:p>
        </p:txBody>
      </p:sp>
      <p:sp>
        <p:nvSpPr>
          <p:cNvPr id="5" name="Footer Placeholder 4">
            <a:extLst>
              <a:ext uri="{FF2B5EF4-FFF2-40B4-BE49-F238E27FC236}">
                <a16:creationId xmlns:a16="http://schemas.microsoft.com/office/drawing/2014/main" id="{A25AB763-8966-DBF1-6206-8AD496E1F2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8ADB34-3E05-E034-8513-E7C9D8E3FEE3}"/>
              </a:ext>
            </a:extLst>
          </p:cNvPr>
          <p:cNvSpPr>
            <a:spLocks noGrp="1"/>
          </p:cNvSpPr>
          <p:nvPr>
            <p:ph type="sldNum" sz="quarter" idx="12"/>
          </p:nvPr>
        </p:nvSpPr>
        <p:spPr/>
        <p:txBody>
          <a:bodyPr/>
          <a:lstStyle/>
          <a:p>
            <a:fld id="{4EEC0AF7-97D3-4CC2-A6F5-0FBF1EEB9370}" type="slidenum">
              <a:rPr lang="en-US" smtClean="0"/>
              <a:t>‹#›</a:t>
            </a:fld>
            <a:endParaRPr lang="en-US"/>
          </a:p>
        </p:txBody>
      </p:sp>
    </p:spTree>
    <p:extLst>
      <p:ext uri="{BB962C8B-B14F-4D97-AF65-F5344CB8AC3E}">
        <p14:creationId xmlns:p14="http://schemas.microsoft.com/office/powerpoint/2010/main" val="3308714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4BF69-3023-4EB8-0417-A5BF39D97F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526BCCC-05E2-451D-93A2-DB2114673F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DE6E03-37C3-223C-A144-8D28A5F02D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4249A3-CEBC-E59E-1ABC-02D289939032}"/>
              </a:ext>
            </a:extLst>
          </p:cNvPr>
          <p:cNvSpPr>
            <a:spLocks noGrp="1"/>
          </p:cNvSpPr>
          <p:nvPr>
            <p:ph type="dt" sz="half" idx="10"/>
          </p:nvPr>
        </p:nvSpPr>
        <p:spPr/>
        <p:txBody>
          <a:bodyPr/>
          <a:lstStyle/>
          <a:p>
            <a:fld id="{4BA95DD6-BD59-4616-8ACE-43096DDEE2F4}" type="datetimeFigureOut">
              <a:rPr lang="en-US" smtClean="0"/>
              <a:t>6/19/2026</a:t>
            </a:fld>
            <a:endParaRPr lang="en-US"/>
          </a:p>
        </p:txBody>
      </p:sp>
      <p:sp>
        <p:nvSpPr>
          <p:cNvPr id="6" name="Footer Placeholder 5">
            <a:extLst>
              <a:ext uri="{FF2B5EF4-FFF2-40B4-BE49-F238E27FC236}">
                <a16:creationId xmlns:a16="http://schemas.microsoft.com/office/drawing/2014/main" id="{36141E0C-20D3-A978-0489-810CEC0702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7C85A4-A25E-464A-717E-5149EC04E4CC}"/>
              </a:ext>
            </a:extLst>
          </p:cNvPr>
          <p:cNvSpPr>
            <a:spLocks noGrp="1"/>
          </p:cNvSpPr>
          <p:nvPr>
            <p:ph type="sldNum" sz="quarter" idx="12"/>
          </p:nvPr>
        </p:nvSpPr>
        <p:spPr/>
        <p:txBody>
          <a:bodyPr/>
          <a:lstStyle/>
          <a:p>
            <a:fld id="{4EEC0AF7-97D3-4CC2-A6F5-0FBF1EEB9370}" type="slidenum">
              <a:rPr lang="en-US" smtClean="0"/>
              <a:t>‹#›</a:t>
            </a:fld>
            <a:endParaRPr lang="en-US"/>
          </a:p>
        </p:txBody>
      </p:sp>
    </p:spTree>
    <p:extLst>
      <p:ext uri="{BB962C8B-B14F-4D97-AF65-F5344CB8AC3E}">
        <p14:creationId xmlns:p14="http://schemas.microsoft.com/office/powerpoint/2010/main" val="722427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57078-4A6F-1E2D-1EC8-620CB96B10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55327C-47E6-09E0-C206-6216809D4B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CBBFF2-CA6C-1B93-BB44-5A5253BF13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00A30F-DD06-61E4-AE8D-8E06D6F762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F659EB-E1E6-35C4-2E95-269B413E09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595A7E-0C3C-1E8C-0AFA-D07136D79D5C}"/>
              </a:ext>
            </a:extLst>
          </p:cNvPr>
          <p:cNvSpPr>
            <a:spLocks noGrp="1"/>
          </p:cNvSpPr>
          <p:nvPr>
            <p:ph type="dt" sz="half" idx="10"/>
          </p:nvPr>
        </p:nvSpPr>
        <p:spPr/>
        <p:txBody>
          <a:bodyPr/>
          <a:lstStyle/>
          <a:p>
            <a:fld id="{4BA95DD6-BD59-4616-8ACE-43096DDEE2F4}" type="datetimeFigureOut">
              <a:rPr lang="en-US" smtClean="0"/>
              <a:t>6/19/2026</a:t>
            </a:fld>
            <a:endParaRPr lang="en-US"/>
          </a:p>
        </p:txBody>
      </p:sp>
      <p:sp>
        <p:nvSpPr>
          <p:cNvPr id="8" name="Footer Placeholder 7">
            <a:extLst>
              <a:ext uri="{FF2B5EF4-FFF2-40B4-BE49-F238E27FC236}">
                <a16:creationId xmlns:a16="http://schemas.microsoft.com/office/drawing/2014/main" id="{0247AFCA-B854-88A0-17FC-1015D9AF39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63764D-9383-F3AC-8812-4A52B8B493A6}"/>
              </a:ext>
            </a:extLst>
          </p:cNvPr>
          <p:cNvSpPr>
            <a:spLocks noGrp="1"/>
          </p:cNvSpPr>
          <p:nvPr>
            <p:ph type="sldNum" sz="quarter" idx="12"/>
          </p:nvPr>
        </p:nvSpPr>
        <p:spPr/>
        <p:txBody>
          <a:bodyPr/>
          <a:lstStyle/>
          <a:p>
            <a:fld id="{4EEC0AF7-97D3-4CC2-A6F5-0FBF1EEB9370}" type="slidenum">
              <a:rPr lang="en-US" smtClean="0"/>
              <a:t>‹#›</a:t>
            </a:fld>
            <a:endParaRPr lang="en-US"/>
          </a:p>
        </p:txBody>
      </p:sp>
    </p:spTree>
    <p:extLst>
      <p:ext uri="{BB962C8B-B14F-4D97-AF65-F5344CB8AC3E}">
        <p14:creationId xmlns:p14="http://schemas.microsoft.com/office/powerpoint/2010/main" val="683687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B2E57-6650-93F4-A605-B513AE4C5F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D252907-E079-E6E3-5492-84E1DCBA5651}"/>
              </a:ext>
            </a:extLst>
          </p:cNvPr>
          <p:cNvSpPr>
            <a:spLocks noGrp="1"/>
          </p:cNvSpPr>
          <p:nvPr>
            <p:ph type="dt" sz="half" idx="10"/>
          </p:nvPr>
        </p:nvSpPr>
        <p:spPr/>
        <p:txBody>
          <a:bodyPr/>
          <a:lstStyle/>
          <a:p>
            <a:fld id="{4BA95DD6-BD59-4616-8ACE-43096DDEE2F4}" type="datetimeFigureOut">
              <a:rPr lang="en-US" smtClean="0"/>
              <a:t>6/19/2026</a:t>
            </a:fld>
            <a:endParaRPr lang="en-US"/>
          </a:p>
        </p:txBody>
      </p:sp>
      <p:sp>
        <p:nvSpPr>
          <p:cNvPr id="4" name="Footer Placeholder 3">
            <a:extLst>
              <a:ext uri="{FF2B5EF4-FFF2-40B4-BE49-F238E27FC236}">
                <a16:creationId xmlns:a16="http://schemas.microsoft.com/office/drawing/2014/main" id="{DD7E1F8D-496C-E85A-DDD3-58BDCBDB21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A0B6979-1DFB-D6C6-2339-E9647D3B9006}"/>
              </a:ext>
            </a:extLst>
          </p:cNvPr>
          <p:cNvSpPr>
            <a:spLocks noGrp="1"/>
          </p:cNvSpPr>
          <p:nvPr>
            <p:ph type="sldNum" sz="quarter" idx="12"/>
          </p:nvPr>
        </p:nvSpPr>
        <p:spPr/>
        <p:txBody>
          <a:bodyPr/>
          <a:lstStyle/>
          <a:p>
            <a:fld id="{4EEC0AF7-97D3-4CC2-A6F5-0FBF1EEB9370}" type="slidenum">
              <a:rPr lang="en-US" smtClean="0"/>
              <a:t>‹#›</a:t>
            </a:fld>
            <a:endParaRPr lang="en-US"/>
          </a:p>
        </p:txBody>
      </p:sp>
    </p:spTree>
    <p:extLst>
      <p:ext uri="{BB962C8B-B14F-4D97-AF65-F5344CB8AC3E}">
        <p14:creationId xmlns:p14="http://schemas.microsoft.com/office/powerpoint/2010/main" val="3790952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E646D2-ADA7-BEFA-759D-20EEEA46779D}"/>
              </a:ext>
            </a:extLst>
          </p:cNvPr>
          <p:cNvSpPr>
            <a:spLocks noGrp="1"/>
          </p:cNvSpPr>
          <p:nvPr>
            <p:ph type="dt" sz="half" idx="10"/>
          </p:nvPr>
        </p:nvSpPr>
        <p:spPr/>
        <p:txBody>
          <a:bodyPr/>
          <a:lstStyle/>
          <a:p>
            <a:fld id="{4BA95DD6-BD59-4616-8ACE-43096DDEE2F4}" type="datetimeFigureOut">
              <a:rPr lang="en-US" smtClean="0"/>
              <a:t>6/19/2026</a:t>
            </a:fld>
            <a:endParaRPr lang="en-US"/>
          </a:p>
        </p:txBody>
      </p:sp>
      <p:sp>
        <p:nvSpPr>
          <p:cNvPr id="3" name="Footer Placeholder 2">
            <a:extLst>
              <a:ext uri="{FF2B5EF4-FFF2-40B4-BE49-F238E27FC236}">
                <a16:creationId xmlns:a16="http://schemas.microsoft.com/office/drawing/2014/main" id="{1690C315-462C-7EE8-8EED-F9478B815A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69E0D7-5AB3-9E91-7D03-4161AEA25C10}"/>
              </a:ext>
            </a:extLst>
          </p:cNvPr>
          <p:cNvSpPr>
            <a:spLocks noGrp="1"/>
          </p:cNvSpPr>
          <p:nvPr>
            <p:ph type="sldNum" sz="quarter" idx="12"/>
          </p:nvPr>
        </p:nvSpPr>
        <p:spPr/>
        <p:txBody>
          <a:bodyPr/>
          <a:lstStyle/>
          <a:p>
            <a:fld id="{4EEC0AF7-97D3-4CC2-A6F5-0FBF1EEB9370}" type="slidenum">
              <a:rPr lang="en-US" smtClean="0"/>
              <a:t>‹#›</a:t>
            </a:fld>
            <a:endParaRPr lang="en-US"/>
          </a:p>
        </p:txBody>
      </p:sp>
    </p:spTree>
    <p:extLst>
      <p:ext uri="{BB962C8B-B14F-4D97-AF65-F5344CB8AC3E}">
        <p14:creationId xmlns:p14="http://schemas.microsoft.com/office/powerpoint/2010/main" val="2207457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A57BF-DD12-E3B3-8933-5597D082DF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75617ED-B1F9-794D-FE3C-8BE4A036B3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5BD81-2671-002B-6C5D-3BCBD2F27A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5CDAEC-52B5-15CA-15CB-B6C069128041}"/>
              </a:ext>
            </a:extLst>
          </p:cNvPr>
          <p:cNvSpPr>
            <a:spLocks noGrp="1"/>
          </p:cNvSpPr>
          <p:nvPr>
            <p:ph type="dt" sz="half" idx="10"/>
          </p:nvPr>
        </p:nvSpPr>
        <p:spPr/>
        <p:txBody>
          <a:bodyPr/>
          <a:lstStyle/>
          <a:p>
            <a:fld id="{4BA95DD6-BD59-4616-8ACE-43096DDEE2F4}" type="datetimeFigureOut">
              <a:rPr lang="en-US" smtClean="0"/>
              <a:t>6/19/2026</a:t>
            </a:fld>
            <a:endParaRPr lang="en-US"/>
          </a:p>
        </p:txBody>
      </p:sp>
      <p:sp>
        <p:nvSpPr>
          <p:cNvPr id="6" name="Footer Placeholder 5">
            <a:extLst>
              <a:ext uri="{FF2B5EF4-FFF2-40B4-BE49-F238E27FC236}">
                <a16:creationId xmlns:a16="http://schemas.microsoft.com/office/drawing/2014/main" id="{258D6004-29B6-DCFD-156E-EAC046CD31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6E9251-C92D-8E12-E8F2-37DE710AC824}"/>
              </a:ext>
            </a:extLst>
          </p:cNvPr>
          <p:cNvSpPr>
            <a:spLocks noGrp="1"/>
          </p:cNvSpPr>
          <p:nvPr>
            <p:ph type="sldNum" sz="quarter" idx="12"/>
          </p:nvPr>
        </p:nvSpPr>
        <p:spPr/>
        <p:txBody>
          <a:bodyPr/>
          <a:lstStyle/>
          <a:p>
            <a:fld id="{4EEC0AF7-97D3-4CC2-A6F5-0FBF1EEB9370}" type="slidenum">
              <a:rPr lang="en-US" smtClean="0"/>
              <a:t>‹#›</a:t>
            </a:fld>
            <a:endParaRPr lang="en-US"/>
          </a:p>
        </p:txBody>
      </p:sp>
    </p:spTree>
    <p:extLst>
      <p:ext uri="{BB962C8B-B14F-4D97-AF65-F5344CB8AC3E}">
        <p14:creationId xmlns:p14="http://schemas.microsoft.com/office/powerpoint/2010/main" val="2168920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79E09-0997-86F7-1B57-604C84AEA5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13013F-4AAE-7E50-51B8-9D0EB4A48C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F1F41F-B325-DAD8-3E57-1F80513703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36EA63-C5D6-2D52-04D7-A94C4509320D}"/>
              </a:ext>
            </a:extLst>
          </p:cNvPr>
          <p:cNvSpPr>
            <a:spLocks noGrp="1"/>
          </p:cNvSpPr>
          <p:nvPr>
            <p:ph type="dt" sz="half" idx="10"/>
          </p:nvPr>
        </p:nvSpPr>
        <p:spPr/>
        <p:txBody>
          <a:bodyPr/>
          <a:lstStyle/>
          <a:p>
            <a:fld id="{4BA95DD6-BD59-4616-8ACE-43096DDEE2F4}" type="datetimeFigureOut">
              <a:rPr lang="en-US" smtClean="0"/>
              <a:t>6/19/2026</a:t>
            </a:fld>
            <a:endParaRPr lang="en-US"/>
          </a:p>
        </p:txBody>
      </p:sp>
      <p:sp>
        <p:nvSpPr>
          <p:cNvPr id="6" name="Footer Placeholder 5">
            <a:extLst>
              <a:ext uri="{FF2B5EF4-FFF2-40B4-BE49-F238E27FC236}">
                <a16:creationId xmlns:a16="http://schemas.microsoft.com/office/drawing/2014/main" id="{DB033DAA-6691-9826-32C9-65FD2ED992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DCA982-302D-EBC3-C46C-D4547C41ECA8}"/>
              </a:ext>
            </a:extLst>
          </p:cNvPr>
          <p:cNvSpPr>
            <a:spLocks noGrp="1"/>
          </p:cNvSpPr>
          <p:nvPr>
            <p:ph type="sldNum" sz="quarter" idx="12"/>
          </p:nvPr>
        </p:nvSpPr>
        <p:spPr/>
        <p:txBody>
          <a:bodyPr/>
          <a:lstStyle/>
          <a:p>
            <a:fld id="{4EEC0AF7-97D3-4CC2-A6F5-0FBF1EEB9370}" type="slidenum">
              <a:rPr lang="en-US" smtClean="0"/>
              <a:t>‹#›</a:t>
            </a:fld>
            <a:endParaRPr lang="en-US"/>
          </a:p>
        </p:txBody>
      </p:sp>
    </p:spTree>
    <p:extLst>
      <p:ext uri="{BB962C8B-B14F-4D97-AF65-F5344CB8AC3E}">
        <p14:creationId xmlns:p14="http://schemas.microsoft.com/office/powerpoint/2010/main" val="3732860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E0030-9ACB-2947-D254-183AD16675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864C6D-3B76-6288-50A2-42F0FCF7AD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D707EC-648C-CBBC-9843-C3E1D6F5695E}"/>
              </a:ext>
            </a:extLst>
          </p:cNvPr>
          <p:cNvSpPr>
            <a:spLocks noGrp="1"/>
          </p:cNvSpPr>
          <p:nvPr>
            <p:ph type="dt" sz="half" idx="10"/>
          </p:nvPr>
        </p:nvSpPr>
        <p:spPr/>
        <p:txBody>
          <a:bodyPr/>
          <a:lstStyle/>
          <a:p>
            <a:fld id="{4BA95DD6-BD59-4616-8ACE-43096DDEE2F4}" type="datetimeFigureOut">
              <a:rPr lang="en-US" smtClean="0"/>
              <a:t>6/19/2026</a:t>
            </a:fld>
            <a:endParaRPr lang="en-US"/>
          </a:p>
        </p:txBody>
      </p:sp>
      <p:sp>
        <p:nvSpPr>
          <p:cNvPr id="5" name="Footer Placeholder 4">
            <a:extLst>
              <a:ext uri="{FF2B5EF4-FFF2-40B4-BE49-F238E27FC236}">
                <a16:creationId xmlns:a16="http://schemas.microsoft.com/office/drawing/2014/main" id="{6BF1867A-F42D-7424-DAA0-6066C48E95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ACE900-CCAC-B991-1498-B55110EE4F56}"/>
              </a:ext>
            </a:extLst>
          </p:cNvPr>
          <p:cNvSpPr>
            <a:spLocks noGrp="1"/>
          </p:cNvSpPr>
          <p:nvPr>
            <p:ph type="sldNum" sz="quarter" idx="12"/>
          </p:nvPr>
        </p:nvSpPr>
        <p:spPr/>
        <p:txBody>
          <a:bodyPr/>
          <a:lstStyle/>
          <a:p>
            <a:fld id="{4EEC0AF7-97D3-4CC2-A6F5-0FBF1EEB9370}" type="slidenum">
              <a:rPr lang="en-US" smtClean="0"/>
              <a:t>‹#›</a:t>
            </a:fld>
            <a:endParaRPr lang="en-US"/>
          </a:p>
        </p:txBody>
      </p:sp>
    </p:spTree>
    <p:extLst>
      <p:ext uri="{BB962C8B-B14F-4D97-AF65-F5344CB8AC3E}">
        <p14:creationId xmlns:p14="http://schemas.microsoft.com/office/powerpoint/2010/main" val="2240359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651FB2-004A-45C0-DE39-4711B46AE88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70929F-02B1-6597-E672-5ED005B361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D0CBA-EB1C-9338-2CD7-B7C5E2CBA15C}"/>
              </a:ext>
            </a:extLst>
          </p:cNvPr>
          <p:cNvSpPr>
            <a:spLocks noGrp="1"/>
          </p:cNvSpPr>
          <p:nvPr>
            <p:ph type="dt" sz="half" idx="10"/>
          </p:nvPr>
        </p:nvSpPr>
        <p:spPr/>
        <p:txBody>
          <a:bodyPr/>
          <a:lstStyle/>
          <a:p>
            <a:fld id="{4BA95DD6-BD59-4616-8ACE-43096DDEE2F4}" type="datetimeFigureOut">
              <a:rPr lang="en-US" smtClean="0"/>
              <a:t>6/19/2026</a:t>
            </a:fld>
            <a:endParaRPr lang="en-US"/>
          </a:p>
        </p:txBody>
      </p:sp>
      <p:sp>
        <p:nvSpPr>
          <p:cNvPr id="5" name="Footer Placeholder 4">
            <a:extLst>
              <a:ext uri="{FF2B5EF4-FFF2-40B4-BE49-F238E27FC236}">
                <a16:creationId xmlns:a16="http://schemas.microsoft.com/office/drawing/2014/main" id="{45D3A7BA-6751-E1DD-0828-3AD61153B8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CD1DCE-E42B-99F3-50D1-748040B7A6FE}"/>
              </a:ext>
            </a:extLst>
          </p:cNvPr>
          <p:cNvSpPr>
            <a:spLocks noGrp="1"/>
          </p:cNvSpPr>
          <p:nvPr>
            <p:ph type="sldNum" sz="quarter" idx="12"/>
          </p:nvPr>
        </p:nvSpPr>
        <p:spPr/>
        <p:txBody>
          <a:bodyPr/>
          <a:lstStyle/>
          <a:p>
            <a:fld id="{4EEC0AF7-97D3-4CC2-A6F5-0FBF1EEB9370}" type="slidenum">
              <a:rPr lang="en-US" smtClean="0"/>
              <a:t>‹#›</a:t>
            </a:fld>
            <a:endParaRPr lang="en-US"/>
          </a:p>
        </p:txBody>
      </p:sp>
    </p:spTree>
    <p:extLst>
      <p:ext uri="{BB962C8B-B14F-4D97-AF65-F5344CB8AC3E}">
        <p14:creationId xmlns:p14="http://schemas.microsoft.com/office/powerpoint/2010/main" val="2661027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849239-C110-1A97-D19C-351BD2E810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70930E-F2C3-EEB2-DA3B-BBC9CB2F92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C1AF69-E378-B401-AAEA-450D6B323F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A95DD6-BD59-4616-8ACE-43096DDEE2F4}" type="datetimeFigureOut">
              <a:rPr lang="en-US" smtClean="0"/>
              <a:t>6/19/2026</a:t>
            </a:fld>
            <a:endParaRPr lang="en-US"/>
          </a:p>
        </p:txBody>
      </p:sp>
      <p:sp>
        <p:nvSpPr>
          <p:cNvPr id="5" name="Footer Placeholder 4">
            <a:extLst>
              <a:ext uri="{FF2B5EF4-FFF2-40B4-BE49-F238E27FC236}">
                <a16:creationId xmlns:a16="http://schemas.microsoft.com/office/drawing/2014/main" id="{06D1DF9D-3120-3D9F-2AE6-6EDDD081AA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A654BC7-CFE1-9295-D97A-FBCBFAE0BF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EC0AF7-97D3-4CC2-A6F5-0FBF1EEB9370}" type="slidenum">
              <a:rPr lang="en-US" smtClean="0"/>
              <a:t>‹#›</a:t>
            </a:fld>
            <a:endParaRPr lang="en-US"/>
          </a:p>
        </p:txBody>
      </p:sp>
    </p:spTree>
    <p:extLst>
      <p:ext uri="{BB962C8B-B14F-4D97-AF65-F5344CB8AC3E}">
        <p14:creationId xmlns:p14="http://schemas.microsoft.com/office/powerpoint/2010/main" val="42484363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datacamp.com/courses/data-manipulation-with-panda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datacamp.com/courses/introduction-to-numpy"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datacamp.com/courses/exploratory-data-analysis-in-python"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5F0BD28-3258-FC30-3B72-F802C5817864}"/>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pic>
        <p:nvPicPr>
          <p:cNvPr id="6" name="Picture 5">
            <a:extLst>
              <a:ext uri="{FF2B5EF4-FFF2-40B4-BE49-F238E27FC236}">
                <a16:creationId xmlns:a16="http://schemas.microsoft.com/office/drawing/2014/main" id="{B3EF634A-2737-7D7A-3AEA-ACB9CFCFC8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954" y="715421"/>
            <a:ext cx="11434916" cy="5224769"/>
          </a:xfrm>
          <a:prstGeom prst="rect">
            <a:avLst/>
          </a:prstGeom>
        </p:spPr>
      </p:pic>
      <p:sp>
        <p:nvSpPr>
          <p:cNvPr id="7" name="TextBox 6">
            <a:extLst>
              <a:ext uri="{FF2B5EF4-FFF2-40B4-BE49-F238E27FC236}">
                <a16:creationId xmlns:a16="http://schemas.microsoft.com/office/drawing/2014/main" id="{9F0EEDC2-AD61-3698-93FD-4FCF63A1601D}"/>
              </a:ext>
            </a:extLst>
          </p:cNvPr>
          <p:cNvSpPr txBox="1"/>
          <p:nvPr/>
        </p:nvSpPr>
        <p:spPr>
          <a:xfrm>
            <a:off x="253455" y="5850191"/>
            <a:ext cx="11525591" cy="584775"/>
          </a:xfrm>
          <a:prstGeom prst="rect">
            <a:avLst/>
          </a:prstGeom>
          <a:noFill/>
        </p:spPr>
        <p:txBody>
          <a:bodyPr wrap="none" rtlCol="0">
            <a:spAutoFit/>
          </a:bodyPr>
          <a:lstStyle/>
          <a:p>
            <a:pPr algn="ctr"/>
            <a:r>
              <a:rPr lang="en-US" sz="1600" dirty="0">
                <a:latin typeface="Arial Black" panose="020B0A04020102020204" pitchFamily="34" charset="0"/>
              </a:rPr>
              <a:t>Dr Ashok Gopalakrishnan, Retired Scientist from NASA, </a:t>
            </a:r>
          </a:p>
          <a:p>
            <a:pPr algn="ctr"/>
            <a:r>
              <a:rPr lang="en-US" sz="1600" dirty="0">
                <a:latin typeface="Arial Black" panose="020B0A04020102020204" pitchFamily="34" charset="0"/>
              </a:rPr>
              <a:t>Recipient of the Prestigious International "</a:t>
            </a:r>
            <a:r>
              <a:rPr lang="en-US" sz="1600" b="1" dirty="0">
                <a:latin typeface="Arial Black" panose="020B0A04020102020204" pitchFamily="34" charset="0"/>
              </a:rPr>
              <a:t>Education 2.0 Conference Visionaries Award 2026”, DUBAI</a:t>
            </a:r>
            <a:endParaRPr lang="en-US" sz="1600" dirty="0">
              <a:latin typeface="Arial Black" panose="020B0A04020102020204" pitchFamily="34" charset="0"/>
            </a:endParaRPr>
          </a:p>
        </p:txBody>
      </p:sp>
    </p:spTree>
    <p:extLst>
      <p:ext uri="{BB962C8B-B14F-4D97-AF65-F5344CB8AC3E}">
        <p14:creationId xmlns:p14="http://schemas.microsoft.com/office/powerpoint/2010/main" val="35219705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1C472-4629-CEB9-B8CA-FFA02817DCE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62E21C3-0939-7FF3-2074-6A28BB0407AD}"/>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8" name="TextBox 7">
            <a:extLst>
              <a:ext uri="{FF2B5EF4-FFF2-40B4-BE49-F238E27FC236}">
                <a16:creationId xmlns:a16="http://schemas.microsoft.com/office/drawing/2014/main" id="{E281B832-E8C1-1C7D-3BD1-273278DBCD91}"/>
              </a:ext>
            </a:extLst>
          </p:cNvPr>
          <p:cNvSpPr txBox="1"/>
          <p:nvPr/>
        </p:nvSpPr>
        <p:spPr>
          <a:xfrm>
            <a:off x="963562" y="1092323"/>
            <a:ext cx="10500851" cy="3103414"/>
          </a:xfrm>
          <a:prstGeom prst="rect">
            <a:avLst/>
          </a:prstGeom>
          <a:noFill/>
        </p:spPr>
        <p:txBody>
          <a:bodyPr wrap="square">
            <a:spAutoFit/>
          </a:bodyPr>
          <a:lstStyle/>
          <a:p>
            <a:pPr algn="just" rtl="0" fontAlgn="base">
              <a:spcAft>
                <a:spcPts val="750"/>
              </a:spcAft>
              <a:buNone/>
            </a:pPr>
            <a:r>
              <a:rPr lang="en-US" b="0" i="0" dirty="0">
                <a:solidFill>
                  <a:srgbClr val="273239"/>
                </a:solidFill>
                <a:effectLst/>
                <a:latin typeface="Arial Black" panose="020B0A04020102020204" pitchFamily="34" charset="0"/>
              </a:rPr>
              <a:t>Real-world data is often incomplete, noisy, and inconsistent, which can lead to incorrect results if used directly. Data preprocessing in data mining is the process of cleaning and preparing raw data so it can be used effectively for analysis and model building.</a:t>
            </a:r>
          </a:p>
          <a:p>
            <a:pPr marL="285750" indent="-285750" algn="just"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Real data contains missing and incorrect values</a:t>
            </a:r>
          </a:p>
          <a:p>
            <a:pPr marL="285750" indent="-285750" algn="just"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Data may come from multiple sources</a:t>
            </a:r>
          </a:p>
          <a:p>
            <a:pPr marL="285750" indent="-285750" algn="just"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Large datasets often have irrelevant information</a:t>
            </a:r>
          </a:p>
          <a:p>
            <a:pPr marL="285750" indent="-285750" algn="just"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Clean data gives better mining results</a:t>
            </a:r>
          </a:p>
        </p:txBody>
      </p:sp>
    </p:spTree>
    <p:extLst>
      <p:ext uri="{BB962C8B-B14F-4D97-AF65-F5344CB8AC3E}">
        <p14:creationId xmlns:p14="http://schemas.microsoft.com/office/powerpoint/2010/main" val="363744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DB141-27FA-B613-F52C-A8E6872F9A1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4579ED-C5A8-E064-D2D4-D6C312EDDCA3}"/>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3" name="TextBox 2">
            <a:extLst>
              <a:ext uri="{FF2B5EF4-FFF2-40B4-BE49-F238E27FC236}">
                <a16:creationId xmlns:a16="http://schemas.microsoft.com/office/drawing/2014/main" id="{71FD76FB-85D7-215B-305F-3F91FD2D2427}"/>
              </a:ext>
            </a:extLst>
          </p:cNvPr>
          <p:cNvSpPr txBox="1"/>
          <p:nvPr/>
        </p:nvSpPr>
        <p:spPr>
          <a:xfrm>
            <a:off x="1042219" y="889827"/>
            <a:ext cx="5624051" cy="907941"/>
          </a:xfrm>
          <a:prstGeom prst="rect">
            <a:avLst/>
          </a:prstGeom>
          <a:noFill/>
        </p:spPr>
        <p:txBody>
          <a:bodyPr wrap="square">
            <a:spAutoFit/>
          </a:bodyPr>
          <a:lstStyle/>
          <a:p>
            <a:pPr algn="l" fontAlgn="base">
              <a:lnSpc>
                <a:spcPts val="2100"/>
              </a:lnSpc>
              <a:buNone/>
            </a:pPr>
            <a:r>
              <a:rPr lang="en-US" b="1" i="0" dirty="0">
                <a:solidFill>
                  <a:srgbClr val="FF0000"/>
                </a:solidFill>
                <a:effectLst/>
                <a:latin typeface="Arial Black" panose="020B0A04020102020204" pitchFamily="34" charset="0"/>
              </a:rPr>
              <a:t>Steps in Data Preprocessing</a:t>
            </a:r>
          </a:p>
          <a:p>
            <a:pPr algn="l" fontAlgn="base">
              <a:lnSpc>
                <a:spcPts val="2100"/>
              </a:lnSpc>
              <a:buNone/>
            </a:pPr>
            <a:endParaRPr lang="en-US" b="1" i="0" dirty="0">
              <a:solidFill>
                <a:srgbClr val="273239"/>
              </a:solidFill>
              <a:effectLst/>
              <a:latin typeface="Arial Black" panose="020B0A04020102020204" pitchFamily="34" charset="0"/>
            </a:endParaRPr>
          </a:p>
          <a:p>
            <a:pPr algn="l" rtl="0" fontAlgn="base">
              <a:spcAft>
                <a:spcPts val="750"/>
              </a:spcAft>
              <a:buNone/>
            </a:pPr>
            <a:r>
              <a:rPr lang="en-US" b="0" i="0" dirty="0">
                <a:solidFill>
                  <a:srgbClr val="273239"/>
                </a:solidFill>
                <a:effectLst/>
                <a:latin typeface="Arial Black" panose="020B0A04020102020204" pitchFamily="34" charset="0"/>
              </a:rPr>
              <a:t>Some key steps in data preprocessing are:</a:t>
            </a:r>
          </a:p>
        </p:txBody>
      </p:sp>
      <p:sp>
        <p:nvSpPr>
          <p:cNvPr id="9" name="TextBox 8">
            <a:extLst>
              <a:ext uri="{FF2B5EF4-FFF2-40B4-BE49-F238E27FC236}">
                <a16:creationId xmlns:a16="http://schemas.microsoft.com/office/drawing/2014/main" id="{84452336-9D1F-D048-E296-D2EC0BB2FE28}"/>
              </a:ext>
            </a:extLst>
          </p:cNvPr>
          <p:cNvSpPr txBox="1"/>
          <p:nvPr/>
        </p:nvSpPr>
        <p:spPr>
          <a:xfrm>
            <a:off x="1042219" y="2010680"/>
            <a:ext cx="10638504" cy="3049553"/>
          </a:xfrm>
          <a:prstGeom prst="rect">
            <a:avLst/>
          </a:prstGeom>
          <a:noFill/>
        </p:spPr>
        <p:txBody>
          <a:bodyPr wrap="square">
            <a:spAutoFit/>
          </a:bodyPr>
          <a:lstStyle/>
          <a:p>
            <a:pPr algn="l" fontAlgn="base">
              <a:lnSpc>
                <a:spcPts val="2100"/>
              </a:lnSpc>
              <a:spcBef>
                <a:spcPts val="1800"/>
              </a:spcBef>
              <a:spcAft>
                <a:spcPts val="1800"/>
              </a:spcAft>
              <a:buNone/>
            </a:pPr>
            <a:r>
              <a:rPr lang="en-US" b="1" i="0" dirty="0">
                <a:solidFill>
                  <a:srgbClr val="FF0000"/>
                </a:solidFill>
                <a:effectLst/>
                <a:latin typeface="Arial Black" panose="020B0A04020102020204" pitchFamily="34" charset="0"/>
              </a:rPr>
              <a:t>1. Data Cleaning</a:t>
            </a:r>
          </a:p>
          <a:p>
            <a:pPr algn="l" rtl="0" fontAlgn="base">
              <a:spcAft>
                <a:spcPts val="750"/>
              </a:spcAft>
              <a:buNone/>
            </a:pPr>
            <a:r>
              <a:rPr lang="en-US" b="0" i="0" dirty="0">
                <a:solidFill>
                  <a:srgbClr val="273239"/>
                </a:solidFill>
                <a:effectLst/>
                <a:latin typeface="Arial Black" panose="020B0A04020102020204" pitchFamily="34" charset="0"/>
              </a:rPr>
              <a:t>It is the process of identifying and correcting errors or inconsistencies in the dataset. Its common tasks include:</a:t>
            </a: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Handling missing values</a:t>
            </a: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Removing duplicate records</a:t>
            </a: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Correcting wrong or inconsistent data</a:t>
            </a: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Handling Outliers</a:t>
            </a:r>
          </a:p>
        </p:txBody>
      </p:sp>
      <p:sp>
        <p:nvSpPr>
          <p:cNvPr id="11" name="TextBox 10">
            <a:extLst>
              <a:ext uri="{FF2B5EF4-FFF2-40B4-BE49-F238E27FC236}">
                <a16:creationId xmlns:a16="http://schemas.microsoft.com/office/drawing/2014/main" id="{98B7FE11-7259-A09A-3974-D792DDE7830C}"/>
              </a:ext>
            </a:extLst>
          </p:cNvPr>
          <p:cNvSpPr txBox="1"/>
          <p:nvPr/>
        </p:nvSpPr>
        <p:spPr>
          <a:xfrm>
            <a:off x="1042219" y="5273145"/>
            <a:ext cx="8367252" cy="1256754"/>
          </a:xfrm>
          <a:prstGeom prst="rect">
            <a:avLst/>
          </a:prstGeom>
          <a:noFill/>
        </p:spPr>
        <p:txBody>
          <a:bodyPr wrap="square">
            <a:spAutoFit/>
          </a:bodyPr>
          <a:lstStyle/>
          <a:p>
            <a:pPr algn="l" rtl="0" fontAlgn="base">
              <a:spcAft>
                <a:spcPts val="750"/>
              </a:spcAft>
              <a:buNone/>
            </a:pPr>
            <a:r>
              <a:rPr lang="en-US" b="1" i="0" dirty="0">
                <a:solidFill>
                  <a:srgbClr val="FF0000"/>
                </a:solidFill>
                <a:effectLst/>
                <a:latin typeface="Arial Black" panose="020B0A04020102020204" pitchFamily="34" charset="0"/>
              </a:rPr>
              <a:t>Example:</a:t>
            </a:r>
            <a:endParaRPr lang="en-US" b="0" i="0" dirty="0">
              <a:solidFill>
                <a:srgbClr val="FF0000"/>
              </a:solidFill>
              <a:effectLst/>
              <a:latin typeface="Arial Black" panose="020B0A04020102020204" pitchFamily="34" charset="0"/>
            </a:endParaRP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Replacing missing age values with the average age</a:t>
            </a: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Removing repeated rows in a dataset</a:t>
            </a:r>
          </a:p>
        </p:txBody>
      </p:sp>
    </p:spTree>
    <p:extLst>
      <p:ext uri="{BB962C8B-B14F-4D97-AF65-F5344CB8AC3E}">
        <p14:creationId xmlns:p14="http://schemas.microsoft.com/office/powerpoint/2010/main" val="2416918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F803A-BE33-D7D4-D8B2-AB95870ADDE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95CD5F3-7291-5FA5-DB85-A1A581BB57FA}"/>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3" name="TextBox 2">
            <a:extLst>
              <a:ext uri="{FF2B5EF4-FFF2-40B4-BE49-F238E27FC236}">
                <a16:creationId xmlns:a16="http://schemas.microsoft.com/office/drawing/2014/main" id="{F2448A9C-846C-D0CF-A486-55C81BFD64B9}"/>
              </a:ext>
            </a:extLst>
          </p:cNvPr>
          <p:cNvSpPr txBox="1"/>
          <p:nvPr/>
        </p:nvSpPr>
        <p:spPr>
          <a:xfrm>
            <a:off x="1042219" y="1044897"/>
            <a:ext cx="5624051" cy="907941"/>
          </a:xfrm>
          <a:prstGeom prst="rect">
            <a:avLst/>
          </a:prstGeom>
          <a:noFill/>
        </p:spPr>
        <p:txBody>
          <a:bodyPr wrap="square">
            <a:spAutoFit/>
          </a:bodyPr>
          <a:lstStyle/>
          <a:p>
            <a:pPr algn="l" fontAlgn="base">
              <a:lnSpc>
                <a:spcPts val="2100"/>
              </a:lnSpc>
              <a:buNone/>
            </a:pPr>
            <a:r>
              <a:rPr lang="en-US" b="1" i="0" dirty="0">
                <a:solidFill>
                  <a:srgbClr val="FF0000"/>
                </a:solidFill>
                <a:effectLst/>
                <a:latin typeface="Arial Black" panose="020B0A04020102020204" pitchFamily="34" charset="0"/>
              </a:rPr>
              <a:t>Steps in Data Preprocessing</a:t>
            </a:r>
          </a:p>
          <a:p>
            <a:pPr algn="l" fontAlgn="base">
              <a:lnSpc>
                <a:spcPts val="2100"/>
              </a:lnSpc>
              <a:buNone/>
            </a:pPr>
            <a:endParaRPr lang="en-US" b="1" i="0" dirty="0">
              <a:solidFill>
                <a:srgbClr val="273239"/>
              </a:solidFill>
              <a:effectLst/>
              <a:latin typeface="Arial Black" panose="020B0A04020102020204" pitchFamily="34" charset="0"/>
            </a:endParaRPr>
          </a:p>
          <a:p>
            <a:pPr algn="l" rtl="0" fontAlgn="base">
              <a:spcAft>
                <a:spcPts val="750"/>
              </a:spcAft>
              <a:buNone/>
            </a:pPr>
            <a:r>
              <a:rPr lang="en-US" b="0" i="0" dirty="0">
                <a:solidFill>
                  <a:srgbClr val="273239"/>
                </a:solidFill>
                <a:effectLst/>
                <a:latin typeface="Arial Black" panose="020B0A04020102020204" pitchFamily="34" charset="0"/>
              </a:rPr>
              <a:t>Some key steps in data preprocessing are:</a:t>
            </a:r>
          </a:p>
        </p:txBody>
      </p:sp>
      <p:sp>
        <p:nvSpPr>
          <p:cNvPr id="5" name="TextBox 4">
            <a:extLst>
              <a:ext uri="{FF2B5EF4-FFF2-40B4-BE49-F238E27FC236}">
                <a16:creationId xmlns:a16="http://schemas.microsoft.com/office/drawing/2014/main" id="{0DB7E2D4-E4F7-9FD9-527E-0BECB79CF7F2}"/>
              </a:ext>
            </a:extLst>
          </p:cNvPr>
          <p:cNvSpPr txBox="1"/>
          <p:nvPr/>
        </p:nvSpPr>
        <p:spPr>
          <a:xfrm>
            <a:off x="1042219" y="2282315"/>
            <a:ext cx="10471355" cy="2541721"/>
          </a:xfrm>
          <a:prstGeom prst="rect">
            <a:avLst/>
          </a:prstGeom>
          <a:noFill/>
        </p:spPr>
        <p:txBody>
          <a:bodyPr wrap="square">
            <a:spAutoFit/>
          </a:bodyPr>
          <a:lstStyle/>
          <a:p>
            <a:pPr algn="l" fontAlgn="base">
              <a:lnSpc>
                <a:spcPts val="2100"/>
              </a:lnSpc>
              <a:spcBef>
                <a:spcPts val="1800"/>
              </a:spcBef>
              <a:spcAft>
                <a:spcPts val="1800"/>
              </a:spcAft>
              <a:buNone/>
            </a:pPr>
            <a:r>
              <a:rPr lang="en-US" b="1" i="0" dirty="0">
                <a:solidFill>
                  <a:srgbClr val="FF0000"/>
                </a:solidFill>
                <a:effectLst/>
                <a:latin typeface="Arial Black" panose="020B0A04020102020204" pitchFamily="34" charset="0"/>
              </a:rPr>
              <a:t>2. Data Integration</a:t>
            </a:r>
          </a:p>
          <a:p>
            <a:pPr algn="l" rtl="0" fontAlgn="base">
              <a:spcAft>
                <a:spcPts val="750"/>
              </a:spcAft>
              <a:buNone/>
            </a:pPr>
            <a:r>
              <a:rPr lang="en-US" b="0" i="0" dirty="0">
                <a:solidFill>
                  <a:srgbClr val="273239"/>
                </a:solidFill>
                <a:effectLst/>
                <a:latin typeface="Arial Black" panose="020B0A04020102020204" pitchFamily="34" charset="0"/>
              </a:rPr>
              <a:t>It involves merging data from various sources into a single, unified dataset. It can be challenging due to differences in data formats, structures, and meanings.</a:t>
            </a: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Used when data comes from databases, files, or APIs</a:t>
            </a: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Removes redundancy between datasets</a:t>
            </a: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Resolves conflicts in data values</a:t>
            </a:r>
          </a:p>
        </p:txBody>
      </p:sp>
      <p:sp>
        <p:nvSpPr>
          <p:cNvPr id="7" name="TextBox 6">
            <a:extLst>
              <a:ext uri="{FF2B5EF4-FFF2-40B4-BE49-F238E27FC236}">
                <a16:creationId xmlns:a16="http://schemas.microsoft.com/office/drawing/2014/main" id="{42C8308F-9F02-0DA6-F396-1E1EF4BBA264}"/>
              </a:ext>
            </a:extLst>
          </p:cNvPr>
          <p:cNvSpPr txBox="1"/>
          <p:nvPr/>
        </p:nvSpPr>
        <p:spPr>
          <a:xfrm>
            <a:off x="1130709" y="5166772"/>
            <a:ext cx="9379975" cy="369332"/>
          </a:xfrm>
          <a:prstGeom prst="rect">
            <a:avLst/>
          </a:prstGeom>
          <a:noFill/>
        </p:spPr>
        <p:txBody>
          <a:bodyPr wrap="square">
            <a:spAutoFit/>
          </a:bodyPr>
          <a:lstStyle/>
          <a:p>
            <a:r>
              <a:rPr lang="en-US" b="1" i="0" dirty="0">
                <a:solidFill>
                  <a:srgbClr val="FF0000"/>
                </a:solidFill>
                <a:effectLst/>
                <a:latin typeface="Arial Black" panose="020B0A04020102020204" pitchFamily="34" charset="0"/>
              </a:rPr>
              <a:t>Example: </a:t>
            </a:r>
            <a:r>
              <a:rPr lang="en-US" b="0" i="0" dirty="0">
                <a:solidFill>
                  <a:srgbClr val="273239"/>
                </a:solidFill>
                <a:effectLst/>
                <a:latin typeface="Arial Black" panose="020B0A04020102020204" pitchFamily="34" charset="0"/>
              </a:rPr>
              <a:t>Merging customer data from sales and marketing databases</a:t>
            </a:r>
            <a:endParaRPr lang="en-US" dirty="0">
              <a:latin typeface="Arial Black" panose="020B0A04020102020204" pitchFamily="34" charset="0"/>
            </a:endParaRPr>
          </a:p>
        </p:txBody>
      </p:sp>
    </p:spTree>
    <p:extLst>
      <p:ext uri="{BB962C8B-B14F-4D97-AF65-F5344CB8AC3E}">
        <p14:creationId xmlns:p14="http://schemas.microsoft.com/office/powerpoint/2010/main" val="3191712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44FDB-87B6-4088-32E6-BE07F9C536E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69656DB-7D64-C7C7-44D4-C13756BBECD0}"/>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3" name="TextBox 2">
            <a:extLst>
              <a:ext uri="{FF2B5EF4-FFF2-40B4-BE49-F238E27FC236}">
                <a16:creationId xmlns:a16="http://schemas.microsoft.com/office/drawing/2014/main" id="{8133F2F6-4957-6934-D34E-69F7187BE428}"/>
              </a:ext>
            </a:extLst>
          </p:cNvPr>
          <p:cNvSpPr txBox="1"/>
          <p:nvPr/>
        </p:nvSpPr>
        <p:spPr>
          <a:xfrm>
            <a:off x="1042219" y="1044897"/>
            <a:ext cx="5624051" cy="907941"/>
          </a:xfrm>
          <a:prstGeom prst="rect">
            <a:avLst/>
          </a:prstGeom>
          <a:noFill/>
        </p:spPr>
        <p:txBody>
          <a:bodyPr wrap="square">
            <a:spAutoFit/>
          </a:bodyPr>
          <a:lstStyle/>
          <a:p>
            <a:pPr algn="l" fontAlgn="base">
              <a:lnSpc>
                <a:spcPts val="2100"/>
              </a:lnSpc>
              <a:buNone/>
            </a:pPr>
            <a:r>
              <a:rPr lang="en-US" b="1" i="0" dirty="0">
                <a:solidFill>
                  <a:srgbClr val="FF0000"/>
                </a:solidFill>
                <a:effectLst/>
                <a:latin typeface="Arial Black" panose="020B0A04020102020204" pitchFamily="34" charset="0"/>
              </a:rPr>
              <a:t>Steps in Data Preprocessing</a:t>
            </a:r>
          </a:p>
          <a:p>
            <a:pPr algn="l" fontAlgn="base">
              <a:lnSpc>
                <a:spcPts val="2100"/>
              </a:lnSpc>
              <a:buNone/>
            </a:pPr>
            <a:endParaRPr lang="en-US" b="1" i="0" dirty="0">
              <a:solidFill>
                <a:srgbClr val="273239"/>
              </a:solidFill>
              <a:effectLst/>
              <a:latin typeface="Arial Black" panose="020B0A04020102020204" pitchFamily="34" charset="0"/>
            </a:endParaRPr>
          </a:p>
          <a:p>
            <a:pPr algn="l" rtl="0" fontAlgn="base">
              <a:spcAft>
                <a:spcPts val="750"/>
              </a:spcAft>
              <a:buNone/>
            </a:pPr>
            <a:r>
              <a:rPr lang="en-US" b="0" i="0" dirty="0">
                <a:solidFill>
                  <a:srgbClr val="273239"/>
                </a:solidFill>
                <a:effectLst/>
                <a:latin typeface="Arial Black" panose="020B0A04020102020204" pitchFamily="34" charset="0"/>
              </a:rPr>
              <a:t>Some key steps in data preprocessing are:</a:t>
            </a:r>
          </a:p>
        </p:txBody>
      </p:sp>
      <p:sp>
        <p:nvSpPr>
          <p:cNvPr id="6" name="TextBox 5">
            <a:extLst>
              <a:ext uri="{FF2B5EF4-FFF2-40B4-BE49-F238E27FC236}">
                <a16:creationId xmlns:a16="http://schemas.microsoft.com/office/drawing/2014/main" id="{6661F141-37F8-B3A9-33ED-C3078180281E}"/>
              </a:ext>
            </a:extLst>
          </p:cNvPr>
          <p:cNvSpPr txBox="1"/>
          <p:nvPr/>
        </p:nvSpPr>
        <p:spPr>
          <a:xfrm>
            <a:off x="1042219" y="2158139"/>
            <a:ext cx="10343536" cy="2541721"/>
          </a:xfrm>
          <a:prstGeom prst="rect">
            <a:avLst/>
          </a:prstGeom>
          <a:noFill/>
        </p:spPr>
        <p:txBody>
          <a:bodyPr wrap="square">
            <a:spAutoFit/>
          </a:bodyPr>
          <a:lstStyle/>
          <a:p>
            <a:pPr algn="just" fontAlgn="base">
              <a:lnSpc>
                <a:spcPts val="2100"/>
              </a:lnSpc>
              <a:spcBef>
                <a:spcPts val="1800"/>
              </a:spcBef>
              <a:spcAft>
                <a:spcPts val="1800"/>
              </a:spcAft>
              <a:buNone/>
            </a:pPr>
            <a:r>
              <a:rPr lang="en-US" b="1" i="0" dirty="0">
                <a:solidFill>
                  <a:srgbClr val="FF0000"/>
                </a:solidFill>
                <a:effectLst/>
                <a:latin typeface="Arial Black" panose="020B0A04020102020204" pitchFamily="34" charset="0"/>
              </a:rPr>
              <a:t>3. Data Transformation</a:t>
            </a:r>
          </a:p>
          <a:p>
            <a:pPr algn="just" rtl="0" fontAlgn="base">
              <a:spcAft>
                <a:spcPts val="750"/>
              </a:spcAft>
              <a:buNone/>
            </a:pPr>
            <a:r>
              <a:rPr lang="en-US" b="0" i="0" dirty="0">
                <a:solidFill>
                  <a:srgbClr val="273239"/>
                </a:solidFill>
                <a:effectLst/>
                <a:latin typeface="Arial Black" panose="020B0A04020102020204" pitchFamily="34" charset="0"/>
              </a:rPr>
              <a:t>Data transformation converts data into a suitable form so that data mining algorithms can work effectively.</a:t>
            </a:r>
          </a:p>
          <a:p>
            <a:pPr marL="285750" indent="-285750" algn="just"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Bring data into a common format</a:t>
            </a:r>
          </a:p>
          <a:p>
            <a:pPr marL="285750" indent="-285750" algn="just"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Improve mining efficiency</a:t>
            </a:r>
          </a:p>
          <a:p>
            <a:pPr marL="285750" indent="-285750" algn="just"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Make data suitable for modeling</a:t>
            </a:r>
          </a:p>
        </p:txBody>
      </p:sp>
      <p:sp>
        <p:nvSpPr>
          <p:cNvPr id="9" name="TextBox 8">
            <a:extLst>
              <a:ext uri="{FF2B5EF4-FFF2-40B4-BE49-F238E27FC236}">
                <a16:creationId xmlns:a16="http://schemas.microsoft.com/office/drawing/2014/main" id="{5B7E170E-3981-16BA-F697-D6716FD67AEE}"/>
              </a:ext>
            </a:extLst>
          </p:cNvPr>
          <p:cNvSpPr txBox="1"/>
          <p:nvPr/>
        </p:nvSpPr>
        <p:spPr>
          <a:xfrm>
            <a:off x="1042219" y="4905161"/>
            <a:ext cx="7781848" cy="1256754"/>
          </a:xfrm>
          <a:prstGeom prst="rect">
            <a:avLst/>
          </a:prstGeom>
          <a:noFill/>
        </p:spPr>
        <p:txBody>
          <a:bodyPr wrap="square">
            <a:spAutoFit/>
          </a:bodyPr>
          <a:lstStyle/>
          <a:p>
            <a:pPr algn="l" rtl="0" fontAlgn="base">
              <a:spcAft>
                <a:spcPts val="750"/>
              </a:spcAft>
              <a:buNone/>
            </a:pPr>
            <a:r>
              <a:rPr lang="en-US" b="1" i="0" dirty="0">
                <a:solidFill>
                  <a:srgbClr val="FF0000"/>
                </a:solidFill>
                <a:effectLst/>
                <a:latin typeface="Arial Black" panose="020B0A04020102020204" pitchFamily="34" charset="0"/>
              </a:rPr>
              <a:t>Example:</a:t>
            </a:r>
            <a:endParaRPr lang="en-US" b="0" i="0" dirty="0">
              <a:solidFill>
                <a:srgbClr val="FF0000"/>
              </a:solidFill>
              <a:effectLst/>
              <a:latin typeface="Arial Black" panose="020B0A04020102020204" pitchFamily="34" charset="0"/>
            </a:endParaRP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Converting salary values into a fixed range (0–1)</a:t>
            </a: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Changing text labels like </a:t>
            </a:r>
            <a:r>
              <a:rPr lang="en-US" b="0" i="1" dirty="0">
                <a:solidFill>
                  <a:srgbClr val="273239"/>
                </a:solidFill>
                <a:effectLst/>
                <a:latin typeface="Arial Black" panose="020B0A04020102020204" pitchFamily="34" charset="0"/>
              </a:rPr>
              <a:t>Male/Female</a:t>
            </a:r>
            <a:r>
              <a:rPr lang="en-US" b="0" i="0" dirty="0">
                <a:solidFill>
                  <a:srgbClr val="273239"/>
                </a:solidFill>
                <a:effectLst/>
                <a:latin typeface="Arial Black" panose="020B0A04020102020204" pitchFamily="34" charset="0"/>
              </a:rPr>
              <a:t> into numeric values</a:t>
            </a:r>
          </a:p>
        </p:txBody>
      </p:sp>
    </p:spTree>
    <p:extLst>
      <p:ext uri="{BB962C8B-B14F-4D97-AF65-F5344CB8AC3E}">
        <p14:creationId xmlns:p14="http://schemas.microsoft.com/office/powerpoint/2010/main" val="2120267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37FC4-C29D-ABF0-62F8-E96979A1395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01AA971-A74C-A7C6-2224-6DE603316629}"/>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3" name="TextBox 2">
            <a:extLst>
              <a:ext uri="{FF2B5EF4-FFF2-40B4-BE49-F238E27FC236}">
                <a16:creationId xmlns:a16="http://schemas.microsoft.com/office/drawing/2014/main" id="{7A334390-62C0-ECC2-FA21-0A7715FDD6A8}"/>
              </a:ext>
            </a:extLst>
          </p:cNvPr>
          <p:cNvSpPr txBox="1"/>
          <p:nvPr/>
        </p:nvSpPr>
        <p:spPr>
          <a:xfrm>
            <a:off x="1042219" y="1044897"/>
            <a:ext cx="5624051" cy="907941"/>
          </a:xfrm>
          <a:prstGeom prst="rect">
            <a:avLst/>
          </a:prstGeom>
          <a:noFill/>
        </p:spPr>
        <p:txBody>
          <a:bodyPr wrap="square">
            <a:spAutoFit/>
          </a:bodyPr>
          <a:lstStyle/>
          <a:p>
            <a:pPr algn="l" fontAlgn="base">
              <a:lnSpc>
                <a:spcPts val="2100"/>
              </a:lnSpc>
              <a:buNone/>
            </a:pPr>
            <a:r>
              <a:rPr lang="en-US" b="1" i="0" dirty="0">
                <a:solidFill>
                  <a:srgbClr val="FF0000"/>
                </a:solidFill>
                <a:effectLst/>
                <a:latin typeface="Arial Black" panose="020B0A04020102020204" pitchFamily="34" charset="0"/>
              </a:rPr>
              <a:t>Steps in Data Preprocessing</a:t>
            </a:r>
          </a:p>
          <a:p>
            <a:pPr algn="l" fontAlgn="base">
              <a:lnSpc>
                <a:spcPts val="2100"/>
              </a:lnSpc>
              <a:buNone/>
            </a:pPr>
            <a:endParaRPr lang="en-US" b="1" i="0" dirty="0">
              <a:solidFill>
                <a:srgbClr val="273239"/>
              </a:solidFill>
              <a:effectLst/>
              <a:latin typeface="Arial Black" panose="020B0A04020102020204" pitchFamily="34" charset="0"/>
            </a:endParaRPr>
          </a:p>
          <a:p>
            <a:pPr algn="l" rtl="0" fontAlgn="base">
              <a:spcAft>
                <a:spcPts val="750"/>
              </a:spcAft>
              <a:buNone/>
            </a:pPr>
            <a:r>
              <a:rPr lang="en-US" b="0" i="0" dirty="0">
                <a:solidFill>
                  <a:srgbClr val="273239"/>
                </a:solidFill>
                <a:effectLst/>
                <a:latin typeface="Arial Black" panose="020B0A04020102020204" pitchFamily="34" charset="0"/>
              </a:rPr>
              <a:t>Some key steps in data preprocessing are:</a:t>
            </a:r>
          </a:p>
        </p:txBody>
      </p:sp>
      <p:sp>
        <p:nvSpPr>
          <p:cNvPr id="5" name="TextBox 4">
            <a:extLst>
              <a:ext uri="{FF2B5EF4-FFF2-40B4-BE49-F238E27FC236}">
                <a16:creationId xmlns:a16="http://schemas.microsoft.com/office/drawing/2014/main" id="{10EC6856-317B-1985-8FA9-F3E0CA025E62}"/>
              </a:ext>
            </a:extLst>
          </p:cNvPr>
          <p:cNvSpPr txBox="1"/>
          <p:nvPr/>
        </p:nvSpPr>
        <p:spPr>
          <a:xfrm>
            <a:off x="1042219" y="2282314"/>
            <a:ext cx="10353368" cy="3095719"/>
          </a:xfrm>
          <a:prstGeom prst="rect">
            <a:avLst/>
          </a:prstGeom>
          <a:noFill/>
        </p:spPr>
        <p:txBody>
          <a:bodyPr wrap="square">
            <a:spAutoFit/>
          </a:bodyPr>
          <a:lstStyle/>
          <a:p>
            <a:pPr algn="just" fontAlgn="base">
              <a:lnSpc>
                <a:spcPts val="2100"/>
              </a:lnSpc>
              <a:spcBef>
                <a:spcPts val="1800"/>
              </a:spcBef>
              <a:spcAft>
                <a:spcPts val="1800"/>
              </a:spcAft>
              <a:buNone/>
            </a:pPr>
            <a:r>
              <a:rPr lang="en-US" b="1" i="0" dirty="0">
                <a:solidFill>
                  <a:srgbClr val="FF0000"/>
                </a:solidFill>
                <a:effectLst/>
                <a:latin typeface="Arial Black" panose="020B0A04020102020204" pitchFamily="34" charset="0"/>
              </a:rPr>
              <a:t>4. Data Reduction</a:t>
            </a:r>
          </a:p>
          <a:p>
            <a:pPr algn="just" rtl="0" fontAlgn="base">
              <a:spcAft>
                <a:spcPts val="750"/>
              </a:spcAft>
              <a:buNone/>
            </a:pPr>
            <a:r>
              <a:rPr lang="en-US" b="0" i="0" dirty="0">
                <a:solidFill>
                  <a:srgbClr val="273239"/>
                </a:solidFill>
                <a:effectLst/>
                <a:latin typeface="Arial Black" panose="020B0A04020102020204" pitchFamily="34" charset="0"/>
              </a:rPr>
              <a:t>It reduces the dataset's size while maintaining key information. This can be done through feature selection which chooses the most relevant features and feature extraction which transforms the data into a lower-dimensional space while preserving important details.</a:t>
            </a:r>
          </a:p>
          <a:p>
            <a:pPr marL="285750" indent="-285750" algn="just"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Improves processing speed</a:t>
            </a:r>
          </a:p>
          <a:p>
            <a:pPr marL="285750" indent="-285750" algn="just"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Saves storage space</a:t>
            </a:r>
          </a:p>
          <a:p>
            <a:pPr marL="285750" indent="-285750" algn="just"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Makes analysis easier</a:t>
            </a:r>
          </a:p>
        </p:txBody>
      </p:sp>
    </p:spTree>
    <p:extLst>
      <p:ext uri="{BB962C8B-B14F-4D97-AF65-F5344CB8AC3E}">
        <p14:creationId xmlns:p14="http://schemas.microsoft.com/office/powerpoint/2010/main" val="4285337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C5E1C-369B-FF73-8F25-EDDBC237458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96B0BFB-A5BB-F06A-EB8D-2DB8591A4E92}"/>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6" name="TextBox 5">
            <a:extLst>
              <a:ext uri="{FF2B5EF4-FFF2-40B4-BE49-F238E27FC236}">
                <a16:creationId xmlns:a16="http://schemas.microsoft.com/office/drawing/2014/main" id="{25B42375-E744-9D3C-EF17-97E12FCE7B94}"/>
              </a:ext>
            </a:extLst>
          </p:cNvPr>
          <p:cNvSpPr txBox="1"/>
          <p:nvPr/>
        </p:nvSpPr>
        <p:spPr>
          <a:xfrm>
            <a:off x="471948" y="987322"/>
            <a:ext cx="11248104" cy="5555367"/>
          </a:xfrm>
          <a:prstGeom prst="rect">
            <a:avLst/>
          </a:prstGeom>
          <a:noFill/>
        </p:spPr>
        <p:txBody>
          <a:bodyPr wrap="square">
            <a:spAutoFit/>
          </a:bodyPr>
          <a:lstStyle/>
          <a:p>
            <a:pPr algn="just" fontAlgn="base">
              <a:lnSpc>
                <a:spcPts val="2100"/>
              </a:lnSpc>
              <a:buNone/>
            </a:pPr>
            <a:r>
              <a:rPr lang="en-US" b="1" i="0" dirty="0">
                <a:solidFill>
                  <a:srgbClr val="FF0000"/>
                </a:solidFill>
                <a:effectLst/>
                <a:latin typeface="Arial Black" panose="020B0A04020102020204" pitchFamily="34" charset="0"/>
              </a:rPr>
              <a:t>Benefits of Data Preprocessing</a:t>
            </a:r>
          </a:p>
          <a:p>
            <a:pPr algn="just" fontAlgn="base">
              <a:lnSpc>
                <a:spcPts val="2100"/>
              </a:lnSpc>
              <a:buNone/>
            </a:pPr>
            <a:endParaRPr lang="en-US" b="1" i="0" dirty="0">
              <a:solidFill>
                <a:srgbClr val="273239"/>
              </a:solidFill>
              <a:effectLst/>
              <a:latin typeface="Arial Black" panose="020B0A04020102020204" pitchFamily="34" charset="0"/>
            </a:endParaRPr>
          </a:p>
          <a:p>
            <a:pPr marL="285750" indent="-285750" algn="just"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Improves data quality</a:t>
            </a:r>
          </a:p>
          <a:p>
            <a:pPr marL="285750" indent="-285750" algn="just"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Increases accuracy of mining results</a:t>
            </a:r>
          </a:p>
          <a:p>
            <a:pPr marL="285750" indent="-285750" algn="just"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Reduces errors in models</a:t>
            </a:r>
          </a:p>
          <a:p>
            <a:pPr marL="285750" indent="-285750" algn="just"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Makes data easier to understand</a:t>
            </a:r>
          </a:p>
          <a:p>
            <a:pPr algn="just" fontAlgn="base">
              <a:lnSpc>
                <a:spcPts val="2100"/>
              </a:lnSpc>
              <a:buNone/>
            </a:pPr>
            <a:r>
              <a:rPr lang="en-US" b="1" i="0" dirty="0">
                <a:solidFill>
                  <a:srgbClr val="FF0000"/>
                </a:solidFill>
                <a:effectLst/>
                <a:latin typeface="Arial Black" panose="020B0A04020102020204" pitchFamily="34" charset="0"/>
              </a:rPr>
              <a:t>Advantages</a:t>
            </a:r>
          </a:p>
          <a:p>
            <a:pPr algn="just" fontAlgn="base">
              <a:lnSpc>
                <a:spcPts val="2100"/>
              </a:lnSpc>
              <a:buNone/>
            </a:pPr>
            <a:endParaRPr lang="en-US" b="1" i="0" dirty="0">
              <a:solidFill>
                <a:srgbClr val="273239"/>
              </a:solidFill>
              <a:effectLst/>
              <a:latin typeface="Arial Black" panose="020B0A04020102020204" pitchFamily="34" charset="0"/>
            </a:endParaRPr>
          </a:p>
          <a:p>
            <a:pPr marL="285750" indent="-285750" algn="just" fontAlgn="base">
              <a:spcAft>
                <a:spcPts val="1800"/>
              </a:spcAft>
              <a:buFont typeface="Arial" panose="020B0604020202020204" pitchFamily="34" charset="0"/>
              <a:buChar char="•"/>
            </a:pPr>
            <a:r>
              <a:rPr lang="en-US" b="1" i="0" dirty="0">
                <a:solidFill>
                  <a:srgbClr val="273239"/>
                </a:solidFill>
                <a:effectLst/>
                <a:latin typeface="Arial Black" panose="020B0A04020102020204" pitchFamily="34" charset="0"/>
              </a:rPr>
              <a:t>Improved Data Quality</a:t>
            </a:r>
            <a:r>
              <a:rPr lang="en-US" b="0" i="0" dirty="0">
                <a:solidFill>
                  <a:srgbClr val="273239"/>
                </a:solidFill>
                <a:effectLst/>
                <a:latin typeface="Arial Black" panose="020B0A04020102020204" pitchFamily="34" charset="0"/>
              </a:rPr>
              <a:t>: Ensures data is clean, consistent, and reliable for analysis.</a:t>
            </a:r>
          </a:p>
          <a:p>
            <a:pPr marL="285750" indent="-285750" algn="just" fontAlgn="base">
              <a:spcAft>
                <a:spcPts val="1800"/>
              </a:spcAft>
              <a:buFont typeface="Arial" panose="020B0604020202020204" pitchFamily="34" charset="0"/>
              <a:buChar char="•"/>
            </a:pPr>
            <a:r>
              <a:rPr lang="en-US" b="1" i="0" dirty="0">
                <a:solidFill>
                  <a:srgbClr val="273239"/>
                </a:solidFill>
                <a:effectLst/>
                <a:latin typeface="Arial Black" panose="020B0A04020102020204" pitchFamily="34" charset="0"/>
              </a:rPr>
              <a:t>Better Model Performance</a:t>
            </a:r>
            <a:r>
              <a:rPr lang="en-US" b="0" i="0" dirty="0">
                <a:solidFill>
                  <a:srgbClr val="273239"/>
                </a:solidFill>
                <a:effectLst/>
                <a:latin typeface="Arial Black" panose="020B0A04020102020204" pitchFamily="34" charset="0"/>
              </a:rPr>
              <a:t>: Reduces noise and irrelevant data, leading to more accurate predictions and insights.</a:t>
            </a:r>
          </a:p>
          <a:p>
            <a:pPr marL="285750" indent="-285750" algn="just" fontAlgn="base">
              <a:spcAft>
                <a:spcPts val="1800"/>
              </a:spcAft>
              <a:buFont typeface="Arial" panose="020B0604020202020204" pitchFamily="34" charset="0"/>
              <a:buChar char="•"/>
            </a:pPr>
            <a:r>
              <a:rPr lang="en-US" b="1" i="0" dirty="0">
                <a:solidFill>
                  <a:srgbClr val="273239"/>
                </a:solidFill>
                <a:effectLst/>
                <a:latin typeface="Arial Black" panose="020B0A04020102020204" pitchFamily="34" charset="0"/>
              </a:rPr>
              <a:t>Efficient Data Analysis</a:t>
            </a:r>
            <a:r>
              <a:rPr lang="en-US" b="0" i="0" dirty="0">
                <a:solidFill>
                  <a:srgbClr val="273239"/>
                </a:solidFill>
                <a:effectLst/>
                <a:latin typeface="Arial Black" panose="020B0A04020102020204" pitchFamily="34" charset="0"/>
              </a:rPr>
              <a:t>: Streamlines data for faster and easier processing.</a:t>
            </a:r>
          </a:p>
          <a:p>
            <a:pPr marL="285750" indent="-285750" algn="just" fontAlgn="base">
              <a:spcAft>
                <a:spcPts val="1800"/>
              </a:spcAft>
              <a:buFont typeface="Arial" panose="020B0604020202020204" pitchFamily="34" charset="0"/>
              <a:buChar char="•"/>
            </a:pPr>
            <a:r>
              <a:rPr lang="en-US" b="1" i="0" dirty="0">
                <a:solidFill>
                  <a:srgbClr val="273239"/>
                </a:solidFill>
                <a:effectLst/>
                <a:latin typeface="Arial Black" panose="020B0A04020102020204" pitchFamily="34" charset="0"/>
              </a:rPr>
              <a:t>Enhanced Decision-Making</a:t>
            </a:r>
            <a:r>
              <a:rPr lang="en-US" b="0" i="0" dirty="0">
                <a:solidFill>
                  <a:srgbClr val="273239"/>
                </a:solidFill>
                <a:effectLst/>
                <a:latin typeface="Arial Black" panose="020B0A04020102020204" pitchFamily="34" charset="0"/>
              </a:rPr>
              <a:t>: Provides clear and well-organized data for better business decisions.</a:t>
            </a:r>
          </a:p>
        </p:txBody>
      </p:sp>
    </p:spTree>
    <p:extLst>
      <p:ext uri="{BB962C8B-B14F-4D97-AF65-F5344CB8AC3E}">
        <p14:creationId xmlns:p14="http://schemas.microsoft.com/office/powerpoint/2010/main" val="2623499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9EF9A-5D54-BB35-2C0A-58E5B634DDA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F8C7EDA-9D8A-3E92-0AB2-74A1BA243570}"/>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3" name="TextBox 2">
            <a:extLst>
              <a:ext uri="{FF2B5EF4-FFF2-40B4-BE49-F238E27FC236}">
                <a16:creationId xmlns:a16="http://schemas.microsoft.com/office/drawing/2014/main" id="{839B0C0B-DF4F-F87E-AB18-2EA8CBE50A7A}"/>
              </a:ext>
            </a:extLst>
          </p:cNvPr>
          <p:cNvSpPr txBox="1"/>
          <p:nvPr/>
        </p:nvSpPr>
        <p:spPr>
          <a:xfrm>
            <a:off x="973393" y="1344080"/>
            <a:ext cx="10314038" cy="1323439"/>
          </a:xfrm>
          <a:prstGeom prst="rect">
            <a:avLst/>
          </a:prstGeom>
          <a:noFill/>
        </p:spPr>
        <p:txBody>
          <a:bodyPr wrap="square">
            <a:spAutoFit/>
          </a:bodyPr>
          <a:lstStyle/>
          <a:p>
            <a:pPr algn="just"/>
            <a:r>
              <a:rPr lang="en-US" sz="1600" b="0" i="0" dirty="0">
                <a:solidFill>
                  <a:srgbClr val="05192D"/>
                </a:solidFill>
                <a:effectLst/>
                <a:latin typeface="Arial Black" panose="020B0A04020102020204" pitchFamily="34" charset="0"/>
              </a:rPr>
              <a:t>The </a:t>
            </a:r>
            <a:r>
              <a:rPr lang="en-US" sz="1600" b="1" i="0" u="none" strike="noStrike" dirty="0">
                <a:solidFill>
                  <a:srgbClr val="0075AD"/>
                </a:solidFill>
                <a:effectLst/>
                <a:latin typeface="Arial Black" panose="020B0A04020102020204" pitchFamily="34" charset="0"/>
              </a:rPr>
              <a:t>quality of your data</a:t>
            </a:r>
            <a:r>
              <a:rPr lang="en-US" sz="1600" b="0" i="0" dirty="0">
                <a:solidFill>
                  <a:srgbClr val="05192D"/>
                </a:solidFill>
                <a:effectLst/>
                <a:latin typeface="Arial Black" panose="020B0A04020102020204" pitchFamily="34" charset="0"/>
              </a:rPr>
              <a:t> directly impacts the accuracy of your analysis and model performance. Why? Because raw data often contains inconsistencies, errors, and irrelevant information that can distort results and lead to flawed insights. Data preprocessing is a way to mitigate this problem. Namely, it is the process of transforming raw data into a clean, structured format. </a:t>
            </a:r>
            <a:endParaRPr lang="en-US" sz="1600" dirty="0">
              <a:latin typeface="Arial Black" panose="020B0A04020102020204" pitchFamily="34" charset="0"/>
            </a:endParaRPr>
          </a:p>
        </p:txBody>
      </p:sp>
      <p:sp>
        <p:nvSpPr>
          <p:cNvPr id="7" name="TextBox 6">
            <a:extLst>
              <a:ext uri="{FF2B5EF4-FFF2-40B4-BE49-F238E27FC236}">
                <a16:creationId xmlns:a16="http://schemas.microsoft.com/office/drawing/2014/main" id="{D810E98C-064D-A4D9-45A2-BB583BE504A1}"/>
              </a:ext>
            </a:extLst>
          </p:cNvPr>
          <p:cNvSpPr txBox="1"/>
          <p:nvPr/>
        </p:nvSpPr>
        <p:spPr>
          <a:xfrm>
            <a:off x="973393" y="3047603"/>
            <a:ext cx="10314038" cy="830997"/>
          </a:xfrm>
          <a:prstGeom prst="rect">
            <a:avLst/>
          </a:prstGeom>
          <a:noFill/>
        </p:spPr>
        <p:txBody>
          <a:bodyPr wrap="square">
            <a:spAutoFit/>
          </a:bodyPr>
          <a:lstStyle/>
          <a:p>
            <a:pPr algn="just"/>
            <a:r>
              <a:rPr lang="en-US" sz="1600" b="0" i="0" dirty="0">
                <a:solidFill>
                  <a:srgbClr val="05192D"/>
                </a:solidFill>
                <a:effectLst/>
                <a:latin typeface="Arial Black" panose="020B0A04020102020204" pitchFamily="34" charset="0"/>
              </a:rPr>
              <a:t>Traditionally, data preprocessing has been an essential preliminary step in </a:t>
            </a:r>
            <a:r>
              <a:rPr lang="en-US" sz="1600" b="1" i="0" u="none" strike="noStrike" dirty="0">
                <a:solidFill>
                  <a:srgbClr val="0075AD"/>
                </a:solidFill>
                <a:effectLst/>
                <a:latin typeface="Arial Black" panose="020B0A04020102020204" pitchFamily="34" charset="0"/>
              </a:rPr>
              <a:t>data analysis</a:t>
            </a:r>
            <a:r>
              <a:rPr lang="en-US" sz="1600" b="0" i="0" dirty="0">
                <a:solidFill>
                  <a:srgbClr val="05192D"/>
                </a:solidFill>
                <a:effectLst/>
                <a:latin typeface="Arial Black" panose="020B0A04020102020204" pitchFamily="34" charset="0"/>
              </a:rPr>
              <a:t>. However, more recently, these techniques have been adapted to train machine learning and AI models and make </a:t>
            </a:r>
            <a:r>
              <a:rPr lang="en-US" sz="1600" b="1" i="0" u="none" strike="noStrike" dirty="0">
                <a:solidFill>
                  <a:srgbClr val="0075AD"/>
                </a:solidFill>
                <a:effectLst/>
                <a:latin typeface="Arial Black" panose="020B0A04020102020204" pitchFamily="34" charset="0"/>
              </a:rPr>
              <a:t>inferences</a:t>
            </a:r>
            <a:r>
              <a:rPr lang="en-US" sz="1600" b="0" i="0" dirty="0">
                <a:solidFill>
                  <a:srgbClr val="05192D"/>
                </a:solidFill>
                <a:effectLst/>
                <a:latin typeface="Arial Black" panose="020B0A04020102020204" pitchFamily="34" charset="0"/>
              </a:rPr>
              <a:t> from them. </a:t>
            </a:r>
            <a:endParaRPr lang="en-US" sz="1600" dirty="0">
              <a:latin typeface="Arial Black" panose="020B0A04020102020204" pitchFamily="34" charset="0"/>
            </a:endParaRPr>
          </a:p>
        </p:txBody>
      </p:sp>
      <p:sp>
        <p:nvSpPr>
          <p:cNvPr id="9" name="TextBox 8">
            <a:extLst>
              <a:ext uri="{FF2B5EF4-FFF2-40B4-BE49-F238E27FC236}">
                <a16:creationId xmlns:a16="http://schemas.microsoft.com/office/drawing/2014/main" id="{C5A1D9DD-555F-B931-6BA7-2E524C8DC78A}"/>
              </a:ext>
            </a:extLst>
          </p:cNvPr>
          <p:cNvSpPr txBox="1"/>
          <p:nvPr/>
        </p:nvSpPr>
        <p:spPr>
          <a:xfrm>
            <a:off x="1007806" y="4301050"/>
            <a:ext cx="10245212" cy="2056973"/>
          </a:xfrm>
          <a:prstGeom prst="rect">
            <a:avLst/>
          </a:prstGeom>
          <a:noFill/>
        </p:spPr>
        <p:txBody>
          <a:bodyPr wrap="square">
            <a:spAutoFit/>
          </a:bodyPr>
          <a:lstStyle/>
          <a:p>
            <a:pPr algn="just" rtl="0">
              <a:spcAft>
                <a:spcPts val="1050"/>
              </a:spcAft>
              <a:buNone/>
            </a:pPr>
            <a:r>
              <a:rPr lang="en-US" sz="1600" b="0" i="0" dirty="0">
                <a:solidFill>
                  <a:srgbClr val="05192D"/>
                </a:solidFill>
                <a:effectLst/>
                <a:latin typeface="Arial Black" panose="020B0A04020102020204" pitchFamily="34" charset="0"/>
              </a:rPr>
              <a:t>Thus, data preprocessing may be defined as the process of converting raw data into a format that can be processed more efficiently and accurately in tasks such as: </a:t>
            </a:r>
          </a:p>
          <a:p>
            <a:pPr marL="285750" indent="-285750" algn="just">
              <a:spcAft>
                <a:spcPts val="900"/>
              </a:spcAft>
              <a:buFont typeface="Arial" panose="020B0604020202020204" pitchFamily="34" charset="0"/>
              <a:buChar char="•"/>
            </a:pPr>
            <a:r>
              <a:rPr lang="en-US" sz="1600" b="0" i="0" dirty="0">
                <a:solidFill>
                  <a:srgbClr val="05192D"/>
                </a:solidFill>
                <a:effectLst/>
                <a:latin typeface="Arial Black" panose="020B0A04020102020204" pitchFamily="34" charset="0"/>
              </a:rPr>
              <a:t>Data analysis</a:t>
            </a:r>
          </a:p>
          <a:p>
            <a:pPr marL="285750" indent="-285750" algn="just">
              <a:spcAft>
                <a:spcPts val="900"/>
              </a:spcAft>
              <a:buFont typeface="Arial" panose="020B0604020202020204" pitchFamily="34" charset="0"/>
              <a:buChar char="•"/>
            </a:pPr>
            <a:r>
              <a:rPr lang="en-US" sz="1600" b="0" i="0" dirty="0">
                <a:solidFill>
                  <a:srgbClr val="05192D"/>
                </a:solidFill>
                <a:effectLst/>
                <a:latin typeface="Arial Black" panose="020B0A04020102020204" pitchFamily="34" charset="0"/>
              </a:rPr>
              <a:t>Machine learning </a:t>
            </a:r>
          </a:p>
          <a:p>
            <a:pPr marL="285750" indent="-285750" algn="just">
              <a:spcAft>
                <a:spcPts val="900"/>
              </a:spcAft>
              <a:buFont typeface="Arial" panose="020B0604020202020204" pitchFamily="34" charset="0"/>
              <a:buChar char="•"/>
            </a:pPr>
            <a:r>
              <a:rPr lang="en-US" sz="1600" b="0" i="0" dirty="0">
                <a:solidFill>
                  <a:srgbClr val="05192D"/>
                </a:solidFill>
                <a:effectLst/>
                <a:latin typeface="Arial Black" panose="020B0A04020102020204" pitchFamily="34" charset="0"/>
              </a:rPr>
              <a:t>Data science</a:t>
            </a:r>
          </a:p>
          <a:p>
            <a:pPr marL="285750" indent="-285750" algn="just">
              <a:spcAft>
                <a:spcPts val="900"/>
              </a:spcAft>
              <a:buFont typeface="Arial" panose="020B0604020202020204" pitchFamily="34" charset="0"/>
              <a:buChar char="•"/>
            </a:pPr>
            <a:r>
              <a:rPr lang="en-US" sz="1600" b="0" i="0" dirty="0">
                <a:solidFill>
                  <a:srgbClr val="05192D"/>
                </a:solidFill>
                <a:effectLst/>
                <a:latin typeface="Arial Black" panose="020B0A04020102020204" pitchFamily="34" charset="0"/>
              </a:rPr>
              <a:t>AI</a:t>
            </a:r>
          </a:p>
        </p:txBody>
      </p:sp>
    </p:spTree>
    <p:extLst>
      <p:ext uri="{BB962C8B-B14F-4D97-AF65-F5344CB8AC3E}">
        <p14:creationId xmlns:p14="http://schemas.microsoft.com/office/powerpoint/2010/main" val="4039436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8E0F0-5E6B-7FDE-8F78-4092D4CB323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425786C-C6CC-19F4-85D1-B7692B2DF276}"/>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8" name="TextBox 7">
            <a:extLst>
              <a:ext uri="{FF2B5EF4-FFF2-40B4-BE49-F238E27FC236}">
                <a16:creationId xmlns:a16="http://schemas.microsoft.com/office/drawing/2014/main" id="{D9956E1A-11FD-7F73-7118-43C4A11CB10D}"/>
              </a:ext>
            </a:extLst>
          </p:cNvPr>
          <p:cNvSpPr txBox="1"/>
          <p:nvPr/>
        </p:nvSpPr>
        <p:spPr>
          <a:xfrm>
            <a:off x="540773" y="1187377"/>
            <a:ext cx="10707329" cy="5355312"/>
          </a:xfrm>
          <a:prstGeom prst="rect">
            <a:avLst/>
          </a:prstGeom>
          <a:noFill/>
        </p:spPr>
        <p:txBody>
          <a:bodyPr wrap="square">
            <a:spAutoFit/>
          </a:bodyPr>
          <a:lstStyle/>
          <a:p>
            <a:r>
              <a:rPr lang="en-US" dirty="0">
                <a:solidFill>
                  <a:srgbClr val="FF0000"/>
                </a:solidFill>
              </a:rPr>
              <a:t># Creating a manual dataset</a:t>
            </a:r>
          </a:p>
          <a:p>
            <a:r>
              <a:rPr lang="en-US" dirty="0"/>
              <a:t>data = </a:t>
            </a:r>
            <a:r>
              <a:rPr lang="en-US" dirty="0" err="1"/>
              <a:t>pd.DataFrame</a:t>
            </a:r>
            <a:r>
              <a:rPr lang="en-US" dirty="0"/>
              <a:t>({</a:t>
            </a:r>
          </a:p>
          <a:p>
            <a:r>
              <a:rPr lang="en-US" dirty="0"/>
              <a:t>    'name': ['John', 'Jane', 'Jack', 'John', None],</a:t>
            </a:r>
          </a:p>
          <a:p>
            <a:r>
              <a:rPr lang="en-US" dirty="0"/>
              <a:t>    'age': [28, 34, None, 28, 22],</a:t>
            </a:r>
          </a:p>
          <a:p>
            <a:r>
              <a:rPr lang="en-US" dirty="0"/>
              <a:t>    '</a:t>
            </a:r>
            <a:r>
              <a:rPr lang="en-US" dirty="0" err="1"/>
              <a:t>purchase_amount</a:t>
            </a:r>
            <a:r>
              <a:rPr lang="en-US" dirty="0"/>
              <a:t>': [100.5, None, 85.3, 100.5, 50.0],</a:t>
            </a:r>
          </a:p>
          <a:p>
            <a:r>
              <a:rPr lang="en-US" dirty="0"/>
              <a:t>    '</a:t>
            </a:r>
            <a:r>
              <a:rPr lang="en-US" dirty="0" err="1"/>
              <a:t>date_of_purchase</a:t>
            </a:r>
            <a:r>
              <a:rPr lang="en-US" dirty="0"/>
              <a:t>': ['2023/12/01', '2023/12/02', '2023/12/01', '2023/12/01', '2023/12/03']</a:t>
            </a:r>
          </a:p>
          <a:p>
            <a:r>
              <a:rPr lang="en-US" dirty="0"/>
              <a:t>	})</a:t>
            </a:r>
          </a:p>
          <a:p>
            <a:endParaRPr lang="en-US" dirty="0"/>
          </a:p>
          <a:p>
            <a:r>
              <a:rPr lang="en-US" dirty="0">
                <a:solidFill>
                  <a:srgbClr val="FF0000"/>
                </a:solidFill>
              </a:rPr>
              <a:t># Handling missing values using mean imputation for 'age' and '</a:t>
            </a:r>
            <a:r>
              <a:rPr lang="en-US" dirty="0" err="1">
                <a:solidFill>
                  <a:srgbClr val="FF0000"/>
                </a:solidFill>
              </a:rPr>
              <a:t>purchase_amount</a:t>
            </a:r>
            <a:r>
              <a:rPr lang="en-US" dirty="0">
                <a:solidFill>
                  <a:srgbClr val="FF0000"/>
                </a:solidFill>
              </a:rPr>
              <a:t>'</a:t>
            </a:r>
          </a:p>
          <a:p>
            <a:r>
              <a:rPr lang="en-US" dirty="0"/>
              <a:t>imputer = </a:t>
            </a:r>
            <a:r>
              <a:rPr lang="en-US" dirty="0" err="1"/>
              <a:t>SimpleImputer</a:t>
            </a:r>
            <a:r>
              <a:rPr lang="en-US" dirty="0"/>
              <a:t>(strategy='mean')</a:t>
            </a:r>
          </a:p>
          <a:p>
            <a:r>
              <a:rPr lang="en-US" dirty="0"/>
              <a:t>data[['age', '</a:t>
            </a:r>
            <a:r>
              <a:rPr lang="en-US" dirty="0" err="1"/>
              <a:t>purchase_amount</a:t>
            </a:r>
            <a:r>
              <a:rPr lang="en-US" dirty="0"/>
              <a:t>']] = </a:t>
            </a:r>
            <a:r>
              <a:rPr lang="en-US" dirty="0" err="1"/>
              <a:t>imputer.fit_transform</a:t>
            </a:r>
            <a:r>
              <a:rPr lang="en-US" dirty="0"/>
              <a:t>(data[['age', '</a:t>
            </a:r>
            <a:r>
              <a:rPr lang="en-US" dirty="0" err="1"/>
              <a:t>purchase_amount</a:t>
            </a:r>
            <a:r>
              <a:rPr lang="en-US" dirty="0"/>
              <a:t>']])</a:t>
            </a:r>
          </a:p>
          <a:p>
            <a:endParaRPr lang="en-US" dirty="0"/>
          </a:p>
          <a:p>
            <a:r>
              <a:rPr lang="en-US" dirty="0">
                <a:solidFill>
                  <a:srgbClr val="FF0000"/>
                </a:solidFill>
              </a:rPr>
              <a:t># Removing duplicate rows</a:t>
            </a:r>
          </a:p>
          <a:p>
            <a:r>
              <a:rPr lang="en-US" dirty="0"/>
              <a:t>data = </a:t>
            </a:r>
            <a:r>
              <a:rPr lang="en-US" dirty="0" err="1"/>
              <a:t>data.drop_duplicates</a:t>
            </a:r>
            <a:r>
              <a:rPr lang="en-US" dirty="0"/>
              <a:t>()</a:t>
            </a:r>
          </a:p>
          <a:p>
            <a:endParaRPr lang="en-US" dirty="0"/>
          </a:p>
          <a:p>
            <a:r>
              <a:rPr lang="en-US" dirty="0">
                <a:solidFill>
                  <a:srgbClr val="FF0000"/>
                </a:solidFill>
              </a:rPr>
              <a:t># Correcting inconsistent date formats</a:t>
            </a:r>
          </a:p>
          <a:p>
            <a:r>
              <a:rPr lang="en-US" dirty="0"/>
              <a:t>data['</a:t>
            </a:r>
            <a:r>
              <a:rPr lang="en-US" dirty="0" err="1"/>
              <a:t>date_of_purchase</a:t>
            </a:r>
            <a:r>
              <a:rPr lang="en-US" dirty="0"/>
              <a:t>'] = </a:t>
            </a:r>
            <a:r>
              <a:rPr lang="en-US" dirty="0" err="1"/>
              <a:t>pd.to_datetime</a:t>
            </a:r>
            <a:r>
              <a:rPr lang="en-US" dirty="0"/>
              <a:t>(data['</a:t>
            </a:r>
            <a:r>
              <a:rPr lang="en-US" dirty="0" err="1"/>
              <a:t>date_of_purchase</a:t>
            </a:r>
            <a:r>
              <a:rPr lang="en-US" dirty="0"/>
              <a:t>'], errors='coerce')</a:t>
            </a:r>
          </a:p>
          <a:p>
            <a:endParaRPr lang="en-US" dirty="0"/>
          </a:p>
          <a:p>
            <a:r>
              <a:rPr lang="en-US" dirty="0"/>
              <a:t>print(data)</a:t>
            </a:r>
          </a:p>
        </p:txBody>
      </p:sp>
    </p:spTree>
    <p:extLst>
      <p:ext uri="{BB962C8B-B14F-4D97-AF65-F5344CB8AC3E}">
        <p14:creationId xmlns:p14="http://schemas.microsoft.com/office/powerpoint/2010/main" val="979705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010E6-AB37-44A1-0A28-5C5833254B6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E40BA5A-9368-562D-E40F-608FD5B709BD}"/>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3" name="TextBox 2">
            <a:extLst>
              <a:ext uri="{FF2B5EF4-FFF2-40B4-BE49-F238E27FC236}">
                <a16:creationId xmlns:a16="http://schemas.microsoft.com/office/drawing/2014/main" id="{D89B345F-F903-718E-C070-A15202CCF83E}"/>
              </a:ext>
            </a:extLst>
          </p:cNvPr>
          <p:cNvSpPr txBox="1"/>
          <p:nvPr/>
        </p:nvSpPr>
        <p:spPr>
          <a:xfrm>
            <a:off x="639097" y="1123241"/>
            <a:ext cx="10589342" cy="3136756"/>
          </a:xfrm>
          <a:prstGeom prst="rect">
            <a:avLst/>
          </a:prstGeom>
          <a:noFill/>
        </p:spPr>
        <p:txBody>
          <a:bodyPr wrap="square">
            <a:spAutoFit/>
          </a:bodyPr>
          <a:lstStyle/>
          <a:p>
            <a:pPr algn="just" rtl="0">
              <a:spcBef>
                <a:spcPts val="1200"/>
              </a:spcBef>
              <a:spcAft>
                <a:spcPts val="1200"/>
              </a:spcAft>
              <a:buNone/>
            </a:pPr>
            <a:r>
              <a:rPr lang="en-US" b="1" i="0" dirty="0">
                <a:solidFill>
                  <a:srgbClr val="FF0000"/>
                </a:solidFill>
                <a:effectLst/>
                <a:latin typeface="Arial Black" panose="020B0A04020102020204" pitchFamily="34" charset="0"/>
              </a:rPr>
              <a:t>Data integration</a:t>
            </a:r>
          </a:p>
          <a:p>
            <a:pPr algn="just" rtl="0">
              <a:spcAft>
                <a:spcPts val="1050"/>
              </a:spcAft>
              <a:buNone/>
            </a:pPr>
            <a:r>
              <a:rPr lang="en-US" b="0" i="0" u="none" strike="noStrike" dirty="0">
                <a:solidFill>
                  <a:srgbClr val="05192D"/>
                </a:solidFill>
                <a:effectLst/>
                <a:latin typeface="Arial Black" panose="020B0A04020102020204" pitchFamily="34" charset="0"/>
              </a:rPr>
              <a:t>Data integration involves combining data from multiple sources to create a unified dataset. This is often necessary when data is collected from different source systems.</a:t>
            </a:r>
            <a:endParaRPr lang="en-US" b="0" i="0" dirty="0">
              <a:solidFill>
                <a:srgbClr val="05192D"/>
              </a:solidFill>
              <a:effectLst/>
              <a:latin typeface="Arial Black" panose="020B0A04020102020204" pitchFamily="34" charset="0"/>
            </a:endParaRPr>
          </a:p>
          <a:p>
            <a:pPr algn="just" rtl="0">
              <a:spcAft>
                <a:spcPts val="1050"/>
              </a:spcAft>
              <a:buNone/>
            </a:pPr>
            <a:r>
              <a:rPr lang="en-US" b="0" i="0" u="none" strike="noStrike" dirty="0">
                <a:solidFill>
                  <a:srgbClr val="FF0000"/>
                </a:solidFill>
                <a:effectLst/>
                <a:latin typeface="Arial Black" panose="020B0A04020102020204" pitchFamily="34" charset="0"/>
              </a:rPr>
              <a:t>Some techniques used in data integration include: </a:t>
            </a:r>
            <a:endParaRPr lang="en-US" b="0" i="0" dirty="0">
              <a:solidFill>
                <a:srgbClr val="FF0000"/>
              </a:solidFill>
              <a:effectLst/>
              <a:latin typeface="Arial Black" panose="020B0A04020102020204" pitchFamily="34" charset="0"/>
            </a:endParaRPr>
          </a:p>
          <a:p>
            <a:pPr marL="285750" indent="-285750" algn="just">
              <a:spcAft>
                <a:spcPts val="900"/>
              </a:spcAft>
              <a:buFont typeface="Arial" panose="020B0604020202020204" pitchFamily="34" charset="0"/>
              <a:buChar char="•"/>
            </a:pPr>
            <a:r>
              <a:rPr lang="en-US" b="1" i="0" u="none" strike="noStrike" dirty="0">
                <a:solidFill>
                  <a:srgbClr val="FF0000"/>
                </a:solidFill>
                <a:effectLst/>
                <a:latin typeface="Arial Black" panose="020B0A04020102020204" pitchFamily="34" charset="0"/>
              </a:rPr>
              <a:t>Schema matching:</a:t>
            </a:r>
            <a:r>
              <a:rPr lang="en-US" b="0" i="0" u="none" strike="noStrike" dirty="0">
                <a:solidFill>
                  <a:srgbClr val="FF0000"/>
                </a:solidFill>
                <a:effectLst/>
                <a:latin typeface="Arial Black" panose="020B0A04020102020204" pitchFamily="34" charset="0"/>
              </a:rPr>
              <a:t> </a:t>
            </a:r>
            <a:r>
              <a:rPr lang="en-US" b="0" i="0" u="none" strike="noStrike" dirty="0">
                <a:solidFill>
                  <a:srgbClr val="05192D"/>
                </a:solidFill>
                <a:effectLst/>
                <a:latin typeface="Arial Black" panose="020B0A04020102020204" pitchFamily="34" charset="0"/>
              </a:rPr>
              <a:t>Aligning fields and data structures from different sources to ensure consistency.</a:t>
            </a:r>
            <a:endParaRPr lang="en-US" b="0" i="0" dirty="0">
              <a:solidFill>
                <a:srgbClr val="05192D"/>
              </a:solidFill>
              <a:effectLst/>
              <a:latin typeface="Arial Black" panose="020B0A04020102020204" pitchFamily="34" charset="0"/>
            </a:endParaRPr>
          </a:p>
          <a:p>
            <a:pPr marL="285750" indent="-285750" algn="just">
              <a:spcAft>
                <a:spcPts val="900"/>
              </a:spcAft>
              <a:buFont typeface="Arial" panose="020B0604020202020204" pitchFamily="34" charset="0"/>
              <a:buChar char="•"/>
            </a:pPr>
            <a:r>
              <a:rPr lang="en-US" b="1" i="0" u="none" strike="noStrike" dirty="0">
                <a:solidFill>
                  <a:srgbClr val="FF0000"/>
                </a:solidFill>
                <a:effectLst/>
                <a:latin typeface="Arial Black" panose="020B0A04020102020204" pitchFamily="34" charset="0"/>
              </a:rPr>
              <a:t>Data deduplication:</a:t>
            </a:r>
            <a:r>
              <a:rPr lang="en-US" b="0" i="0" u="none" strike="noStrike" dirty="0">
                <a:solidFill>
                  <a:srgbClr val="FF0000"/>
                </a:solidFill>
                <a:effectLst/>
                <a:latin typeface="Arial Black" panose="020B0A04020102020204" pitchFamily="34" charset="0"/>
              </a:rPr>
              <a:t> </a:t>
            </a:r>
            <a:r>
              <a:rPr lang="en-US" b="0" i="0" u="none" strike="noStrike" dirty="0">
                <a:solidFill>
                  <a:srgbClr val="05192D"/>
                </a:solidFill>
                <a:effectLst/>
                <a:latin typeface="Arial Black" panose="020B0A04020102020204" pitchFamily="34" charset="0"/>
              </a:rPr>
              <a:t>Identifying and removing duplicate entries across multiple datasets.</a:t>
            </a:r>
            <a:endParaRPr lang="en-US" b="0" i="0" dirty="0">
              <a:solidFill>
                <a:srgbClr val="05192D"/>
              </a:solidFill>
              <a:effectLst/>
              <a:latin typeface="Arial Black" panose="020B0A04020102020204" pitchFamily="34" charset="0"/>
            </a:endParaRPr>
          </a:p>
        </p:txBody>
      </p:sp>
      <p:sp>
        <p:nvSpPr>
          <p:cNvPr id="6" name="TextBox 5">
            <a:extLst>
              <a:ext uri="{FF2B5EF4-FFF2-40B4-BE49-F238E27FC236}">
                <a16:creationId xmlns:a16="http://schemas.microsoft.com/office/drawing/2014/main" id="{B0FD3FBC-2FDC-7EF1-E45D-87FCD518228A}"/>
              </a:ext>
            </a:extLst>
          </p:cNvPr>
          <p:cNvSpPr txBox="1"/>
          <p:nvPr/>
        </p:nvSpPr>
        <p:spPr>
          <a:xfrm>
            <a:off x="639097" y="4828939"/>
            <a:ext cx="10677832" cy="646331"/>
          </a:xfrm>
          <a:prstGeom prst="rect">
            <a:avLst/>
          </a:prstGeom>
          <a:noFill/>
        </p:spPr>
        <p:txBody>
          <a:bodyPr wrap="square">
            <a:spAutoFit/>
          </a:bodyPr>
          <a:lstStyle/>
          <a:p>
            <a:r>
              <a:rPr lang="en-US" b="0" i="0" dirty="0">
                <a:solidFill>
                  <a:srgbClr val="05192D"/>
                </a:solidFill>
                <a:effectLst/>
                <a:latin typeface="Arial Black" panose="020B0A04020102020204" pitchFamily="34" charset="0"/>
              </a:rPr>
              <a:t>For example, let’s say we have customer data from multiple databases. Here’s how we would merge it into a single view: </a:t>
            </a:r>
            <a:endParaRPr lang="en-US" dirty="0">
              <a:latin typeface="Arial Black" panose="020B0A04020102020204" pitchFamily="34" charset="0"/>
            </a:endParaRPr>
          </a:p>
        </p:txBody>
      </p:sp>
      <p:sp>
        <p:nvSpPr>
          <p:cNvPr id="7" name="TextBox 6">
            <a:extLst>
              <a:ext uri="{FF2B5EF4-FFF2-40B4-BE49-F238E27FC236}">
                <a16:creationId xmlns:a16="http://schemas.microsoft.com/office/drawing/2014/main" id="{31FE5AAA-4837-B4A3-5D53-681359DD9A83}"/>
              </a:ext>
            </a:extLst>
          </p:cNvPr>
          <p:cNvSpPr txBox="1"/>
          <p:nvPr/>
        </p:nvSpPr>
        <p:spPr>
          <a:xfrm>
            <a:off x="8518102" y="6173357"/>
            <a:ext cx="2705036" cy="369332"/>
          </a:xfrm>
          <a:prstGeom prst="rect">
            <a:avLst/>
          </a:prstGeom>
          <a:noFill/>
        </p:spPr>
        <p:txBody>
          <a:bodyPr wrap="none" rtlCol="0">
            <a:spAutoFit/>
          </a:bodyPr>
          <a:lstStyle/>
          <a:p>
            <a:r>
              <a:rPr lang="en-US" dirty="0">
                <a:latin typeface="Arial Black" panose="020B0A04020102020204" pitchFamily="34" charset="0"/>
              </a:rPr>
              <a:t>Next Slide please….</a:t>
            </a:r>
          </a:p>
        </p:txBody>
      </p:sp>
    </p:spTree>
    <p:extLst>
      <p:ext uri="{BB962C8B-B14F-4D97-AF65-F5344CB8AC3E}">
        <p14:creationId xmlns:p14="http://schemas.microsoft.com/office/powerpoint/2010/main" val="1830001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E0113-6287-C662-DBA8-CFC5911EA2C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1D92A7F-85F2-2D7A-FF94-7CA2CEB2DD96}"/>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5" name="TextBox 4">
            <a:extLst>
              <a:ext uri="{FF2B5EF4-FFF2-40B4-BE49-F238E27FC236}">
                <a16:creationId xmlns:a16="http://schemas.microsoft.com/office/drawing/2014/main" id="{8191A7D2-D661-5EDE-1141-A7893084F3CB}"/>
              </a:ext>
            </a:extLst>
          </p:cNvPr>
          <p:cNvSpPr txBox="1"/>
          <p:nvPr/>
        </p:nvSpPr>
        <p:spPr>
          <a:xfrm>
            <a:off x="835742" y="1256096"/>
            <a:ext cx="10353367" cy="4801314"/>
          </a:xfrm>
          <a:prstGeom prst="rect">
            <a:avLst/>
          </a:prstGeom>
          <a:noFill/>
        </p:spPr>
        <p:txBody>
          <a:bodyPr wrap="square">
            <a:spAutoFit/>
          </a:bodyPr>
          <a:lstStyle/>
          <a:p>
            <a:r>
              <a:rPr lang="en-US" dirty="0">
                <a:solidFill>
                  <a:srgbClr val="FF0000"/>
                </a:solidFill>
              </a:rPr>
              <a:t># Creating two manual datasets</a:t>
            </a:r>
          </a:p>
          <a:p>
            <a:r>
              <a:rPr lang="en-US" dirty="0"/>
              <a:t>data1 = </a:t>
            </a:r>
            <a:r>
              <a:rPr lang="en-US" dirty="0" err="1"/>
              <a:t>pd.DataFrame</a:t>
            </a:r>
            <a:r>
              <a:rPr lang="en-US" dirty="0"/>
              <a:t>({</a:t>
            </a:r>
          </a:p>
          <a:p>
            <a:r>
              <a:rPr lang="en-US" dirty="0"/>
              <a:t>    '</a:t>
            </a:r>
            <a:r>
              <a:rPr lang="en-US" dirty="0" err="1"/>
              <a:t>customer_id</a:t>
            </a:r>
            <a:r>
              <a:rPr lang="en-US" dirty="0"/>
              <a:t>': [1, 2, 3],</a:t>
            </a:r>
          </a:p>
          <a:p>
            <a:r>
              <a:rPr lang="en-US" dirty="0"/>
              <a:t>    'name': ['John', 'Jane', 'Jack'],</a:t>
            </a:r>
          </a:p>
          <a:p>
            <a:r>
              <a:rPr lang="en-US" dirty="0"/>
              <a:t>    'age': [28, 34, 29]</a:t>
            </a:r>
          </a:p>
          <a:p>
            <a:r>
              <a:rPr lang="en-US" dirty="0"/>
              <a:t>})</a:t>
            </a:r>
          </a:p>
          <a:p>
            <a:endParaRPr lang="en-US" dirty="0"/>
          </a:p>
          <a:p>
            <a:r>
              <a:rPr lang="en-US" dirty="0"/>
              <a:t>data2 = </a:t>
            </a:r>
            <a:r>
              <a:rPr lang="en-US" dirty="0" err="1"/>
              <a:t>pd.DataFrame</a:t>
            </a:r>
            <a:r>
              <a:rPr lang="en-US" dirty="0"/>
              <a:t>({</a:t>
            </a:r>
          </a:p>
          <a:p>
            <a:r>
              <a:rPr lang="en-US" dirty="0"/>
              <a:t>    '</a:t>
            </a:r>
            <a:r>
              <a:rPr lang="en-US" dirty="0" err="1"/>
              <a:t>customer_id</a:t>
            </a:r>
            <a:r>
              <a:rPr lang="en-US" dirty="0"/>
              <a:t>': [1, 3, 4],</a:t>
            </a:r>
          </a:p>
          <a:p>
            <a:r>
              <a:rPr lang="en-US" dirty="0"/>
              <a:t>    '</a:t>
            </a:r>
            <a:r>
              <a:rPr lang="en-US" dirty="0" err="1"/>
              <a:t>purchase_amount</a:t>
            </a:r>
            <a:r>
              <a:rPr lang="en-US" dirty="0"/>
              <a:t>': [100.5, 85.3, 45.0],</a:t>
            </a:r>
          </a:p>
          <a:p>
            <a:r>
              <a:rPr lang="en-US" dirty="0"/>
              <a:t>    '</a:t>
            </a:r>
            <a:r>
              <a:rPr lang="en-US" dirty="0" err="1"/>
              <a:t>purchase_date</a:t>
            </a:r>
            <a:r>
              <a:rPr lang="en-US" dirty="0"/>
              <a:t>': ['2023-12-01', '2023-12-02', '2023-12-03']</a:t>
            </a:r>
          </a:p>
          <a:p>
            <a:r>
              <a:rPr lang="en-US" dirty="0"/>
              <a:t>})</a:t>
            </a:r>
          </a:p>
          <a:p>
            <a:endParaRPr lang="en-US" dirty="0"/>
          </a:p>
          <a:p>
            <a:r>
              <a:rPr lang="en-US" dirty="0">
                <a:solidFill>
                  <a:srgbClr val="FF0000"/>
                </a:solidFill>
              </a:rPr>
              <a:t># Merging datasets on a common key '</a:t>
            </a:r>
            <a:r>
              <a:rPr lang="en-US" dirty="0" err="1">
                <a:solidFill>
                  <a:srgbClr val="FF0000"/>
                </a:solidFill>
              </a:rPr>
              <a:t>customer_id</a:t>
            </a:r>
            <a:r>
              <a:rPr lang="en-US" dirty="0">
                <a:solidFill>
                  <a:srgbClr val="FF0000"/>
                </a:solidFill>
              </a:rPr>
              <a:t>'</a:t>
            </a:r>
          </a:p>
          <a:p>
            <a:r>
              <a:rPr lang="en-US" dirty="0" err="1"/>
              <a:t>merged_data</a:t>
            </a:r>
            <a:r>
              <a:rPr lang="en-US" dirty="0"/>
              <a:t> = </a:t>
            </a:r>
            <a:r>
              <a:rPr lang="en-US" dirty="0" err="1"/>
              <a:t>pd.merge</a:t>
            </a:r>
            <a:r>
              <a:rPr lang="en-US" dirty="0"/>
              <a:t>(data1, data2, on='</a:t>
            </a:r>
            <a:r>
              <a:rPr lang="en-US" dirty="0" err="1"/>
              <a:t>customer_id</a:t>
            </a:r>
            <a:r>
              <a:rPr lang="en-US" dirty="0"/>
              <a:t>', how='inner')</a:t>
            </a:r>
          </a:p>
          <a:p>
            <a:endParaRPr lang="en-US" dirty="0"/>
          </a:p>
          <a:p>
            <a:r>
              <a:rPr lang="en-US" dirty="0"/>
              <a:t>print(</a:t>
            </a:r>
            <a:r>
              <a:rPr lang="en-US" dirty="0" err="1"/>
              <a:t>merged_data</a:t>
            </a:r>
            <a:r>
              <a:rPr lang="en-US" dirty="0"/>
              <a:t>)</a:t>
            </a:r>
          </a:p>
        </p:txBody>
      </p:sp>
    </p:spTree>
    <p:extLst>
      <p:ext uri="{BB962C8B-B14F-4D97-AF65-F5344CB8AC3E}">
        <p14:creationId xmlns:p14="http://schemas.microsoft.com/office/powerpoint/2010/main" val="1747962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30ED6-C78A-FFF7-6D85-97D59EBC8F4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5DBAC19-12B3-4604-01F6-D88D5BE8F7CC}"/>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3" name="TextBox 2">
            <a:extLst>
              <a:ext uri="{FF2B5EF4-FFF2-40B4-BE49-F238E27FC236}">
                <a16:creationId xmlns:a16="http://schemas.microsoft.com/office/drawing/2014/main" id="{48F4791D-85F2-A9B4-D5CD-79FB1AC74702}"/>
              </a:ext>
            </a:extLst>
          </p:cNvPr>
          <p:cNvSpPr txBox="1"/>
          <p:nvPr/>
        </p:nvSpPr>
        <p:spPr>
          <a:xfrm>
            <a:off x="1081547" y="1389874"/>
            <a:ext cx="10146891" cy="3529171"/>
          </a:xfrm>
          <a:prstGeom prst="rect">
            <a:avLst/>
          </a:prstGeom>
          <a:noFill/>
        </p:spPr>
        <p:txBody>
          <a:bodyPr wrap="square">
            <a:spAutoFit/>
          </a:bodyPr>
          <a:lstStyle/>
          <a:p>
            <a:pPr algn="l" rtl="0">
              <a:spcBef>
                <a:spcPts val="1200"/>
              </a:spcBef>
              <a:spcAft>
                <a:spcPts val="1200"/>
              </a:spcAft>
              <a:buNone/>
            </a:pPr>
            <a:r>
              <a:rPr lang="en-US" b="1" i="0" dirty="0">
                <a:solidFill>
                  <a:srgbClr val="FF0000"/>
                </a:solidFill>
                <a:effectLst/>
                <a:latin typeface="Arial Black" panose="020B0A04020102020204" pitchFamily="34" charset="0"/>
              </a:rPr>
              <a:t>Data transformation</a:t>
            </a:r>
          </a:p>
          <a:p>
            <a:pPr algn="l" rtl="0">
              <a:spcAft>
                <a:spcPts val="1050"/>
              </a:spcAft>
              <a:buNone/>
            </a:pPr>
            <a:r>
              <a:rPr lang="en-US" b="0" i="0" u="none" strike="noStrike" dirty="0">
                <a:solidFill>
                  <a:srgbClr val="05192D"/>
                </a:solidFill>
                <a:effectLst/>
                <a:latin typeface="Arial Black" panose="020B0A04020102020204" pitchFamily="34" charset="0"/>
              </a:rPr>
              <a:t>Data transformation converts data into formats suitable for analysis, machine learning, or mining. </a:t>
            </a:r>
            <a:endParaRPr lang="en-US" b="0" i="0" dirty="0">
              <a:solidFill>
                <a:srgbClr val="05192D"/>
              </a:solidFill>
              <a:effectLst/>
              <a:latin typeface="Arial Black" panose="020B0A04020102020204" pitchFamily="34" charset="0"/>
            </a:endParaRPr>
          </a:p>
          <a:p>
            <a:pPr algn="l" rtl="0">
              <a:spcAft>
                <a:spcPts val="1050"/>
              </a:spcAft>
              <a:buNone/>
            </a:pPr>
            <a:r>
              <a:rPr lang="en-US" b="0" i="0" u="none" strike="noStrike" dirty="0">
                <a:solidFill>
                  <a:srgbClr val="FF0000"/>
                </a:solidFill>
                <a:effectLst/>
                <a:latin typeface="Arial Black" panose="020B0A04020102020204" pitchFamily="34" charset="0"/>
              </a:rPr>
              <a:t>For example: </a:t>
            </a:r>
            <a:endParaRPr lang="en-US" b="0" i="0" dirty="0">
              <a:solidFill>
                <a:srgbClr val="FF0000"/>
              </a:solidFill>
              <a:effectLst/>
              <a:latin typeface="Arial Black" panose="020B0A04020102020204" pitchFamily="34" charset="0"/>
            </a:endParaRPr>
          </a:p>
          <a:p>
            <a:pPr marL="285750" indent="-285750" algn="l">
              <a:spcAft>
                <a:spcPts val="900"/>
              </a:spcAft>
              <a:buFont typeface="Arial" panose="020B0604020202020204" pitchFamily="34" charset="0"/>
              <a:buChar char="•"/>
            </a:pPr>
            <a:r>
              <a:rPr lang="en-US" b="1" i="0" u="none" strike="noStrike" dirty="0">
                <a:solidFill>
                  <a:srgbClr val="FF0000"/>
                </a:solidFill>
                <a:effectLst/>
                <a:latin typeface="Arial Black" panose="020B0A04020102020204" pitchFamily="34" charset="0"/>
              </a:rPr>
              <a:t>Scaling and normalization:</a:t>
            </a:r>
            <a:r>
              <a:rPr lang="en-US" b="0" i="0" u="none" strike="noStrike" dirty="0">
                <a:solidFill>
                  <a:srgbClr val="FF0000"/>
                </a:solidFill>
                <a:effectLst/>
                <a:latin typeface="Arial Black" panose="020B0A04020102020204" pitchFamily="34" charset="0"/>
              </a:rPr>
              <a:t> </a:t>
            </a:r>
            <a:r>
              <a:rPr lang="en-US" b="0" i="0" u="none" strike="noStrike" dirty="0">
                <a:solidFill>
                  <a:srgbClr val="05192D"/>
                </a:solidFill>
                <a:effectLst/>
                <a:latin typeface="Arial Black" panose="020B0A04020102020204" pitchFamily="34" charset="0"/>
              </a:rPr>
              <a:t>Adjusting numeric values to a common scale is often necessary for algorithms that rely on distance metrics.</a:t>
            </a:r>
            <a:endParaRPr lang="en-US" b="0" i="0" dirty="0">
              <a:solidFill>
                <a:srgbClr val="05192D"/>
              </a:solidFill>
              <a:effectLst/>
              <a:latin typeface="Arial Black" panose="020B0A04020102020204" pitchFamily="34" charset="0"/>
            </a:endParaRPr>
          </a:p>
          <a:p>
            <a:pPr marL="285750" indent="-285750" algn="l">
              <a:spcAft>
                <a:spcPts val="900"/>
              </a:spcAft>
              <a:buFont typeface="Arial" panose="020B0604020202020204" pitchFamily="34" charset="0"/>
              <a:buChar char="•"/>
            </a:pPr>
            <a:r>
              <a:rPr lang="en-US" b="1" i="0" u="none" strike="noStrike" dirty="0">
                <a:solidFill>
                  <a:srgbClr val="FF0000"/>
                </a:solidFill>
                <a:effectLst/>
                <a:latin typeface="Arial Black" panose="020B0A04020102020204" pitchFamily="34" charset="0"/>
              </a:rPr>
              <a:t>Encoding categorical variables:</a:t>
            </a:r>
            <a:r>
              <a:rPr lang="en-US" b="0" i="0" u="none" strike="noStrike" dirty="0">
                <a:solidFill>
                  <a:srgbClr val="FF0000"/>
                </a:solidFill>
                <a:effectLst/>
                <a:latin typeface="Arial Black" panose="020B0A04020102020204" pitchFamily="34" charset="0"/>
              </a:rPr>
              <a:t> </a:t>
            </a:r>
            <a:r>
              <a:rPr lang="en-US" b="0" i="0" u="none" strike="noStrike" dirty="0">
                <a:solidFill>
                  <a:srgbClr val="05192D"/>
                </a:solidFill>
                <a:effectLst/>
                <a:latin typeface="Arial Black" panose="020B0A04020102020204" pitchFamily="34" charset="0"/>
              </a:rPr>
              <a:t>Converting categorical data into numerical values using one-hot or label encoding techniques.</a:t>
            </a:r>
            <a:endParaRPr lang="en-US" b="0" i="0" dirty="0">
              <a:solidFill>
                <a:srgbClr val="05192D"/>
              </a:solidFill>
              <a:effectLst/>
              <a:latin typeface="Arial Black" panose="020B0A04020102020204" pitchFamily="34" charset="0"/>
            </a:endParaRPr>
          </a:p>
          <a:p>
            <a:pPr marL="285750" indent="-285750" algn="l">
              <a:spcAft>
                <a:spcPts val="900"/>
              </a:spcAft>
              <a:buFont typeface="Arial" panose="020B0604020202020204" pitchFamily="34" charset="0"/>
              <a:buChar char="•"/>
            </a:pPr>
            <a:r>
              <a:rPr lang="en-US" b="1" i="0" u="none" strike="noStrike" dirty="0">
                <a:solidFill>
                  <a:srgbClr val="FF0000"/>
                </a:solidFill>
                <a:effectLst/>
                <a:latin typeface="Arial Black" panose="020B0A04020102020204" pitchFamily="34" charset="0"/>
              </a:rPr>
              <a:t>Feature engineering and extraction:</a:t>
            </a:r>
            <a:r>
              <a:rPr lang="en-US" b="0" i="0" u="none" strike="noStrike" dirty="0">
                <a:solidFill>
                  <a:srgbClr val="FF0000"/>
                </a:solidFill>
                <a:effectLst/>
                <a:latin typeface="Arial Black" panose="020B0A04020102020204" pitchFamily="34" charset="0"/>
              </a:rPr>
              <a:t> </a:t>
            </a:r>
            <a:r>
              <a:rPr lang="en-US" b="0" i="0" u="none" strike="noStrike" dirty="0">
                <a:solidFill>
                  <a:srgbClr val="05192D"/>
                </a:solidFill>
                <a:effectLst/>
                <a:latin typeface="Arial Black" panose="020B0A04020102020204" pitchFamily="34" charset="0"/>
              </a:rPr>
              <a:t>Creating new features or selecting important ones to improve model performance.</a:t>
            </a:r>
            <a:endParaRPr lang="en-US" b="0" i="0" dirty="0">
              <a:solidFill>
                <a:srgbClr val="05192D"/>
              </a:solidFill>
              <a:effectLst/>
              <a:latin typeface="Arial Black" panose="020B0A04020102020204" pitchFamily="34" charset="0"/>
            </a:endParaRPr>
          </a:p>
        </p:txBody>
      </p:sp>
    </p:spTree>
    <p:extLst>
      <p:ext uri="{BB962C8B-B14F-4D97-AF65-F5344CB8AC3E}">
        <p14:creationId xmlns:p14="http://schemas.microsoft.com/office/powerpoint/2010/main" val="2410517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BC125-69ED-3748-66EC-4D86109F15A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0E7B730-00A5-C18E-6503-87209BAD1F9F}"/>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5" name="TextBox 4">
            <a:extLst>
              <a:ext uri="{FF2B5EF4-FFF2-40B4-BE49-F238E27FC236}">
                <a16:creationId xmlns:a16="http://schemas.microsoft.com/office/drawing/2014/main" id="{D88E0807-BBBB-2045-D453-8EF7BE6178EC}"/>
              </a:ext>
            </a:extLst>
          </p:cNvPr>
          <p:cNvSpPr txBox="1"/>
          <p:nvPr/>
        </p:nvSpPr>
        <p:spPr>
          <a:xfrm>
            <a:off x="629264" y="790695"/>
            <a:ext cx="10933471" cy="5909310"/>
          </a:xfrm>
          <a:prstGeom prst="rect">
            <a:avLst/>
          </a:prstGeom>
          <a:noFill/>
        </p:spPr>
        <p:txBody>
          <a:bodyPr wrap="square">
            <a:spAutoFit/>
          </a:bodyPr>
          <a:lstStyle/>
          <a:p>
            <a:r>
              <a:rPr lang="en-US" dirty="0"/>
              <a:t>from </a:t>
            </a:r>
            <a:r>
              <a:rPr lang="en-US" dirty="0" err="1"/>
              <a:t>sklearn.preprocessing</a:t>
            </a:r>
            <a:r>
              <a:rPr lang="en-US" dirty="0"/>
              <a:t> import </a:t>
            </a:r>
            <a:r>
              <a:rPr lang="en-US" dirty="0" err="1"/>
              <a:t>StandardScaler</a:t>
            </a:r>
            <a:r>
              <a:rPr lang="en-US" dirty="0"/>
              <a:t>, </a:t>
            </a:r>
            <a:r>
              <a:rPr lang="en-US" dirty="0" err="1"/>
              <a:t>OneHotEncoder</a:t>
            </a:r>
            <a:endParaRPr lang="en-US" dirty="0"/>
          </a:p>
          <a:p>
            <a:endParaRPr lang="en-US" dirty="0"/>
          </a:p>
          <a:p>
            <a:r>
              <a:rPr lang="en-US" dirty="0">
                <a:solidFill>
                  <a:srgbClr val="FF0000"/>
                </a:solidFill>
              </a:rPr>
              <a:t># Creating a manual dataset</a:t>
            </a:r>
          </a:p>
          <a:p>
            <a:r>
              <a:rPr lang="en-US" dirty="0"/>
              <a:t>data = </a:t>
            </a:r>
            <a:r>
              <a:rPr lang="en-US" dirty="0" err="1"/>
              <a:t>pd.DataFrame</a:t>
            </a:r>
            <a:r>
              <a:rPr lang="en-US" dirty="0"/>
              <a:t>({</a:t>
            </a:r>
          </a:p>
          <a:p>
            <a:r>
              <a:rPr lang="en-US" dirty="0"/>
              <a:t>    'category': ['A', 'B', 'A', 'C', 'B'],</a:t>
            </a:r>
          </a:p>
          <a:p>
            <a:r>
              <a:rPr lang="en-US" dirty="0"/>
              <a:t>    '</a:t>
            </a:r>
            <a:r>
              <a:rPr lang="en-US" dirty="0" err="1"/>
              <a:t>numeric_column</a:t>
            </a:r>
            <a:r>
              <a:rPr lang="en-US" dirty="0"/>
              <a:t>': [10, 15, 10, 20, 15]</a:t>
            </a:r>
          </a:p>
          <a:p>
            <a:r>
              <a:rPr lang="en-US" dirty="0"/>
              <a:t>	})</a:t>
            </a:r>
          </a:p>
          <a:p>
            <a:endParaRPr lang="en-US" dirty="0"/>
          </a:p>
          <a:p>
            <a:r>
              <a:rPr lang="en-US" dirty="0">
                <a:solidFill>
                  <a:srgbClr val="FF0000"/>
                </a:solidFill>
              </a:rPr>
              <a:t># Scaling numeric data</a:t>
            </a:r>
          </a:p>
          <a:p>
            <a:r>
              <a:rPr lang="en-US" dirty="0"/>
              <a:t>scaler = </a:t>
            </a:r>
            <a:r>
              <a:rPr lang="en-US" dirty="0" err="1"/>
              <a:t>StandardScaler</a:t>
            </a:r>
            <a:r>
              <a:rPr lang="en-US" dirty="0"/>
              <a:t>()</a:t>
            </a:r>
          </a:p>
          <a:p>
            <a:r>
              <a:rPr lang="en-US" dirty="0"/>
              <a:t>data['</a:t>
            </a:r>
            <a:r>
              <a:rPr lang="en-US" dirty="0" err="1"/>
              <a:t>scaled_numeric_column</a:t>
            </a:r>
            <a:r>
              <a:rPr lang="en-US" dirty="0"/>
              <a:t>'] = </a:t>
            </a:r>
            <a:r>
              <a:rPr lang="en-US" dirty="0" err="1"/>
              <a:t>scaler.fit_transform</a:t>
            </a:r>
            <a:r>
              <a:rPr lang="en-US" dirty="0"/>
              <a:t>(data[['</a:t>
            </a:r>
            <a:r>
              <a:rPr lang="en-US" dirty="0" err="1"/>
              <a:t>numeric_column</a:t>
            </a:r>
            <a:r>
              <a:rPr lang="en-US" dirty="0"/>
              <a:t>']])</a:t>
            </a:r>
          </a:p>
          <a:p>
            <a:endParaRPr lang="en-US" dirty="0"/>
          </a:p>
          <a:p>
            <a:r>
              <a:rPr lang="en-US" dirty="0">
                <a:solidFill>
                  <a:srgbClr val="FF0000"/>
                </a:solidFill>
              </a:rPr>
              <a:t># Encoding categorical variables using one-hot encoding</a:t>
            </a:r>
          </a:p>
          <a:p>
            <a:r>
              <a:rPr lang="en-US" dirty="0"/>
              <a:t>encoder = </a:t>
            </a:r>
            <a:r>
              <a:rPr lang="en-US" dirty="0" err="1"/>
              <a:t>OneHotEncoder</a:t>
            </a:r>
            <a:r>
              <a:rPr lang="en-US" dirty="0"/>
              <a:t>(</a:t>
            </a:r>
            <a:r>
              <a:rPr lang="en-US" dirty="0" err="1"/>
              <a:t>sparse_output</a:t>
            </a:r>
            <a:r>
              <a:rPr lang="en-US" dirty="0"/>
              <a:t>=False)</a:t>
            </a:r>
          </a:p>
          <a:p>
            <a:r>
              <a:rPr lang="en-US" dirty="0" err="1"/>
              <a:t>encoded_data</a:t>
            </a:r>
            <a:r>
              <a:rPr lang="en-US" dirty="0"/>
              <a:t> = </a:t>
            </a:r>
            <a:r>
              <a:rPr lang="en-US" dirty="0" err="1"/>
              <a:t>pd.DataFrame</a:t>
            </a:r>
            <a:r>
              <a:rPr lang="en-US" dirty="0"/>
              <a:t>(</a:t>
            </a:r>
            <a:r>
              <a:rPr lang="en-US" dirty="0" err="1"/>
              <a:t>encoder.fit_transform</a:t>
            </a:r>
            <a:r>
              <a:rPr lang="en-US" dirty="0"/>
              <a:t>(data[['category']]),</a:t>
            </a:r>
          </a:p>
          <a:p>
            <a:r>
              <a:rPr lang="en-US" dirty="0"/>
              <a:t>                            columns=</a:t>
            </a:r>
            <a:r>
              <a:rPr lang="en-US" dirty="0" err="1"/>
              <a:t>encoder.get_feature_names_out</a:t>
            </a:r>
            <a:r>
              <a:rPr lang="en-US" dirty="0"/>
              <a:t>(['category']))</a:t>
            </a:r>
          </a:p>
          <a:p>
            <a:endParaRPr lang="en-US" dirty="0"/>
          </a:p>
          <a:p>
            <a:r>
              <a:rPr lang="en-US" dirty="0">
                <a:solidFill>
                  <a:srgbClr val="FF0000"/>
                </a:solidFill>
              </a:rPr>
              <a:t># Concatenating the encoded data with the original dataset</a:t>
            </a:r>
          </a:p>
          <a:p>
            <a:r>
              <a:rPr lang="en-US" dirty="0"/>
              <a:t>data = </a:t>
            </a:r>
            <a:r>
              <a:rPr lang="en-US" dirty="0" err="1"/>
              <a:t>pd.concat</a:t>
            </a:r>
            <a:r>
              <a:rPr lang="en-US" dirty="0"/>
              <a:t>([data, </a:t>
            </a:r>
            <a:r>
              <a:rPr lang="en-US" dirty="0" err="1"/>
              <a:t>encoded_data</a:t>
            </a:r>
            <a:r>
              <a:rPr lang="en-US" dirty="0"/>
              <a:t>], axis=1)</a:t>
            </a:r>
          </a:p>
          <a:p>
            <a:endParaRPr lang="en-US" dirty="0"/>
          </a:p>
          <a:p>
            <a:r>
              <a:rPr lang="en-US" dirty="0"/>
              <a:t>print(data)</a:t>
            </a:r>
          </a:p>
        </p:txBody>
      </p:sp>
    </p:spTree>
    <p:extLst>
      <p:ext uri="{BB962C8B-B14F-4D97-AF65-F5344CB8AC3E}">
        <p14:creationId xmlns:p14="http://schemas.microsoft.com/office/powerpoint/2010/main" val="1365093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626D4-8B8F-660A-B59A-A745A7B336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8464364-E1F2-BD99-D488-C5D089074558}"/>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3" name="TextBox 2">
            <a:extLst>
              <a:ext uri="{FF2B5EF4-FFF2-40B4-BE49-F238E27FC236}">
                <a16:creationId xmlns:a16="http://schemas.microsoft.com/office/drawing/2014/main" id="{9587ECC1-8962-F467-FA6F-CDFDC1BE2D2A}"/>
              </a:ext>
            </a:extLst>
          </p:cNvPr>
          <p:cNvSpPr txBox="1"/>
          <p:nvPr/>
        </p:nvSpPr>
        <p:spPr>
          <a:xfrm>
            <a:off x="4011560" y="1005037"/>
            <a:ext cx="4237703" cy="400110"/>
          </a:xfrm>
          <a:prstGeom prst="rect">
            <a:avLst/>
          </a:prstGeom>
          <a:noFill/>
        </p:spPr>
        <p:txBody>
          <a:bodyPr wrap="square">
            <a:spAutoFit/>
          </a:bodyPr>
          <a:lstStyle/>
          <a:p>
            <a:pPr algn="l" rtl="0">
              <a:spcBef>
                <a:spcPts val="1800"/>
              </a:spcBef>
              <a:spcAft>
                <a:spcPts val="1800"/>
              </a:spcAft>
              <a:buNone/>
            </a:pPr>
            <a:r>
              <a:rPr lang="en-US" sz="2000" b="1" i="0" dirty="0">
                <a:solidFill>
                  <a:srgbClr val="0070C0"/>
                </a:solidFill>
                <a:effectLst/>
                <a:latin typeface="Arial Black" panose="020B0A04020102020204" pitchFamily="34" charset="0"/>
              </a:rPr>
              <a:t>Tools for Data Preprocessing</a:t>
            </a:r>
          </a:p>
        </p:txBody>
      </p:sp>
      <p:sp>
        <p:nvSpPr>
          <p:cNvPr id="7" name="TextBox 6">
            <a:extLst>
              <a:ext uri="{FF2B5EF4-FFF2-40B4-BE49-F238E27FC236}">
                <a16:creationId xmlns:a16="http://schemas.microsoft.com/office/drawing/2014/main" id="{A75C1479-1FFA-CAC3-5FB1-086FCDE1F03B}"/>
              </a:ext>
            </a:extLst>
          </p:cNvPr>
          <p:cNvSpPr txBox="1"/>
          <p:nvPr/>
        </p:nvSpPr>
        <p:spPr>
          <a:xfrm>
            <a:off x="668592" y="1557835"/>
            <a:ext cx="10923638" cy="2172390"/>
          </a:xfrm>
          <a:prstGeom prst="rect">
            <a:avLst/>
          </a:prstGeom>
          <a:noFill/>
        </p:spPr>
        <p:txBody>
          <a:bodyPr wrap="square">
            <a:spAutoFit/>
          </a:bodyPr>
          <a:lstStyle/>
          <a:p>
            <a:pPr algn="just" rtl="0">
              <a:spcAft>
                <a:spcPts val="1050"/>
              </a:spcAft>
              <a:buNone/>
            </a:pPr>
            <a:r>
              <a:rPr lang="en-US" b="0" i="0" u="none" strike="noStrike" dirty="0">
                <a:solidFill>
                  <a:srgbClr val="05192D"/>
                </a:solidFill>
                <a:effectLst/>
                <a:latin typeface="Arial Black" panose="020B0A04020102020204" pitchFamily="34" charset="0"/>
              </a:rPr>
              <a:t>There are quite a few specialized libraries for data preprocessing in Python. Here are 3 of the most popular: </a:t>
            </a:r>
            <a:endParaRPr lang="en-US" b="0" i="0" dirty="0">
              <a:solidFill>
                <a:srgbClr val="05192D"/>
              </a:solidFill>
              <a:effectLst/>
              <a:latin typeface="Arial Black" panose="020B0A04020102020204" pitchFamily="34" charset="0"/>
            </a:endParaRPr>
          </a:p>
          <a:p>
            <a:pPr marL="285750" indent="-285750" algn="just">
              <a:spcAft>
                <a:spcPts val="900"/>
              </a:spcAft>
              <a:buFont typeface="Arial" panose="020B0604020202020204" pitchFamily="34" charset="0"/>
              <a:buChar char="•"/>
            </a:pPr>
            <a:r>
              <a:rPr lang="en-US" b="1" i="0" u="none" strike="noStrike" dirty="0">
                <a:solidFill>
                  <a:srgbClr val="FF0000"/>
                </a:solidFill>
                <a:effectLst/>
                <a:latin typeface="Arial Black" panose="020B0A04020102020204" pitchFamily="34" charset="0"/>
              </a:rPr>
              <a:t>Pandas:</a:t>
            </a:r>
            <a:r>
              <a:rPr lang="en-US" b="1" i="0" u="none" strike="noStrike" dirty="0">
                <a:solidFill>
                  <a:srgbClr val="05192D"/>
                </a:solidFill>
                <a:effectLst/>
                <a:latin typeface="Arial Black" panose="020B0A04020102020204" pitchFamily="34" charset="0"/>
              </a:rPr>
              <a:t> </a:t>
            </a:r>
            <a:r>
              <a:rPr lang="en-US" b="0" i="0" u="none" strike="noStrike" dirty="0">
                <a:solidFill>
                  <a:srgbClr val="05192D"/>
                </a:solidFill>
                <a:effectLst/>
                <a:latin typeface="Arial Black" panose="020B0A04020102020204" pitchFamily="34" charset="0"/>
              </a:rPr>
              <a:t>Python's most commonly used library fo</a:t>
            </a:r>
            <a:r>
              <a:rPr lang="en-US" b="0" i="0" dirty="0">
                <a:solidFill>
                  <a:srgbClr val="05192D"/>
                </a:solidFill>
                <a:effectLst/>
                <a:latin typeface="Arial Black" panose="020B0A04020102020204" pitchFamily="34" charset="0"/>
              </a:rPr>
              <a:t>r </a:t>
            </a:r>
            <a:r>
              <a:rPr lang="en-US" b="1" i="0" u="none" strike="noStrike" dirty="0">
                <a:solidFill>
                  <a:srgbClr val="0075AD"/>
                </a:solidFill>
                <a:effectLst/>
                <a:latin typeface="Arial Black" panose="020B0A04020102020204" pitchFamily="34" charset="0"/>
                <a:hlinkClick r:id="rId3"/>
              </a:rPr>
              <a:t>data manipulation and cleaning</a:t>
            </a:r>
            <a:r>
              <a:rPr lang="en-US" b="0" i="0" dirty="0">
                <a:solidFill>
                  <a:srgbClr val="05192D"/>
                </a:solidFill>
                <a:effectLst/>
                <a:latin typeface="Arial Black" panose="020B0A04020102020204" pitchFamily="34" charset="0"/>
              </a:rPr>
              <a:t>. It provides flexible data structures, primarily </a:t>
            </a:r>
            <a:r>
              <a:rPr lang="en-US" b="0" i="0" dirty="0" err="1">
                <a:solidFill>
                  <a:srgbClr val="05192D"/>
                </a:solidFill>
                <a:effectLst/>
                <a:latin typeface="Arial Black" panose="020B0A04020102020204" pitchFamily="34" charset="0"/>
              </a:rPr>
              <a:t>DataFrame</a:t>
            </a:r>
            <a:r>
              <a:rPr lang="en-US" b="0" i="0" dirty="0">
                <a:solidFill>
                  <a:srgbClr val="05192D"/>
                </a:solidFill>
                <a:effectLst/>
                <a:latin typeface="Arial Black" panose="020B0A04020102020204" pitchFamily="34" charset="0"/>
              </a:rPr>
              <a:t> and Series, which enable you to handle and manipulate structured data efficiently. Pandas supports operations like handling missing data, merging datasets, filtering data, and reshaping.</a:t>
            </a:r>
          </a:p>
        </p:txBody>
      </p:sp>
      <p:sp>
        <p:nvSpPr>
          <p:cNvPr id="9" name="TextBox 8">
            <a:extLst>
              <a:ext uri="{FF2B5EF4-FFF2-40B4-BE49-F238E27FC236}">
                <a16:creationId xmlns:a16="http://schemas.microsoft.com/office/drawing/2014/main" id="{09C7DF32-82FB-B367-871E-610D1057C0C9}"/>
              </a:ext>
            </a:extLst>
          </p:cNvPr>
          <p:cNvSpPr txBox="1"/>
          <p:nvPr/>
        </p:nvSpPr>
        <p:spPr>
          <a:xfrm>
            <a:off x="766916" y="3882913"/>
            <a:ext cx="10736826" cy="1200329"/>
          </a:xfrm>
          <a:prstGeom prst="rect">
            <a:avLst/>
          </a:prstGeom>
          <a:noFill/>
        </p:spPr>
        <p:txBody>
          <a:bodyPr wrap="square">
            <a:spAutoFit/>
          </a:bodyPr>
          <a:lstStyle/>
          <a:p>
            <a:pPr marL="285750" indent="-285750" algn="just">
              <a:buFont typeface="Arial" panose="020B0604020202020204" pitchFamily="34" charset="0"/>
              <a:buChar char="•"/>
            </a:pPr>
            <a:r>
              <a:rPr lang="en-US" b="1" i="0" u="none" strike="noStrike" dirty="0">
                <a:solidFill>
                  <a:srgbClr val="FF0000"/>
                </a:solidFill>
                <a:effectLst/>
                <a:latin typeface="Arial Black" panose="020B0A04020102020204" pitchFamily="34" charset="0"/>
              </a:rPr>
              <a:t>NumPy:</a:t>
            </a:r>
            <a:r>
              <a:rPr lang="en-US" b="0" i="0" u="none" strike="noStrike" dirty="0">
                <a:solidFill>
                  <a:srgbClr val="FF0000"/>
                </a:solidFill>
                <a:effectLst/>
                <a:latin typeface="Arial Black" panose="020B0A04020102020204" pitchFamily="34" charset="0"/>
              </a:rPr>
              <a:t> </a:t>
            </a:r>
            <a:r>
              <a:rPr lang="en-US" b="0" i="0" u="none" strike="noStrike" dirty="0">
                <a:solidFill>
                  <a:srgbClr val="05192D"/>
                </a:solidFill>
                <a:effectLst/>
                <a:latin typeface="Arial Black" panose="020B0A04020102020204" pitchFamily="34" charset="0"/>
              </a:rPr>
              <a:t>A fundamental library for numerical computations. It support</a:t>
            </a:r>
            <a:r>
              <a:rPr lang="en-US" b="0" i="0" dirty="0">
                <a:solidFill>
                  <a:srgbClr val="05192D"/>
                </a:solidFill>
                <a:effectLst/>
                <a:latin typeface="Arial Black" panose="020B0A04020102020204" pitchFamily="34" charset="0"/>
              </a:rPr>
              <a:t>s large, multi-dimensional arrays and matrices and mathematical functions to operate on these arrays. </a:t>
            </a:r>
            <a:r>
              <a:rPr lang="en-US" b="1" i="0" u="none" strike="noStrike" dirty="0">
                <a:solidFill>
                  <a:srgbClr val="0075AD"/>
                </a:solidFill>
                <a:effectLst/>
                <a:latin typeface="Arial Black" panose="020B0A04020102020204" pitchFamily="34" charset="0"/>
                <a:hlinkClick r:id="rId4"/>
              </a:rPr>
              <a:t>NumPy</a:t>
            </a:r>
            <a:r>
              <a:rPr lang="en-US" b="0" i="0" dirty="0">
                <a:solidFill>
                  <a:srgbClr val="05192D"/>
                </a:solidFill>
                <a:effectLst/>
                <a:latin typeface="Arial Black" panose="020B0A04020102020204" pitchFamily="34" charset="0"/>
              </a:rPr>
              <a:t> is often the foundation for many higher-level data processing libraries, such as Pandas</a:t>
            </a:r>
            <a:endParaRPr lang="en-US" dirty="0">
              <a:latin typeface="Arial Black" panose="020B0A04020102020204" pitchFamily="34" charset="0"/>
            </a:endParaRPr>
          </a:p>
        </p:txBody>
      </p:sp>
      <p:sp>
        <p:nvSpPr>
          <p:cNvPr id="11" name="TextBox 10">
            <a:extLst>
              <a:ext uri="{FF2B5EF4-FFF2-40B4-BE49-F238E27FC236}">
                <a16:creationId xmlns:a16="http://schemas.microsoft.com/office/drawing/2014/main" id="{8145869F-EF5E-E202-044E-6D8E6865C7C2}"/>
              </a:ext>
            </a:extLst>
          </p:cNvPr>
          <p:cNvSpPr txBox="1"/>
          <p:nvPr/>
        </p:nvSpPr>
        <p:spPr>
          <a:xfrm>
            <a:off x="766916" y="5220065"/>
            <a:ext cx="10648336" cy="1200329"/>
          </a:xfrm>
          <a:prstGeom prst="rect">
            <a:avLst/>
          </a:prstGeom>
          <a:noFill/>
        </p:spPr>
        <p:txBody>
          <a:bodyPr wrap="square">
            <a:spAutoFit/>
          </a:bodyPr>
          <a:lstStyle/>
          <a:p>
            <a:pPr marL="285750" indent="-285750" algn="just">
              <a:spcAft>
                <a:spcPts val="900"/>
              </a:spcAft>
              <a:buFont typeface="Arial" panose="020B0604020202020204" pitchFamily="34" charset="0"/>
              <a:buChar char="•"/>
            </a:pPr>
            <a:r>
              <a:rPr lang="en-US" b="1" i="0" u="none" strike="noStrike" dirty="0">
                <a:solidFill>
                  <a:srgbClr val="FF0000"/>
                </a:solidFill>
                <a:effectLst/>
                <a:latin typeface="Arial Black" panose="020B0A04020102020204" pitchFamily="34" charset="0"/>
              </a:rPr>
              <a:t>Scikit-learn:</a:t>
            </a:r>
            <a:r>
              <a:rPr lang="en-US" b="0" i="0" u="none" strike="noStrike" dirty="0">
                <a:solidFill>
                  <a:srgbClr val="FF0000"/>
                </a:solidFill>
                <a:effectLst/>
                <a:latin typeface="Arial Black" panose="020B0A04020102020204" pitchFamily="34" charset="0"/>
              </a:rPr>
              <a:t> </a:t>
            </a:r>
            <a:r>
              <a:rPr lang="en-US" b="0" i="0" u="none" strike="noStrike" dirty="0">
                <a:solidFill>
                  <a:srgbClr val="05192D"/>
                </a:solidFill>
                <a:effectLst/>
                <a:latin typeface="Arial Black" panose="020B0A04020102020204" pitchFamily="34" charset="0"/>
              </a:rPr>
              <a:t>Widely used for machine learning tasks but also offers numerous preprocessing utilities, such as scaling, encoding, and data transformation. Its preprocessing module contains tools for handling categorical data, scaling numerical data, feature extraction, and more.</a:t>
            </a:r>
            <a:endParaRPr lang="en-US" b="0" i="0" dirty="0">
              <a:solidFill>
                <a:srgbClr val="05192D"/>
              </a:solidFill>
              <a:effectLst/>
              <a:latin typeface="Arial Black" panose="020B0A04020102020204" pitchFamily="34" charset="0"/>
            </a:endParaRPr>
          </a:p>
        </p:txBody>
      </p:sp>
    </p:spTree>
    <p:extLst>
      <p:ext uri="{BB962C8B-B14F-4D97-AF65-F5344CB8AC3E}">
        <p14:creationId xmlns:p14="http://schemas.microsoft.com/office/powerpoint/2010/main" val="1280207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249CC-605D-BD9A-A218-67C5818FCAD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8A27327-E755-5C30-4447-4B533CFD65A5}"/>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5" name="TextBox 4">
            <a:extLst>
              <a:ext uri="{FF2B5EF4-FFF2-40B4-BE49-F238E27FC236}">
                <a16:creationId xmlns:a16="http://schemas.microsoft.com/office/drawing/2014/main" id="{41F37C59-F2EB-F8C0-ECA8-D6211DD7356A}"/>
              </a:ext>
            </a:extLst>
          </p:cNvPr>
          <p:cNvSpPr txBox="1"/>
          <p:nvPr/>
        </p:nvSpPr>
        <p:spPr>
          <a:xfrm>
            <a:off x="3436758" y="896883"/>
            <a:ext cx="5869859" cy="400110"/>
          </a:xfrm>
          <a:prstGeom prst="rect">
            <a:avLst/>
          </a:prstGeom>
          <a:noFill/>
        </p:spPr>
        <p:txBody>
          <a:bodyPr wrap="square">
            <a:spAutoFit/>
          </a:bodyPr>
          <a:lstStyle/>
          <a:p>
            <a:pPr algn="l" rtl="0">
              <a:spcBef>
                <a:spcPts val="1800"/>
              </a:spcBef>
              <a:spcAft>
                <a:spcPts val="1800"/>
              </a:spcAft>
              <a:buNone/>
            </a:pPr>
            <a:r>
              <a:rPr lang="en-US" sz="2000" b="1" i="0" dirty="0">
                <a:solidFill>
                  <a:srgbClr val="0070C0"/>
                </a:solidFill>
                <a:effectLst/>
                <a:latin typeface="Arial Black" panose="020B0A04020102020204" pitchFamily="34" charset="0"/>
              </a:rPr>
              <a:t>Best Practices for Data Preprocessing</a:t>
            </a:r>
          </a:p>
        </p:txBody>
      </p:sp>
      <p:sp>
        <p:nvSpPr>
          <p:cNvPr id="8" name="TextBox 7">
            <a:extLst>
              <a:ext uri="{FF2B5EF4-FFF2-40B4-BE49-F238E27FC236}">
                <a16:creationId xmlns:a16="http://schemas.microsoft.com/office/drawing/2014/main" id="{374E40BF-1465-5FD8-E8EA-242AA2CA2DED}"/>
              </a:ext>
            </a:extLst>
          </p:cNvPr>
          <p:cNvSpPr txBox="1"/>
          <p:nvPr/>
        </p:nvSpPr>
        <p:spPr>
          <a:xfrm>
            <a:off x="835741" y="1541197"/>
            <a:ext cx="10461523" cy="3226524"/>
          </a:xfrm>
          <a:prstGeom prst="rect">
            <a:avLst/>
          </a:prstGeom>
          <a:noFill/>
        </p:spPr>
        <p:txBody>
          <a:bodyPr wrap="square">
            <a:spAutoFit/>
          </a:bodyPr>
          <a:lstStyle/>
          <a:p>
            <a:pPr algn="just" rtl="0">
              <a:spcBef>
                <a:spcPts val="1200"/>
              </a:spcBef>
              <a:spcAft>
                <a:spcPts val="1200"/>
              </a:spcAft>
              <a:buNone/>
            </a:pPr>
            <a:r>
              <a:rPr lang="en-US" b="1" i="0" dirty="0">
                <a:solidFill>
                  <a:srgbClr val="FF0000"/>
                </a:solidFill>
                <a:effectLst/>
                <a:latin typeface="Arial Black" panose="020B0A04020102020204" pitchFamily="34" charset="0"/>
              </a:rPr>
              <a:t>Understand the data</a:t>
            </a:r>
          </a:p>
          <a:p>
            <a:pPr algn="just" rtl="0">
              <a:spcAft>
                <a:spcPts val="1050"/>
              </a:spcAft>
              <a:buNone/>
            </a:pPr>
            <a:r>
              <a:rPr lang="en-US" b="0" i="0" dirty="0">
                <a:solidFill>
                  <a:srgbClr val="05192D"/>
                </a:solidFill>
                <a:effectLst/>
                <a:latin typeface="Arial Black" panose="020B0A04020102020204" pitchFamily="34" charset="0"/>
              </a:rPr>
              <a:t>Before you dive into preprocessing, it’s important to understand the dataset thoroughly. Conduct </a:t>
            </a:r>
            <a:r>
              <a:rPr lang="en-US" b="1" i="0" u="none" strike="noStrike" dirty="0">
                <a:solidFill>
                  <a:srgbClr val="0075AD"/>
                </a:solidFill>
                <a:effectLst/>
                <a:latin typeface="Arial Black" panose="020B0A04020102020204" pitchFamily="34" charset="0"/>
                <a:hlinkClick r:id="rId3"/>
              </a:rPr>
              <a:t>exploratory data analysis</a:t>
            </a:r>
            <a:r>
              <a:rPr lang="en-US" b="0" i="0" dirty="0">
                <a:solidFill>
                  <a:srgbClr val="05192D"/>
                </a:solidFill>
                <a:effectLst/>
                <a:latin typeface="Arial Black" panose="020B0A04020102020204" pitchFamily="34" charset="0"/>
              </a:rPr>
              <a:t> to identify the structure of the data at hand. What you want to understand specifically are: </a:t>
            </a:r>
          </a:p>
          <a:p>
            <a:pPr marL="285750" indent="-285750" algn="just">
              <a:spcAft>
                <a:spcPts val="900"/>
              </a:spcAft>
              <a:buFont typeface="Arial" panose="020B0604020202020204" pitchFamily="34" charset="0"/>
              <a:buChar char="•"/>
            </a:pPr>
            <a:r>
              <a:rPr lang="en-US" b="0" i="0" u="none" strike="noStrike" dirty="0">
                <a:solidFill>
                  <a:srgbClr val="05192D"/>
                </a:solidFill>
                <a:effectLst/>
                <a:latin typeface="Arial Black" panose="020B0A04020102020204" pitchFamily="34" charset="0"/>
              </a:rPr>
              <a:t>Key features </a:t>
            </a:r>
            <a:endParaRPr lang="en-US" b="0" i="0" dirty="0">
              <a:solidFill>
                <a:srgbClr val="05192D"/>
              </a:solidFill>
              <a:effectLst/>
              <a:latin typeface="Arial Black" panose="020B0A04020102020204" pitchFamily="34" charset="0"/>
            </a:endParaRPr>
          </a:p>
          <a:p>
            <a:pPr marL="285750" indent="-285750" algn="just">
              <a:spcAft>
                <a:spcPts val="900"/>
              </a:spcAft>
              <a:buFont typeface="Arial" panose="020B0604020202020204" pitchFamily="34" charset="0"/>
              <a:buChar char="•"/>
            </a:pPr>
            <a:r>
              <a:rPr lang="en-US" b="0" i="0" u="none" strike="noStrike" dirty="0">
                <a:solidFill>
                  <a:srgbClr val="05192D"/>
                </a:solidFill>
                <a:effectLst/>
                <a:latin typeface="Arial Black" panose="020B0A04020102020204" pitchFamily="34" charset="0"/>
              </a:rPr>
              <a:t>Potential anomalies</a:t>
            </a:r>
            <a:endParaRPr lang="en-US" b="0" i="0" dirty="0">
              <a:solidFill>
                <a:srgbClr val="05192D"/>
              </a:solidFill>
              <a:effectLst/>
              <a:latin typeface="Arial Black" panose="020B0A04020102020204" pitchFamily="34" charset="0"/>
            </a:endParaRPr>
          </a:p>
          <a:p>
            <a:pPr marL="285750" indent="-285750" algn="just">
              <a:spcAft>
                <a:spcPts val="900"/>
              </a:spcAft>
              <a:buFont typeface="Arial" panose="020B0604020202020204" pitchFamily="34" charset="0"/>
              <a:buChar char="•"/>
            </a:pPr>
            <a:r>
              <a:rPr lang="en-US" b="0" i="0" u="none" strike="noStrike" dirty="0">
                <a:solidFill>
                  <a:srgbClr val="05192D"/>
                </a:solidFill>
                <a:effectLst/>
                <a:latin typeface="Arial Black" panose="020B0A04020102020204" pitchFamily="34" charset="0"/>
              </a:rPr>
              <a:t>Relationships </a:t>
            </a:r>
            <a:endParaRPr lang="en-US" b="0" i="0" dirty="0">
              <a:solidFill>
                <a:srgbClr val="05192D"/>
              </a:solidFill>
              <a:effectLst/>
              <a:latin typeface="Arial Black" panose="020B0A04020102020204" pitchFamily="34" charset="0"/>
            </a:endParaRPr>
          </a:p>
          <a:p>
            <a:pPr algn="just" rtl="0">
              <a:spcAft>
                <a:spcPts val="1050"/>
              </a:spcAft>
              <a:buNone/>
            </a:pPr>
            <a:r>
              <a:rPr lang="en-US" b="0" i="0" u="none" strike="noStrike" dirty="0">
                <a:solidFill>
                  <a:srgbClr val="05192D"/>
                </a:solidFill>
                <a:effectLst/>
                <a:latin typeface="Arial Black" panose="020B0A04020102020204" pitchFamily="34" charset="0"/>
              </a:rPr>
              <a:t>Without first understanding the dataset’s characteristics, it’s quite likely you may apply incorrect preprocessing methods, which will distort the data. </a:t>
            </a:r>
            <a:endParaRPr lang="en-US" b="0" i="0" dirty="0">
              <a:solidFill>
                <a:srgbClr val="05192D"/>
              </a:solidFill>
              <a:effectLst/>
              <a:latin typeface="Arial Black" panose="020B0A04020102020204" pitchFamily="34" charset="0"/>
            </a:endParaRPr>
          </a:p>
        </p:txBody>
      </p:sp>
    </p:spTree>
    <p:extLst>
      <p:ext uri="{BB962C8B-B14F-4D97-AF65-F5344CB8AC3E}">
        <p14:creationId xmlns:p14="http://schemas.microsoft.com/office/powerpoint/2010/main" val="3673638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68F0F-103A-7C89-F8DA-3F63400F5D2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DA146DB-C2AE-E189-FF55-EE93CB9E60DC}"/>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5" name="TextBox 4">
            <a:extLst>
              <a:ext uri="{FF2B5EF4-FFF2-40B4-BE49-F238E27FC236}">
                <a16:creationId xmlns:a16="http://schemas.microsoft.com/office/drawing/2014/main" id="{FA937F19-1EA6-6A79-989A-BF656C8267F3}"/>
              </a:ext>
            </a:extLst>
          </p:cNvPr>
          <p:cNvSpPr txBox="1"/>
          <p:nvPr/>
        </p:nvSpPr>
        <p:spPr>
          <a:xfrm>
            <a:off x="3436758" y="896883"/>
            <a:ext cx="5869859" cy="400110"/>
          </a:xfrm>
          <a:prstGeom prst="rect">
            <a:avLst/>
          </a:prstGeom>
          <a:noFill/>
        </p:spPr>
        <p:txBody>
          <a:bodyPr wrap="square">
            <a:spAutoFit/>
          </a:bodyPr>
          <a:lstStyle/>
          <a:p>
            <a:pPr algn="l" rtl="0">
              <a:spcBef>
                <a:spcPts val="1800"/>
              </a:spcBef>
              <a:spcAft>
                <a:spcPts val="1800"/>
              </a:spcAft>
              <a:buNone/>
            </a:pPr>
            <a:r>
              <a:rPr lang="en-US" sz="2000" b="1" i="0" dirty="0">
                <a:solidFill>
                  <a:srgbClr val="0070C0"/>
                </a:solidFill>
                <a:effectLst/>
                <a:latin typeface="Arial Black" panose="020B0A04020102020204" pitchFamily="34" charset="0"/>
              </a:rPr>
              <a:t>Best Practices for Data Preprocessing</a:t>
            </a:r>
          </a:p>
        </p:txBody>
      </p:sp>
      <p:sp>
        <p:nvSpPr>
          <p:cNvPr id="3" name="TextBox 2">
            <a:extLst>
              <a:ext uri="{FF2B5EF4-FFF2-40B4-BE49-F238E27FC236}">
                <a16:creationId xmlns:a16="http://schemas.microsoft.com/office/drawing/2014/main" id="{6723349E-252A-1360-60D1-1721319BCC28}"/>
              </a:ext>
            </a:extLst>
          </p:cNvPr>
          <p:cNvSpPr txBox="1"/>
          <p:nvPr/>
        </p:nvSpPr>
        <p:spPr>
          <a:xfrm>
            <a:off x="1081547" y="1719350"/>
            <a:ext cx="9881419" cy="4113947"/>
          </a:xfrm>
          <a:prstGeom prst="rect">
            <a:avLst/>
          </a:prstGeom>
          <a:noFill/>
        </p:spPr>
        <p:txBody>
          <a:bodyPr wrap="square">
            <a:spAutoFit/>
          </a:bodyPr>
          <a:lstStyle/>
          <a:p>
            <a:pPr algn="just" rtl="0">
              <a:spcBef>
                <a:spcPts val="1200"/>
              </a:spcBef>
              <a:spcAft>
                <a:spcPts val="1200"/>
              </a:spcAft>
              <a:buNone/>
            </a:pPr>
            <a:r>
              <a:rPr lang="en-US" b="1" i="0" dirty="0">
                <a:solidFill>
                  <a:srgbClr val="FF0000"/>
                </a:solidFill>
                <a:effectLst/>
                <a:latin typeface="Arial Black" panose="020B0A04020102020204" pitchFamily="34" charset="0"/>
              </a:rPr>
              <a:t>Automate repetitive steps</a:t>
            </a:r>
          </a:p>
          <a:p>
            <a:pPr algn="just" rtl="0">
              <a:spcAft>
                <a:spcPts val="1050"/>
              </a:spcAft>
              <a:buNone/>
            </a:pPr>
            <a:r>
              <a:rPr lang="en-US" b="0" i="0" u="none" strike="noStrike" dirty="0">
                <a:solidFill>
                  <a:srgbClr val="05192D"/>
                </a:solidFill>
                <a:effectLst/>
                <a:latin typeface="Arial Black" panose="020B0A04020102020204" pitchFamily="34" charset="0"/>
              </a:rPr>
              <a:t>Preprocessing often involves repetitive tasks. Automating these tasks by building pipelines ensures consistency and efficiency and reduces the odds of manual errors. To streamline workflows, leverage pipelines in tools like scikit-learn or cloud-based platforms.</a:t>
            </a:r>
            <a:endParaRPr lang="en-US" b="0" i="0" dirty="0">
              <a:solidFill>
                <a:srgbClr val="05192D"/>
              </a:solidFill>
              <a:effectLst/>
              <a:latin typeface="Arial Black" panose="020B0A04020102020204" pitchFamily="34" charset="0"/>
            </a:endParaRPr>
          </a:p>
          <a:p>
            <a:pPr algn="just" rtl="0">
              <a:spcBef>
                <a:spcPts val="1200"/>
              </a:spcBef>
              <a:spcAft>
                <a:spcPts val="1200"/>
              </a:spcAft>
              <a:buNone/>
            </a:pPr>
            <a:r>
              <a:rPr lang="en-US" b="1" i="0" dirty="0">
                <a:solidFill>
                  <a:srgbClr val="FF0000"/>
                </a:solidFill>
                <a:effectLst/>
                <a:latin typeface="Arial Black" panose="020B0A04020102020204" pitchFamily="34" charset="0"/>
              </a:rPr>
              <a:t>Document preprocessing steps</a:t>
            </a:r>
          </a:p>
          <a:p>
            <a:pPr algn="just" rtl="0">
              <a:spcAft>
                <a:spcPts val="1050"/>
              </a:spcAft>
              <a:buNone/>
            </a:pPr>
            <a:r>
              <a:rPr lang="en-US" b="0" i="0" u="none" strike="noStrike" dirty="0">
                <a:solidFill>
                  <a:srgbClr val="05192D"/>
                </a:solidFill>
                <a:effectLst/>
                <a:latin typeface="Arial Black" panose="020B0A04020102020204" pitchFamily="34" charset="0"/>
              </a:rPr>
              <a:t>Clear documentation helps achieve two objectives: </a:t>
            </a:r>
            <a:endParaRPr lang="en-US" b="0" i="0" dirty="0">
              <a:solidFill>
                <a:srgbClr val="05192D"/>
              </a:solidFill>
              <a:effectLst/>
              <a:latin typeface="Arial Black" panose="020B0A04020102020204" pitchFamily="34" charset="0"/>
            </a:endParaRPr>
          </a:p>
          <a:p>
            <a:pPr marL="285750" indent="-285750" algn="just">
              <a:spcAft>
                <a:spcPts val="900"/>
              </a:spcAft>
              <a:buFont typeface="Arial" panose="020B0604020202020204" pitchFamily="34" charset="0"/>
              <a:buChar char="•"/>
            </a:pPr>
            <a:r>
              <a:rPr lang="en-US" b="0" i="0" u="none" strike="noStrike" dirty="0">
                <a:solidFill>
                  <a:srgbClr val="05192D"/>
                </a:solidFill>
                <a:effectLst/>
                <a:latin typeface="Arial Black" panose="020B0A04020102020204" pitchFamily="34" charset="0"/>
              </a:rPr>
              <a:t>Reproducibility</a:t>
            </a:r>
            <a:endParaRPr lang="en-US" b="0" i="0" dirty="0">
              <a:solidFill>
                <a:srgbClr val="05192D"/>
              </a:solidFill>
              <a:effectLst/>
              <a:latin typeface="Arial Black" panose="020B0A04020102020204" pitchFamily="34" charset="0"/>
            </a:endParaRPr>
          </a:p>
          <a:p>
            <a:pPr marL="285750" indent="-285750" algn="just">
              <a:spcAft>
                <a:spcPts val="900"/>
              </a:spcAft>
              <a:buFont typeface="Arial" panose="020B0604020202020204" pitchFamily="34" charset="0"/>
              <a:buChar char="•"/>
            </a:pPr>
            <a:r>
              <a:rPr lang="en-US" b="0" i="0" u="none" strike="noStrike" dirty="0">
                <a:solidFill>
                  <a:srgbClr val="05192D"/>
                </a:solidFill>
                <a:effectLst/>
                <a:latin typeface="Arial Black" panose="020B0A04020102020204" pitchFamily="34" charset="0"/>
              </a:rPr>
              <a:t>Understanding (for yourself at a later date or for others in your team). </a:t>
            </a:r>
            <a:endParaRPr lang="en-US" b="0" i="0" dirty="0">
              <a:solidFill>
                <a:srgbClr val="05192D"/>
              </a:solidFill>
              <a:effectLst/>
              <a:latin typeface="Arial Black" panose="020B0A04020102020204" pitchFamily="34" charset="0"/>
            </a:endParaRPr>
          </a:p>
          <a:p>
            <a:pPr algn="just" rtl="0">
              <a:spcAft>
                <a:spcPts val="1050"/>
              </a:spcAft>
              <a:buNone/>
            </a:pPr>
            <a:r>
              <a:rPr lang="en-US" b="0" i="0" u="none" strike="noStrike" dirty="0">
                <a:solidFill>
                  <a:srgbClr val="05192D"/>
                </a:solidFill>
                <a:effectLst/>
                <a:latin typeface="Arial Black" panose="020B0A04020102020204" pitchFamily="34" charset="0"/>
              </a:rPr>
              <a:t>Every decision, transformation, or filtering step should be recorded, including its reasoning. </a:t>
            </a:r>
            <a:endParaRPr lang="en-US" b="0" i="0" dirty="0">
              <a:solidFill>
                <a:srgbClr val="05192D"/>
              </a:solidFill>
              <a:effectLst/>
              <a:latin typeface="Arial Black" panose="020B0A04020102020204" pitchFamily="34" charset="0"/>
            </a:endParaRPr>
          </a:p>
        </p:txBody>
      </p:sp>
    </p:spTree>
    <p:extLst>
      <p:ext uri="{BB962C8B-B14F-4D97-AF65-F5344CB8AC3E}">
        <p14:creationId xmlns:p14="http://schemas.microsoft.com/office/powerpoint/2010/main" val="548433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70C65-9FDD-620A-AFCA-092B2A3E803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B9A3760-9B9E-58DD-2F2D-660BD5E925EE}"/>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6" name="TextBox 5">
            <a:extLst>
              <a:ext uri="{FF2B5EF4-FFF2-40B4-BE49-F238E27FC236}">
                <a16:creationId xmlns:a16="http://schemas.microsoft.com/office/drawing/2014/main" id="{607315A0-0ADB-64F4-8539-6866F6C6DAFA}"/>
              </a:ext>
            </a:extLst>
          </p:cNvPr>
          <p:cNvSpPr txBox="1"/>
          <p:nvPr/>
        </p:nvSpPr>
        <p:spPr>
          <a:xfrm>
            <a:off x="806245" y="1594152"/>
            <a:ext cx="10215716" cy="1708160"/>
          </a:xfrm>
          <a:prstGeom prst="rect">
            <a:avLst/>
          </a:prstGeom>
          <a:noFill/>
        </p:spPr>
        <p:txBody>
          <a:bodyPr wrap="square">
            <a:spAutoFit/>
          </a:bodyPr>
          <a:lstStyle/>
          <a:p>
            <a:pPr algn="just" rtl="0">
              <a:spcBef>
                <a:spcPts val="1800"/>
              </a:spcBef>
              <a:spcAft>
                <a:spcPts val="1800"/>
              </a:spcAft>
              <a:buNone/>
            </a:pPr>
            <a:r>
              <a:rPr lang="en-US" b="1" i="0" dirty="0">
                <a:solidFill>
                  <a:srgbClr val="FF0000"/>
                </a:solidFill>
                <a:effectLst/>
                <a:latin typeface="Arial Black" panose="020B0A04020102020204" pitchFamily="34" charset="0"/>
              </a:rPr>
              <a:t>Conclusion</a:t>
            </a:r>
          </a:p>
          <a:p>
            <a:pPr algn="just" rtl="0">
              <a:spcAft>
                <a:spcPts val="1050"/>
              </a:spcAft>
              <a:buNone/>
            </a:pPr>
            <a:r>
              <a:rPr lang="en-US" b="0" i="0" u="none" strike="noStrike" dirty="0">
                <a:solidFill>
                  <a:srgbClr val="05192D"/>
                </a:solidFill>
                <a:effectLst/>
                <a:latin typeface="Arial Black" panose="020B0A04020102020204" pitchFamily="34" charset="0"/>
              </a:rPr>
              <a:t>Data preprocessing plays a critical role in the success of any data project. Proper preprocessing ensures that raw data is transformed into a clean, structured format, which helps models and analyses yield more accurate, meaningful insights. </a:t>
            </a:r>
            <a:endParaRPr lang="en-US" b="0" i="0" dirty="0">
              <a:solidFill>
                <a:srgbClr val="05192D"/>
              </a:solidFill>
              <a:effectLst/>
              <a:latin typeface="Arial Black" panose="020B0A04020102020204" pitchFamily="34" charset="0"/>
            </a:endParaRPr>
          </a:p>
        </p:txBody>
      </p:sp>
      <p:sp>
        <p:nvSpPr>
          <p:cNvPr id="8" name="TextBox 7">
            <a:extLst>
              <a:ext uri="{FF2B5EF4-FFF2-40B4-BE49-F238E27FC236}">
                <a16:creationId xmlns:a16="http://schemas.microsoft.com/office/drawing/2014/main" id="{B3F28EC1-E71D-25B9-0B8F-51B6DC7723F6}"/>
              </a:ext>
            </a:extLst>
          </p:cNvPr>
          <p:cNvSpPr txBox="1"/>
          <p:nvPr/>
        </p:nvSpPr>
        <p:spPr>
          <a:xfrm>
            <a:off x="894735" y="3685004"/>
            <a:ext cx="10127226" cy="1477328"/>
          </a:xfrm>
          <a:prstGeom prst="rect">
            <a:avLst/>
          </a:prstGeom>
          <a:noFill/>
        </p:spPr>
        <p:txBody>
          <a:bodyPr wrap="square">
            <a:spAutoFit/>
          </a:bodyPr>
          <a:lstStyle/>
          <a:p>
            <a:pPr algn="just"/>
            <a:r>
              <a:rPr lang="en-US" b="0" i="0" dirty="0">
                <a:solidFill>
                  <a:srgbClr val="05192D"/>
                </a:solidFill>
                <a:effectLst/>
                <a:latin typeface="Arial Black" panose="020B0A04020102020204" pitchFamily="34" charset="0"/>
              </a:rPr>
              <a:t>I’ve shared various techniques to help implement data preprocessing. Still, the most important thing to note is that this process is not a one-time effort but an iterative process! Continuous refinement leads to improved model performance and better decision-making. </a:t>
            </a:r>
            <a:r>
              <a:rPr lang="en-US" b="0" i="0" dirty="0">
                <a:solidFill>
                  <a:srgbClr val="FF0000"/>
                </a:solidFill>
                <a:effectLst/>
                <a:latin typeface="Arial Black" panose="020B0A04020102020204" pitchFamily="34" charset="0"/>
              </a:rPr>
              <a:t>A well-prepared dataset sets the foundation for any successful data AI initiative.</a:t>
            </a:r>
            <a:endParaRPr lang="en-US" dirty="0">
              <a:solidFill>
                <a:srgbClr val="FF0000"/>
              </a:solidFill>
              <a:latin typeface="Arial Black" panose="020B0A04020102020204" pitchFamily="34" charset="0"/>
            </a:endParaRPr>
          </a:p>
        </p:txBody>
      </p:sp>
    </p:spTree>
    <p:extLst>
      <p:ext uri="{BB962C8B-B14F-4D97-AF65-F5344CB8AC3E}">
        <p14:creationId xmlns:p14="http://schemas.microsoft.com/office/powerpoint/2010/main" val="146497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D0560-F6A0-5D34-5CED-29E7F47D15A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E98116D-60C3-D719-50A3-6CD0C776FD5E}"/>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3" name="TextBox 2">
            <a:extLst>
              <a:ext uri="{FF2B5EF4-FFF2-40B4-BE49-F238E27FC236}">
                <a16:creationId xmlns:a16="http://schemas.microsoft.com/office/drawing/2014/main" id="{E65E2998-CC7D-BDEB-A18A-AB55A59668E8}"/>
              </a:ext>
            </a:extLst>
          </p:cNvPr>
          <p:cNvSpPr txBox="1"/>
          <p:nvPr/>
        </p:nvSpPr>
        <p:spPr>
          <a:xfrm>
            <a:off x="1425678" y="1196596"/>
            <a:ext cx="9763432" cy="2031325"/>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Core Preprocessing Techniques (Titanic Example)</a:t>
            </a:r>
          </a:p>
          <a:p>
            <a:pPr algn="just">
              <a:buNone/>
            </a:pPr>
            <a:endParaRPr lang="en-US" b="1"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Encoding:</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Convert </a:t>
            </a:r>
            <a:r>
              <a:rPr lang="en-US" i="1" dirty="0">
                <a:effectLst/>
                <a:latin typeface="Arial Black" panose="020B0A04020102020204" pitchFamily="34" charset="0"/>
              </a:rPr>
              <a:t>Sex</a:t>
            </a:r>
            <a:r>
              <a:rPr lang="en-US" dirty="0">
                <a:effectLst/>
                <a:latin typeface="Arial Black" panose="020B0A04020102020204" pitchFamily="34" charset="0"/>
              </a:rPr>
              <a:t> (male/female) or </a:t>
            </a:r>
            <a:r>
              <a:rPr lang="en-US" i="1" dirty="0">
                <a:effectLst/>
                <a:latin typeface="Arial Black" panose="020B0A04020102020204" pitchFamily="34" charset="0"/>
              </a:rPr>
              <a:t>Embarked</a:t>
            </a:r>
            <a:r>
              <a:rPr lang="en-US" dirty="0">
                <a:effectLst/>
                <a:latin typeface="Arial Black" panose="020B0A04020102020204" pitchFamily="34" charset="0"/>
              </a:rPr>
              <a:t> (C/Q/S) into numbers using one‑hot or label encoding.</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Scaling:</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Normalize </a:t>
            </a:r>
            <a:r>
              <a:rPr lang="en-US" i="1" dirty="0">
                <a:effectLst/>
                <a:latin typeface="Arial Black" panose="020B0A04020102020204" pitchFamily="34" charset="0"/>
              </a:rPr>
              <a:t>Age</a:t>
            </a:r>
            <a:r>
              <a:rPr lang="en-US" dirty="0">
                <a:effectLst/>
                <a:latin typeface="Arial Black" panose="020B0A04020102020204" pitchFamily="34" charset="0"/>
              </a:rPr>
              <a:t> and </a:t>
            </a:r>
            <a:r>
              <a:rPr lang="en-US" i="1" dirty="0">
                <a:effectLst/>
                <a:latin typeface="Arial Black" panose="020B0A04020102020204" pitchFamily="34" charset="0"/>
              </a:rPr>
              <a:t>Fare</a:t>
            </a:r>
            <a:r>
              <a:rPr lang="en-US" dirty="0">
                <a:effectLst/>
                <a:latin typeface="Arial Black" panose="020B0A04020102020204" pitchFamily="34" charset="0"/>
              </a:rPr>
              <a:t> so they are comparable in magnitude.</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Train/Test Split:</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Divide the dataset (e.g., 80/20) to train the model on one part and test its performance on unseen data.</a:t>
            </a:r>
            <a:endParaRPr lang="en-US" dirty="0">
              <a:latin typeface="Arial Black" panose="020B0A04020102020204" pitchFamily="34" charset="0"/>
            </a:endParaRPr>
          </a:p>
        </p:txBody>
      </p:sp>
      <p:sp>
        <p:nvSpPr>
          <p:cNvPr id="7" name="TextBox 6">
            <a:extLst>
              <a:ext uri="{FF2B5EF4-FFF2-40B4-BE49-F238E27FC236}">
                <a16:creationId xmlns:a16="http://schemas.microsoft.com/office/drawing/2014/main" id="{D0E056F2-232A-8B64-124A-F4EE2A9A278A}"/>
              </a:ext>
            </a:extLst>
          </p:cNvPr>
          <p:cNvSpPr txBox="1"/>
          <p:nvPr/>
        </p:nvSpPr>
        <p:spPr>
          <a:xfrm>
            <a:off x="1425678" y="3630080"/>
            <a:ext cx="7398389" cy="1754326"/>
          </a:xfrm>
          <a:prstGeom prst="rect">
            <a:avLst/>
          </a:prstGeom>
          <a:noFill/>
        </p:spPr>
        <p:txBody>
          <a:bodyPr wrap="square">
            <a:spAutoFit/>
          </a:bodyPr>
          <a:lstStyle/>
          <a:p>
            <a:pPr marL="342900" indent="-342900">
              <a:buAutoNum type="arabicPeriod"/>
            </a:pPr>
            <a:r>
              <a:rPr lang="en-US" b="1" dirty="0">
                <a:solidFill>
                  <a:srgbClr val="FF0000"/>
                </a:solidFill>
                <a:latin typeface="Arial Black" panose="020B0A04020102020204" pitchFamily="34" charset="0"/>
              </a:rPr>
              <a:t>Handle Missing Values. </a:t>
            </a:r>
            <a:r>
              <a:rPr lang="en-US" dirty="0">
                <a:solidFill>
                  <a:srgbClr val="FF0000"/>
                </a:solidFill>
                <a:latin typeface="Arial Black" panose="020B0A04020102020204" pitchFamily="34" charset="0"/>
              </a:rPr>
              <a:t>Start Here</a:t>
            </a:r>
          </a:p>
          <a:p>
            <a:endParaRPr lang="en-US" dirty="0">
              <a:solidFill>
                <a:srgbClr val="FF0000"/>
              </a:solidFill>
              <a:latin typeface="Arial Black" panose="020B0A04020102020204" pitchFamily="34" charset="0"/>
            </a:endParaRPr>
          </a:p>
          <a:p>
            <a:pPr>
              <a:buNone/>
            </a:pPr>
            <a:r>
              <a:rPr lang="en-US" dirty="0">
                <a:effectLst/>
                <a:latin typeface="Arial Black" panose="020B0A04020102020204" pitchFamily="34" charset="0"/>
              </a:rPr>
              <a:t>    Fill or drop missing entries to ensure consistency.</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Use median imputation for </a:t>
            </a:r>
            <a:r>
              <a:rPr lang="en-US" b="1" dirty="0">
                <a:effectLst/>
                <a:latin typeface="Arial Black" panose="020B0A04020102020204" pitchFamily="34" charset="0"/>
              </a:rPr>
              <a:t>Age</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Drop or mark missing </a:t>
            </a:r>
            <a:r>
              <a:rPr lang="en-US" b="1" dirty="0">
                <a:effectLst/>
                <a:latin typeface="Arial Black" panose="020B0A04020102020204" pitchFamily="34" charset="0"/>
              </a:rPr>
              <a:t>Cabin</a:t>
            </a:r>
            <a:r>
              <a:rPr lang="en-US" dirty="0">
                <a:effectLst/>
                <a:latin typeface="Arial Black" panose="020B0A04020102020204" pitchFamily="34" charset="0"/>
              </a:rPr>
              <a:t> values</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Fill </a:t>
            </a:r>
            <a:r>
              <a:rPr lang="en-US" b="1" dirty="0">
                <a:effectLst/>
                <a:latin typeface="Arial Black" panose="020B0A04020102020204" pitchFamily="34" charset="0"/>
              </a:rPr>
              <a:t>Embarked</a:t>
            </a:r>
            <a:r>
              <a:rPr lang="en-US" dirty="0">
                <a:effectLst/>
                <a:latin typeface="Arial Black" panose="020B0A04020102020204" pitchFamily="34" charset="0"/>
              </a:rPr>
              <a:t> with most common port</a:t>
            </a:r>
            <a:endParaRPr lang="en-US" dirty="0">
              <a:latin typeface="Arial Black" panose="020B0A04020102020204" pitchFamily="34" charset="0"/>
            </a:endParaRPr>
          </a:p>
        </p:txBody>
      </p:sp>
    </p:spTree>
    <p:extLst>
      <p:ext uri="{BB962C8B-B14F-4D97-AF65-F5344CB8AC3E}">
        <p14:creationId xmlns:p14="http://schemas.microsoft.com/office/powerpoint/2010/main" val="980823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30A6E-0A6D-A92D-BD20-D24DDA76BD4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5DD1764-E712-87E9-241A-4ACECC2ED6B3}"/>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5" name="TextBox 4">
            <a:extLst>
              <a:ext uri="{FF2B5EF4-FFF2-40B4-BE49-F238E27FC236}">
                <a16:creationId xmlns:a16="http://schemas.microsoft.com/office/drawing/2014/main" id="{78916CCF-D1E6-C42A-FADE-0CB7C1F943C5}"/>
              </a:ext>
            </a:extLst>
          </p:cNvPr>
          <p:cNvSpPr txBox="1"/>
          <p:nvPr/>
        </p:nvSpPr>
        <p:spPr>
          <a:xfrm>
            <a:off x="1071715" y="1861798"/>
            <a:ext cx="9999407" cy="3139321"/>
          </a:xfrm>
          <a:prstGeom prst="rect">
            <a:avLst/>
          </a:prstGeom>
          <a:noFill/>
        </p:spPr>
        <p:txBody>
          <a:bodyPr wrap="square">
            <a:spAutoFit/>
          </a:bodyPr>
          <a:lstStyle/>
          <a:p>
            <a:pPr marL="342900" indent="-342900" algn="just">
              <a:buAutoNum type="arabicPeriod" startAt="2"/>
            </a:pPr>
            <a:r>
              <a:rPr lang="en-US" b="1" dirty="0">
                <a:solidFill>
                  <a:srgbClr val="FF0000"/>
                </a:solidFill>
                <a:latin typeface="Arial Black" panose="020B0A04020102020204" pitchFamily="34" charset="0"/>
              </a:rPr>
              <a:t>Encode Categorical Features. </a:t>
            </a:r>
            <a:r>
              <a:rPr lang="en-US" dirty="0">
                <a:solidFill>
                  <a:srgbClr val="FF0000"/>
                </a:solidFill>
                <a:latin typeface="Arial Black" panose="020B0A04020102020204" pitchFamily="34" charset="0"/>
              </a:rPr>
              <a:t>Recommended</a:t>
            </a:r>
          </a:p>
          <a:p>
            <a:pPr algn="just"/>
            <a:endParaRPr lang="en-US" dirty="0">
              <a:solidFill>
                <a:srgbClr val="FF0000"/>
              </a:solidFill>
              <a:latin typeface="Arial Black" panose="020B0A04020102020204" pitchFamily="34" charset="0"/>
            </a:endParaRPr>
          </a:p>
          <a:p>
            <a:pPr algn="just">
              <a:buNone/>
            </a:pPr>
            <a:r>
              <a:rPr lang="en-US" dirty="0">
                <a:effectLst/>
                <a:latin typeface="Arial Black" panose="020B0A04020102020204" pitchFamily="34" charset="0"/>
              </a:rPr>
              <a:t>Convert non-numeric data into machine-readable form.</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Apply </a:t>
            </a:r>
            <a:r>
              <a:rPr lang="en-US" b="1" dirty="0">
                <a:effectLst/>
                <a:latin typeface="Arial Black" panose="020B0A04020102020204" pitchFamily="34" charset="0"/>
              </a:rPr>
              <a:t>one-hot encoding</a:t>
            </a:r>
            <a:r>
              <a:rPr lang="en-US" dirty="0">
                <a:effectLst/>
                <a:latin typeface="Arial Black" panose="020B0A04020102020204" pitchFamily="34" charset="0"/>
              </a:rPr>
              <a:t> for Embarked (C, Q, S)</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Use </a:t>
            </a:r>
            <a:r>
              <a:rPr lang="en-US" b="1" dirty="0">
                <a:effectLst/>
                <a:latin typeface="Arial Black" panose="020B0A04020102020204" pitchFamily="34" charset="0"/>
              </a:rPr>
              <a:t>binary encoding</a:t>
            </a:r>
            <a:r>
              <a:rPr lang="en-US" dirty="0">
                <a:effectLst/>
                <a:latin typeface="Arial Black" panose="020B0A04020102020204" pitchFamily="34" charset="0"/>
              </a:rPr>
              <a:t> for Sex (0=male, 1=female)</a:t>
            </a:r>
          </a:p>
          <a:p>
            <a:pPr algn="just"/>
            <a:endParaRPr lang="en-US" dirty="0">
              <a:latin typeface="Arial Black" panose="020B0A04020102020204" pitchFamily="34" charset="0"/>
            </a:endParaRPr>
          </a:p>
          <a:p>
            <a:pPr algn="just">
              <a:buNone/>
            </a:pPr>
            <a:r>
              <a:rPr lang="en-US" b="1" dirty="0">
                <a:solidFill>
                  <a:srgbClr val="FF0000"/>
                </a:solidFill>
                <a:latin typeface="Arial Black" panose="020B0A04020102020204" pitchFamily="34" charset="0"/>
              </a:rPr>
              <a:t>3. Scale Numerical Features</a:t>
            </a:r>
          </a:p>
          <a:p>
            <a:pPr algn="just">
              <a:buNone/>
            </a:pPr>
            <a:endParaRPr lang="en-US" b="1" dirty="0">
              <a:solidFill>
                <a:srgbClr val="FF0000"/>
              </a:solidFill>
              <a:latin typeface="Arial Black" panose="020B0A04020102020204" pitchFamily="34" charset="0"/>
            </a:endParaRPr>
          </a:p>
          <a:p>
            <a:pPr algn="just">
              <a:buNone/>
            </a:pPr>
            <a:r>
              <a:rPr lang="en-US" dirty="0">
                <a:effectLst/>
                <a:latin typeface="Arial Black" panose="020B0A04020102020204" pitchFamily="34" charset="0"/>
              </a:rPr>
              <a:t>Normalize ranges to prevent bias toward large values.</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Apply </a:t>
            </a:r>
            <a:r>
              <a:rPr lang="en-US" b="1" dirty="0" err="1">
                <a:effectLst/>
                <a:latin typeface="Arial Black" panose="020B0A04020102020204" pitchFamily="34" charset="0"/>
              </a:rPr>
              <a:t>StandardScaler</a:t>
            </a:r>
            <a:r>
              <a:rPr lang="en-US" dirty="0">
                <a:effectLst/>
                <a:latin typeface="Arial Black" panose="020B0A04020102020204" pitchFamily="34" charset="0"/>
              </a:rPr>
              <a:t> to Age and Fare</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Ensure all features contribute equally</a:t>
            </a:r>
            <a:endParaRPr lang="en-US" dirty="0">
              <a:latin typeface="Arial Black" panose="020B0A04020102020204" pitchFamily="34" charset="0"/>
            </a:endParaRPr>
          </a:p>
        </p:txBody>
      </p:sp>
    </p:spTree>
    <p:extLst>
      <p:ext uri="{BB962C8B-B14F-4D97-AF65-F5344CB8AC3E}">
        <p14:creationId xmlns:p14="http://schemas.microsoft.com/office/powerpoint/2010/main" val="174928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306DC-A454-EA2A-9BA7-E2365FF806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A7FB0B-D189-6EC9-7364-55BD9BA981F3}"/>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3" name="TextBox 2">
            <a:extLst>
              <a:ext uri="{FF2B5EF4-FFF2-40B4-BE49-F238E27FC236}">
                <a16:creationId xmlns:a16="http://schemas.microsoft.com/office/drawing/2014/main" id="{35AE0FF6-07D1-641C-5CF3-45674687CC9C}"/>
              </a:ext>
            </a:extLst>
          </p:cNvPr>
          <p:cNvSpPr txBox="1"/>
          <p:nvPr/>
        </p:nvSpPr>
        <p:spPr>
          <a:xfrm>
            <a:off x="1337187" y="1207275"/>
            <a:ext cx="7570839" cy="1477328"/>
          </a:xfrm>
          <a:prstGeom prst="rect">
            <a:avLst/>
          </a:prstGeom>
          <a:noFill/>
        </p:spPr>
        <p:txBody>
          <a:bodyPr wrap="square">
            <a:spAutoFit/>
          </a:bodyPr>
          <a:lstStyle/>
          <a:p>
            <a:pPr marL="342900" indent="-342900">
              <a:buAutoNum type="arabicPeriod" startAt="4"/>
            </a:pPr>
            <a:r>
              <a:rPr lang="en-US" b="1" dirty="0">
                <a:solidFill>
                  <a:srgbClr val="FF0000"/>
                </a:solidFill>
                <a:latin typeface="Arial Black" panose="020B0A04020102020204" pitchFamily="34" charset="0"/>
              </a:rPr>
              <a:t>Split Train and Test Sets  </a:t>
            </a:r>
            <a:r>
              <a:rPr lang="en-US" dirty="0">
                <a:solidFill>
                  <a:srgbClr val="FF0000"/>
                </a:solidFill>
                <a:latin typeface="Arial Black" panose="020B0A04020102020204" pitchFamily="34" charset="0"/>
              </a:rPr>
              <a:t>Critical</a:t>
            </a:r>
          </a:p>
          <a:p>
            <a:endParaRPr lang="en-US" dirty="0">
              <a:solidFill>
                <a:srgbClr val="FF0000"/>
              </a:solidFill>
              <a:latin typeface="Arial Black" panose="020B0A04020102020204" pitchFamily="34" charset="0"/>
            </a:endParaRPr>
          </a:p>
          <a:p>
            <a:pPr>
              <a:buNone/>
            </a:pPr>
            <a:r>
              <a:rPr lang="en-US" dirty="0">
                <a:effectLst/>
                <a:latin typeface="Arial Black" panose="020B0A04020102020204" pitchFamily="34" charset="0"/>
              </a:rPr>
              <a:t>     Separate data to evaluate model performance fairly.</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Use </a:t>
            </a:r>
            <a:r>
              <a:rPr lang="en-US" b="1" dirty="0">
                <a:effectLst/>
                <a:latin typeface="Arial Black" panose="020B0A04020102020204" pitchFamily="34" charset="0"/>
              </a:rPr>
              <a:t>80/20 split</a:t>
            </a:r>
            <a:r>
              <a:rPr lang="en-US" dirty="0">
                <a:effectLst/>
                <a:latin typeface="Arial Black" panose="020B0A04020102020204" pitchFamily="34" charset="0"/>
              </a:rPr>
              <a:t> with </a:t>
            </a:r>
            <a:r>
              <a:rPr lang="en-US" dirty="0" err="1">
                <a:effectLst/>
                <a:latin typeface="Arial Black" panose="020B0A04020102020204" pitchFamily="34" charset="0"/>
              </a:rPr>
              <a:t>sklearn’s</a:t>
            </a:r>
            <a:r>
              <a:rPr lang="en-US" dirty="0">
                <a:effectLst/>
                <a:latin typeface="Arial Black" panose="020B0A04020102020204" pitchFamily="34" charset="0"/>
              </a:rPr>
              <a:t> </a:t>
            </a:r>
            <a:r>
              <a:rPr lang="en-US" dirty="0" err="1">
                <a:effectLst/>
                <a:latin typeface="Arial Black" panose="020B0A04020102020204" pitchFamily="34" charset="0"/>
              </a:rPr>
              <a:t>train_test_split</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Train on one set, validate on unseen data</a:t>
            </a:r>
            <a:endParaRPr lang="en-US" dirty="0">
              <a:latin typeface="Arial Black" panose="020B0A04020102020204" pitchFamily="34" charset="0"/>
            </a:endParaRPr>
          </a:p>
        </p:txBody>
      </p:sp>
      <p:sp>
        <p:nvSpPr>
          <p:cNvPr id="7" name="TextBox 6">
            <a:extLst>
              <a:ext uri="{FF2B5EF4-FFF2-40B4-BE49-F238E27FC236}">
                <a16:creationId xmlns:a16="http://schemas.microsoft.com/office/drawing/2014/main" id="{4758D3CC-9BC9-45AD-ABA8-03B1AC4CFE5C}"/>
              </a:ext>
            </a:extLst>
          </p:cNvPr>
          <p:cNvSpPr txBox="1"/>
          <p:nvPr/>
        </p:nvSpPr>
        <p:spPr>
          <a:xfrm>
            <a:off x="1071716" y="2831294"/>
            <a:ext cx="10579510" cy="923330"/>
          </a:xfrm>
          <a:prstGeom prst="rect">
            <a:avLst/>
          </a:prstGeom>
          <a:noFill/>
        </p:spPr>
        <p:txBody>
          <a:bodyPr wrap="square">
            <a:spAutoFit/>
          </a:bodyPr>
          <a:lstStyle/>
          <a:p>
            <a:pPr algn="just"/>
            <a:r>
              <a:rPr lang="en-US" dirty="0">
                <a:solidFill>
                  <a:srgbClr val="FF0000"/>
                </a:solidFill>
                <a:latin typeface="Arial Black" panose="020B0A04020102020204" pitchFamily="34" charset="0"/>
              </a:rPr>
              <a:t>Preprocessing</a:t>
            </a:r>
            <a:r>
              <a:rPr lang="en-US" dirty="0">
                <a:latin typeface="Arial Black" panose="020B0A04020102020204" pitchFamily="34" charset="0"/>
              </a:rPr>
              <a:t> is the bridge between raw Titanic passenger records and meaningful predictions. It ensures that </a:t>
            </a:r>
            <a:r>
              <a:rPr lang="en-US" dirty="0">
                <a:solidFill>
                  <a:srgbClr val="FF0000"/>
                </a:solidFill>
                <a:latin typeface="Arial Black" panose="020B0A04020102020204" pitchFamily="34" charset="0"/>
              </a:rPr>
              <a:t>when the model asks, </a:t>
            </a:r>
            <a:r>
              <a:rPr lang="en-US" i="1" dirty="0">
                <a:solidFill>
                  <a:srgbClr val="FF0000"/>
                </a:solidFill>
                <a:latin typeface="Arial Black" panose="020B0A04020102020204" pitchFamily="34" charset="0"/>
              </a:rPr>
              <a:t>“Who survives?”</a:t>
            </a:r>
            <a:r>
              <a:rPr lang="en-US" dirty="0">
                <a:solidFill>
                  <a:srgbClr val="FF0000"/>
                </a:solidFill>
                <a:latin typeface="Arial Black" panose="020B0A04020102020204" pitchFamily="34" charset="0"/>
              </a:rPr>
              <a:t>, the answer is based on clean, fair, and well‑structured data.</a:t>
            </a:r>
          </a:p>
        </p:txBody>
      </p:sp>
    </p:spTree>
    <p:extLst>
      <p:ext uri="{BB962C8B-B14F-4D97-AF65-F5344CB8AC3E}">
        <p14:creationId xmlns:p14="http://schemas.microsoft.com/office/powerpoint/2010/main" val="2712638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528F1-A9B2-5E75-100F-FEBDA06500F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69B363E-614E-B703-2F52-9CAE6C36211E}"/>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graphicFrame>
        <p:nvGraphicFramePr>
          <p:cNvPr id="2" name="Table 1">
            <a:extLst>
              <a:ext uri="{FF2B5EF4-FFF2-40B4-BE49-F238E27FC236}">
                <a16:creationId xmlns:a16="http://schemas.microsoft.com/office/drawing/2014/main" id="{9FFE28D2-0724-CF50-F78A-30A2390804FA}"/>
              </a:ext>
            </a:extLst>
          </p:cNvPr>
          <p:cNvGraphicFramePr>
            <a:graphicFrameLocks noGrp="1"/>
          </p:cNvGraphicFramePr>
          <p:nvPr>
            <p:extLst>
              <p:ext uri="{D42A27DB-BD31-4B8C-83A1-F6EECF244321}">
                <p14:modId xmlns:p14="http://schemas.microsoft.com/office/powerpoint/2010/main" val="3452972177"/>
              </p:ext>
            </p:extLst>
          </p:nvPr>
        </p:nvGraphicFramePr>
        <p:xfrm>
          <a:off x="1064342" y="2242303"/>
          <a:ext cx="10515600" cy="2926080"/>
        </p:xfrm>
        <a:graphic>
          <a:graphicData uri="http://schemas.openxmlformats.org/drawingml/2006/table">
            <a:tbl>
              <a:tblPr/>
              <a:tblGrid>
                <a:gridCol w="3505200">
                  <a:extLst>
                    <a:ext uri="{9D8B030D-6E8A-4147-A177-3AD203B41FA5}">
                      <a16:colId xmlns:a16="http://schemas.microsoft.com/office/drawing/2014/main" val="3447838815"/>
                    </a:ext>
                  </a:extLst>
                </a:gridCol>
                <a:gridCol w="3505200">
                  <a:extLst>
                    <a:ext uri="{9D8B030D-6E8A-4147-A177-3AD203B41FA5}">
                      <a16:colId xmlns:a16="http://schemas.microsoft.com/office/drawing/2014/main" val="1153477163"/>
                    </a:ext>
                  </a:extLst>
                </a:gridCol>
                <a:gridCol w="3505200">
                  <a:extLst>
                    <a:ext uri="{9D8B030D-6E8A-4147-A177-3AD203B41FA5}">
                      <a16:colId xmlns:a16="http://schemas.microsoft.com/office/drawing/2014/main" val="241220325"/>
                    </a:ext>
                  </a:extLst>
                </a:gridCol>
              </a:tblGrid>
              <a:tr h="0">
                <a:tc>
                  <a:txBody>
                    <a:bodyPr/>
                    <a:lstStyle/>
                    <a:p>
                      <a:pPr>
                        <a:buNone/>
                      </a:pPr>
                      <a:r>
                        <a:rPr lang="en-US" dirty="0">
                          <a:solidFill>
                            <a:srgbClr val="FF0000"/>
                          </a:solidFill>
                          <a:latin typeface="Arial Black" panose="020B0A04020102020204" pitchFamily="34" charset="0"/>
                        </a:rPr>
                        <a:t>Step</a:t>
                      </a:r>
                    </a:p>
                  </a:txBody>
                  <a:tcPr anchor="ctr">
                    <a:lnL>
                      <a:noFill/>
                    </a:lnL>
                    <a:lnR>
                      <a:noFill/>
                    </a:lnR>
                    <a:lnT>
                      <a:noFill/>
                    </a:lnT>
                    <a:lnB>
                      <a:noFill/>
                    </a:lnB>
                    <a:noFill/>
                  </a:tcPr>
                </a:tc>
                <a:tc>
                  <a:txBody>
                    <a:bodyPr/>
                    <a:lstStyle/>
                    <a:p>
                      <a:pPr>
                        <a:buNone/>
                      </a:pPr>
                      <a:r>
                        <a:rPr lang="en-US" dirty="0">
                          <a:solidFill>
                            <a:srgbClr val="FF0000"/>
                          </a:solidFill>
                          <a:latin typeface="Arial Black" panose="020B0A04020102020204" pitchFamily="34" charset="0"/>
                        </a:rPr>
                        <a:t>Purpose</a:t>
                      </a:r>
                    </a:p>
                  </a:txBody>
                  <a:tcPr anchor="ctr">
                    <a:lnL>
                      <a:noFill/>
                    </a:lnL>
                    <a:lnR>
                      <a:noFill/>
                    </a:lnR>
                    <a:lnT>
                      <a:noFill/>
                    </a:lnT>
                    <a:lnB>
                      <a:noFill/>
                    </a:lnB>
                    <a:noFill/>
                  </a:tcPr>
                </a:tc>
                <a:tc>
                  <a:txBody>
                    <a:bodyPr/>
                    <a:lstStyle/>
                    <a:p>
                      <a:pPr>
                        <a:buNone/>
                      </a:pPr>
                      <a:r>
                        <a:rPr lang="en-US" dirty="0">
                          <a:solidFill>
                            <a:srgbClr val="FF0000"/>
                          </a:solidFill>
                          <a:latin typeface="Arial Black" panose="020B0A04020102020204" pitchFamily="34" charset="0"/>
                        </a:rPr>
                        <a:t>Example (Titanic Project)</a:t>
                      </a:r>
                    </a:p>
                  </a:txBody>
                  <a:tcPr anchor="ctr">
                    <a:lnL>
                      <a:noFill/>
                    </a:lnL>
                    <a:lnR>
                      <a:noFill/>
                    </a:lnR>
                    <a:lnT>
                      <a:noFill/>
                    </a:lnT>
                    <a:lnB>
                      <a:noFill/>
                    </a:lnB>
                    <a:noFill/>
                  </a:tcPr>
                </a:tc>
                <a:extLst>
                  <a:ext uri="{0D108BD9-81ED-4DB2-BD59-A6C34878D82A}">
                    <a16:rowId xmlns:a16="http://schemas.microsoft.com/office/drawing/2014/main" val="1110858296"/>
                  </a:ext>
                </a:extLst>
              </a:tr>
              <a:tr h="0">
                <a:tc>
                  <a:txBody>
                    <a:bodyPr/>
                    <a:lstStyle/>
                    <a:p>
                      <a:pPr>
                        <a:buNone/>
                      </a:pPr>
                      <a:r>
                        <a:rPr lang="en-US" b="1">
                          <a:latin typeface="Arial Black" panose="020B0A04020102020204" pitchFamily="34" charset="0"/>
                        </a:rPr>
                        <a:t>Data Cleaning</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Fix missing or incorrect entries</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Fill missing </a:t>
                      </a:r>
                      <a:r>
                        <a:rPr lang="en-US" i="1" dirty="0">
                          <a:latin typeface="Arial Black" panose="020B0A04020102020204" pitchFamily="34" charset="0"/>
                        </a:rPr>
                        <a:t>Age</a:t>
                      </a:r>
                      <a:r>
                        <a:rPr lang="en-US" dirty="0">
                          <a:latin typeface="Arial Black" panose="020B0A04020102020204" pitchFamily="34" charset="0"/>
                        </a:rPr>
                        <a:t> values using mean or median</a:t>
                      </a:r>
                    </a:p>
                  </a:txBody>
                  <a:tcPr anchor="ctr">
                    <a:lnL>
                      <a:noFill/>
                    </a:lnL>
                    <a:lnR>
                      <a:noFill/>
                    </a:lnR>
                    <a:lnT>
                      <a:noFill/>
                    </a:lnT>
                    <a:lnB>
                      <a:noFill/>
                    </a:lnB>
                    <a:noFill/>
                  </a:tcPr>
                </a:tc>
                <a:extLst>
                  <a:ext uri="{0D108BD9-81ED-4DB2-BD59-A6C34878D82A}">
                    <a16:rowId xmlns:a16="http://schemas.microsoft.com/office/drawing/2014/main" val="3459397276"/>
                  </a:ext>
                </a:extLst>
              </a:tr>
              <a:tr h="0">
                <a:tc>
                  <a:txBody>
                    <a:bodyPr/>
                    <a:lstStyle/>
                    <a:p>
                      <a:pPr>
                        <a:buNone/>
                      </a:pPr>
                      <a:r>
                        <a:rPr lang="en-US" b="1">
                          <a:latin typeface="Arial Black" panose="020B0A04020102020204" pitchFamily="34" charset="0"/>
                        </a:rPr>
                        <a:t>Encoding</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Convert categories to numbers</a:t>
                      </a:r>
                    </a:p>
                  </a:txBody>
                  <a:tcPr anchor="ctr">
                    <a:lnL>
                      <a:noFill/>
                    </a:lnL>
                    <a:lnR>
                      <a:noFill/>
                    </a:lnR>
                    <a:lnT>
                      <a:noFill/>
                    </a:lnT>
                    <a:lnB>
                      <a:noFill/>
                    </a:lnB>
                    <a:noFill/>
                  </a:tcPr>
                </a:tc>
                <a:tc>
                  <a:txBody>
                    <a:bodyPr/>
                    <a:lstStyle/>
                    <a:p>
                      <a:pPr>
                        <a:buNone/>
                      </a:pPr>
                      <a:r>
                        <a:rPr lang="en-US" i="1" dirty="0">
                          <a:latin typeface="Arial Black" panose="020B0A04020102020204" pitchFamily="34" charset="0"/>
                        </a:rPr>
                        <a:t>Sex</a:t>
                      </a:r>
                      <a:r>
                        <a:rPr lang="en-US" dirty="0">
                          <a:latin typeface="Arial Black" panose="020B0A04020102020204" pitchFamily="34" charset="0"/>
                        </a:rPr>
                        <a:t> → Male = 1, Female = 0</a:t>
                      </a:r>
                    </a:p>
                  </a:txBody>
                  <a:tcPr anchor="ctr">
                    <a:lnL>
                      <a:noFill/>
                    </a:lnL>
                    <a:lnR>
                      <a:noFill/>
                    </a:lnR>
                    <a:lnT>
                      <a:noFill/>
                    </a:lnT>
                    <a:lnB>
                      <a:noFill/>
                    </a:lnB>
                    <a:noFill/>
                  </a:tcPr>
                </a:tc>
                <a:extLst>
                  <a:ext uri="{0D108BD9-81ED-4DB2-BD59-A6C34878D82A}">
                    <a16:rowId xmlns:a16="http://schemas.microsoft.com/office/drawing/2014/main" val="1156802086"/>
                  </a:ext>
                </a:extLst>
              </a:tr>
              <a:tr h="0">
                <a:tc>
                  <a:txBody>
                    <a:bodyPr/>
                    <a:lstStyle/>
                    <a:p>
                      <a:pPr>
                        <a:buNone/>
                      </a:pPr>
                      <a:r>
                        <a:rPr lang="en-US" b="1">
                          <a:latin typeface="Arial Black" panose="020B0A04020102020204" pitchFamily="34" charset="0"/>
                        </a:rPr>
                        <a:t>Scaling</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Equalize numeric ranges</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Normalize </a:t>
                      </a:r>
                      <a:r>
                        <a:rPr lang="en-US" i="1" dirty="0">
                          <a:latin typeface="Arial Black" panose="020B0A04020102020204" pitchFamily="34" charset="0"/>
                        </a:rPr>
                        <a:t>Fare</a:t>
                      </a:r>
                      <a:r>
                        <a:rPr lang="en-US" dirty="0">
                          <a:latin typeface="Arial Black" panose="020B0A04020102020204" pitchFamily="34" charset="0"/>
                        </a:rPr>
                        <a:t> and </a:t>
                      </a:r>
                      <a:r>
                        <a:rPr lang="en-US" i="1" dirty="0">
                          <a:latin typeface="Arial Black" panose="020B0A04020102020204" pitchFamily="34" charset="0"/>
                        </a:rPr>
                        <a:t>Age</a:t>
                      </a:r>
                      <a:r>
                        <a:rPr lang="en-US" dirty="0">
                          <a:latin typeface="Arial Black" panose="020B0A04020102020204" pitchFamily="34" charset="0"/>
                        </a:rPr>
                        <a:t> for fair comparison</a:t>
                      </a:r>
                    </a:p>
                  </a:txBody>
                  <a:tcPr anchor="ctr">
                    <a:lnL>
                      <a:noFill/>
                    </a:lnL>
                    <a:lnR>
                      <a:noFill/>
                    </a:lnR>
                    <a:lnT>
                      <a:noFill/>
                    </a:lnT>
                    <a:lnB>
                      <a:noFill/>
                    </a:lnB>
                    <a:noFill/>
                  </a:tcPr>
                </a:tc>
                <a:extLst>
                  <a:ext uri="{0D108BD9-81ED-4DB2-BD59-A6C34878D82A}">
                    <a16:rowId xmlns:a16="http://schemas.microsoft.com/office/drawing/2014/main" val="472548570"/>
                  </a:ext>
                </a:extLst>
              </a:tr>
              <a:tr h="0">
                <a:tc>
                  <a:txBody>
                    <a:bodyPr/>
                    <a:lstStyle/>
                    <a:p>
                      <a:pPr>
                        <a:buNone/>
                      </a:pPr>
                      <a:r>
                        <a:rPr lang="en-US" b="1">
                          <a:latin typeface="Arial Black" panose="020B0A04020102020204" pitchFamily="34" charset="0"/>
                        </a:rPr>
                        <a:t>Train/Test Split</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Evaluate model performance</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80 % training, 20 % testing</a:t>
                      </a:r>
                    </a:p>
                  </a:txBody>
                  <a:tcPr anchor="ctr">
                    <a:lnL>
                      <a:noFill/>
                    </a:lnL>
                    <a:lnR>
                      <a:noFill/>
                    </a:lnR>
                    <a:lnT>
                      <a:noFill/>
                    </a:lnT>
                    <a:lnB>
                      <a:noFill/>
                    </a:lnB>
                    <a:noFill/>
                  </a:tcPr>
                </a:tc>
                <a:extLst>
                  <a:ext uri="{0D108BD9-81ED-4DB2-BD59-A6C34878D82A}">
                    <a16:rowId xmlns:a16="http://schemas.microsoft.com/office/drawing/2014/main" val="2300337790"/>
                  </a:ext>
                </a:extLst>
              </a:tr>
            </a:tbl>
          </a:graphicData>
        </a:graphic>
      </p:graphicFrame>
      <p:sp>
        <p:nvSpPr>
          <p:cNvPr id="6" name="TextBox 5">
            <a:extLst>
              <a:ext uri="{FF2B5EF4-FFF2-40B4-BE49-F238E27FC236}">
                <a16:creationId xmlns:a16="http://schemas.microsoft.com/office/drawing/2014/main" id="{64002DE4-2053-F9E6-6D15-5F91188EB691}"/>
              </a:ext>
            </a:extLst>
          </p:cNvPr>
          <p:cNvSpPr txBox="1"/>
          <p:nvPr/>
        </p:nvSpPr>
        <p:spPr>
          <a:xfrm>
            <a:off x="4739148" y="1163832"/>
            <a:ext cx="2231923" cy="400110"/>
          </a:xfrm>
          <a:prstGeom prst="rect">
            <a:avLst/>
          </a:prstGeom>
          <a:noFill/>
        </p:spPr>
        <p:txBody>
          <a:bodyPr wrap="square">
            <a:spAutoFit/>
          </a:bodyPr>
          <a:lstStyle/>
          <a:p>
            <a:pPr>
              <a:buNone/>
            </a:pPr>
            <a:r>
              <a:rPr lang="en-US" sz="2000" b="1" dirty="0">
                <a:latin typeface="Arial Black" panose="020B0A04020102020204" pitchFamily="34" charset="0"/>
              </a:rPr>
              <a:t>Typical Steps</a:t>
            </a:r>
          </a:p>
        </p:txBody>
      </p:sp>
    </p:spTree>
    <p:extLst>
      <p:ext uri="{BB962C8B-B14F-4D97-AF65-F5344CB8AC3E}">
        <p14:creationId xmlns:p14="http://schemas.microsoft.com/office/powerpoint/2010/main" val="17661490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A4D1F-900E-0E19-20D0-BD7593F6A52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D42500A-C378-55B0-6198-FC333249FE72}"/>
              </a:ext>
            </a:extLst>
          </p:cNvPr>
          <p:cNvSpPr txBox="1"/>
          <p:nvPr/>
        </p:nvSpPr>
        <p:spPr>
          <a:xfrm>
            <a:off x="3436758" y="315311"/>
            <a:ext cx="5387309" cy="400110"/>
          </a:xfrm>
          <a:prstGeom prst="rect">
            <a:avLst/>
          </a:prstGeom>
          <a:noFill/>
        </p:spPr>
        <p:txBody>
          <a:bodyPr wrap="none" rtlCol="0">
            <a:spAutoFit/>
          </a:bodyPr>
          <a:lstStyle/>
          <a:p>
            <a:r>
              <a:rPr lang="en-US" sz="2000" dirty="0">
                <a:latin typeface="Arial Black" panose="020B0A04020102020204" pitchFamily="34" charset="0"/>
              </a:rPr>
              <a:t>DATA PREPROCESSING FOR AL &amp; ML</a:t>
            </a:r>
          </a:p>
        </p:txBody>
      </p:sp>
      <p:sp>
        <p:nvSpPr>
          <p:cNvPr id="5" name="TextBox 4">
            <a:extLst>
              <a:ext uri="{FF2B5EF4-FFF2-40B4-BE49-F238E27FC236}">
                <a16:creationId xmlns:a16="http://schemas.microsoft.com/office/drawing/2014/main" id="{855AC2C1-A159-67E3-645B-30E250203325}"/>
              </a:ext>
            </a:extLst>
          </p:cNvPr>
          <p:cNvSpPr txBox="1"/>
          <p:nvPr/>
        </p:nvSpPr>
        <p:spPr>
          <a:xfrm>
            <a:off x="1332271" y="1756186"/>
            <a:ext cx="9527458" cy="2339102"/>
          </a:xfrm>
          <a:prstGeom prst="rect">
            <a:avLst/>
          </a:prstGeom>
          <a:noFill/>
        </p:spPr>
        <p:txBody>
          <a:bodyPr wrap="square">
            <a:spAutoFit/>
          </a:bodyPr>
          <a:lstStyle/>
          <a:p>
            <a:pPr algn="ctr">
              <a:buNone/>
            </a:pPr>
            <a:r>
              <a:rPr lang="en-US" sz="2000" b="1" dirty="0">
                <a:solidFill>
                  <a:srgbClr val="FF0000"/>
                </a:solidFill>
                <a:latin typeface="Arial Black" panose="020B0A04020102020204" pitchFamily="34" charset="0"/>
              </a:rPr>
              <a:t>Titanic Analogy</a:t>
            </a:r>
          </a:p>
          <a:p>
            <a:pPr algn="just">
              <a:buNone/>
            </a:pPr>
            <a:endParaRPr lang="en-US" b="1" dirty="0">
              <a:solidFill>
                <a:srgbClr val="FF0000"/>
              </a:solidFill>
              <a:latin typeface="Arial Black" panose="020B0A04020102020204" pitchFamily="34" charset="0"/>
            </a:endParaRPr>
          </a:p>
          <a:p>
            <a:pPr algn="ctr">
              <a:buNone/>
            </a:pPr>
            <a:r>
              <a:rPr lang="en-US" dirty="0">
                <a:solidFill>
                  <a:srgbClr val="FF0000"/>
                </a:solidFill>
                <a:effectLst/>
                <a:latin typeface="Arial Black" panose="020B0A04020102020204" pitchFamily="34" charset="0"/>
              </a:rPr>
              <a:t>Think of preprocessing as preparing passengers for the voyage:</a:t>
            </a:r>
          </a:p>
          <a:p>
            <a:pPr algn="just">
              <a:buNone/>
            </a:pPr>
            <a:endParaRPr lang="en-US" dirty="0">
              <a:latin typeface="Arial Black" panose="020B0A04020102020204" pitchFamily="34" charset="0"/>
            </a:endParaRPr>
          </a:p>
          <a:p>
            <a:pPr marL="285750" indent="-285750" algn="just">
              <a:buFont typeface="Arial" panose="020B0604020202020204" pitchFamily="34" charset="0"/>
              <a:buChar char="•"/>
            </a:pPr>
            <a:r>
              <a:rPr lang="en-US" dirty="0">
                <a:solidFill>
                  <a:srgbClr val="FF0000"/>
                </a:solidFill>
                <a:effectLst/>
                <a:latin typeface="Arial Black" panose="020B0A04020102020204" pitchFamily="34" charset="0"/>
              </a:rPr>
              <a:t>Cleaning =</a:t>
            </a:r>
            <a:r>
              <a:rPr lang="en-US" dirty="0">
                <a:effectLst/>
                <a:latin typeface="Arial Black" panose="020B0A04020102020204" pitchFamily="34" charset="0"/>
              </a:rPr>
              <a:t> checking tickets and health records</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solidFill>
                  <a:srgbClr val="FF0000"/>
                </a:solidFill>
                <a:effectLst/>
                <a:latin typeface="Arial Black" panose="020B0A04020102020204" pitchFamily="34" charset="0"/>
              </a:rPr>
              <a:t>Encoding = </a:t>
            </a:r>
            <a:r>
              <a:rPr lang="en-US" dirty="0">
                <a:effectLst/>
                <a:latin typeface="Arial Black" panose="020B0A04020102020204" pitchFamily="34" charset="0"/>
              </a:rPr>
              <a:t>assigning cabin numbers</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solidFill>
                  <a:srgbClr val="FF0000"/>
                </a:solidFill>
                <a:effectLst/>
                <a:latin typeface="Arial Black" panose="020B0A04020102020204" pitchFamily="34" charset="0"/>
              </a:rPr>
              <a:t>Scaling = </a:t>
            </a:r>
            <a:r>
              <a:rPr lang="en-US" dirty="0">
                <a:effectLst/>
                <a:latin typeface="Arial Black" panose="020B0A04020102020204" pitchFamily="34" charset="0"/>
              </a:rPr>
              <a:t>balancing luggage weights</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solidFill>
                  <a:srgbClr val="FF0000"/>
                </a:solidFill>
                <a:effectLst/>
                <a:latin typeface="Arial Black" panose="020B0A04020102020204" pitchFamily="34" charset="0"/>
              </a:rPr>
              <a:t>Train/Test split = </a:t>
            </a:r>
            <a:r>
              <a:rPr lang="en-US" dirty="0">
                <a:effectLst/>
                <a:latin typeface="Arial Black" panose="020B0A04020102020204" pitchFamily="34" charset="0"/>
              </a:rPr>
              <a:t>rehearsing safety drills before the real journey</a:t>
            </a:r>
            <a:endParaRPr lang="en-US" dirty="0">
              <a:latin typeface="Arial Black" panose="020B0A04020102020204" pitchFamily="34" charset="0"/>
            </a:endParaRPr>
          </a:p>
        </p:txBody>
      </p:sp>
    </p:spTree>
    <p:extLst>
      <p:ext uri="{BB962C8B-B14F-4D97-AF65-F5344CB8AC3E}">
        <p14:creationId xmlns:p14="http://schemas.microsoft.com/office/powerpoint/2010/main" val="3065501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DC9EF-081C-9035-3E26-9459421EC42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A1134BC-B7E3-C13F-C650-60F110D893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7" y="-104059"/>
            <a:ext cx="12270658" cy="7851877"/>
          </a:xfrm>
          <a:prstGeom prst="rect">
            <a:avLst/>
          </a:prstGeom>
        </p:spPr>
      </p:pic>
    </p:spTree>
    <p:extLst>
      <p:ext uri="{BB962C8B-B14F-4D97-AF65-F5344CB8AC3E}">
        <p14:creationId xmlns:p14="http://schemas.microsoft.com/office/powerpoint/2010/main" val="11457304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F7EB7-7D8D-46D3-FCAC-B82264B40FE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D59B220-34EF-2A75-2808-F7186F7ABB3F}"/>
              </a:ext>
            </a:extLst>
          </p:cNvPr>
          <p:cNvSpPr txBox="1"/>
          <p:nvPr/>
        </p:nvSpPr>
        <p:spPr>
          <a:xfrm>
            <a:off x="0" y="43458"/>
            <a:ext cx="12191999" cy="6771084"/>
          </a:xfrm>
          <a:prstGeom prst="rect">
            <a:avLst/>
          </a:prstGeom>
          <a:noFill/>
        </p:spPr>
        <p:txBody>
          <a:bodyPr wrap="square">
            <a:spAutoFit/>
          </a:bodyPr>
          <a:lstStyle/>
          <a:p>
            <a:r>
              <a:rPr lang="en-US" sz="1400">
                <a:solidFill>
                  <a:srgbClr val="FF0000"/>
                </a:solidFill>
              </a:rPr>
              <a:t># Step 1: Import libraries</a:t>
            </a:r>
          </a:p>
          <a:p>
            <a:r>
              <a:rPr lang="en-US" sz="1400"/>
              <a:t>import pandas as pd</a:t>
            </a:r>
          </a:p>
          <a:p>
            <a:r>
              <a:rPr lang="en-US" sz="1400"/>
              <a:t>from sklearn.preprocessing import LabelEncoder, StandardScaler</a:t>
            </a:r>
          </a:p>
          <a:p>
            <a:r>
              <a:rPr lang="en-US" sz="1400"/>
              <a:t>from sklearn.model_selection import train_test_split</a:t>
            </a:r>
          </a:p>
          <a:p>
            <a:endParaRPr lang="en-US" sz="1400"/>
          </a:p>
          <a:p>
            <a:r>
              <a:rPr lang="en-US" sz="1400">
                <a:solidFill>
                  <a:srgbClr val="FF0000"/>
                </a:solidFill>
              </a:rPr>
              <a:t># Step 2: Load the dataset</a:t>
            </a:r>
          </a:p>
          <a:p>
            <a:r>
              <a:rPr lang="en-US" sz="1400"/>
              <a:t>titanic = pd.read_csv("titanic.csv")</a:t>
            </a:r>
          </a:p>
          <a:p>
            <a:endParaRPr lang="en-US" sz="1400"/>
          </a:p>
          <a:p>
            <a:r>
              <a:rPr lang="en-US" sz="1400">
                <a:solidFill>
                  <a:srgbClr val="FF0000"/>
                </a:solidFill>
              </a:rPr>
              <a:t># Step 3: Clean the data</a:t>
            </a:r>
          </a:p>
          <a:p>
            <a:r>
              <a:rPr lang="en-US" sz="1400"/>
              <a:t>titanic['Age'].fillna(titanic['Age'].median(), inplace=True)   # Fill missing ages</a:t>
            </a:r>
          </a:p>
          <a:p>
            <a:r>
              <a:rPr lang="en-US" sz="1400"/>
              <a:t>titanic.drop(columns=['Cabin'], inplace=True)                   # Drop Cabin column</a:t>
            </a:r>
          </a:p>
          <a:p>
            <a:r>
              <a:rPr lang="en-US" sz="1400"/>
              <a:t>titanic.dropna(subset=['Embarked'], inplace=True)               # Remove rows with missing Embarked</a:t>
            </a:r>
          </a:p>
          <a:p>
            <a:endParaRPr lang="en-US" sz="1400"/>
          </a:p>
          <a:p>
            <a:r>
              <a:rPr lang="en-US" sz="1400">
                <a:solidFill>
                  <a:srgbClr val="FF0000"/>
                </a:solidFill>
              </a:rPr>
              <a:t># Step 4: Encode categorical data</a:t>
            </a:r>
          </a:p>
          <a:p>
            <a:r>
              <a:rPr lang="en-US" sz="1400"/>
              <a:t>label_sex = LabelEncoder()</a:t>
            </a:r>
          </a:p>
          <a:p>
            <a:r>
              <a:rPr lang="en-US" sz="1400"/>
              <a:t>titanic['Sex'] = label_sex.fit_transform(titanic['Sex'])        # Male=1, Female=0</a:t>
            </a:r>
          </a:p>
          <a:p>
            <a:endParaRPr lang="en-US" sz="1400"/>
          </a:p>
          <a:p>
            <a:r>
              <a:rPr lang="en-US" sz="1400"/>
              <a:t>label_embarked = LabelEncoder()</a:t>
            </a:r>
          </a:p>
          <a:p>
            <a:r>
              <a:rPr lang="en-US" sz="1400"/>
              <a:t>titanic['Embarked'] = label_embarked.fit_transform(titanic['Embarked'])  # C/Q/S → 0/1/2</a:t>
            </a:r>
          </a:p>
          <a:p>
            <a:endParaRPr lang="en-US" sz="1400"/>
          </a:p>
          <a:p>
            <a:r>
              <a:rPr lang="en-US" sz="1400">
                <a:solidFill>
                  <a:srgbClr val="FF0000"/>
                </a:solidFill>
              </a:rPr>
              <a:t># Step 5: Scale numerical features</a:t>
            </a:r>
          </a:p>
          <a:p>
            <a:r>
              <a:rPr lang="en-US" sz="1400"/>
              <a:t>scaler = StandardScaler()</a:t>
            </a:r>
          </a:p>
          <a:p>
            <a:r>
              <a:rPr lang="en-US" sz="1400"/>
              <a:t>titanic[['Age', 'Fare']] = scaler.fit_transform(titanic[['Age', 'Fare']])</a:t>
            </a:r>
          </a:p>
          <a:p>
            <a:endParaRPr lang="en-US" sz="1400"/>
          </a:p>
          <a:p>
            <a:r>
              <a:rPr lang="en-US" sz="1400">
                <a:solidFill>
                  <a:srgbClr val="FF0000"/>
                </a:solidFill>
              </a:rPr>
              <a:t># Step 6: Train/Test Split</a:t>
            </a:r>
          </a:p>
          <a:p>
            <a:r>
              <a:rPr lang="en-US" sz="1400"/>
              <a:t>X = titanic[['Pclass', 'Sex', 'Age', 'Fare', 'Embarked']]</a:t>
            </a:r>
          </a:p>
          <a:p>
            <a:r>
              <a:rPr lang="en-US" sz="1400"/>
              <a:t>y = titanic['Survived']</a:t>
            </a:r>
          </a:p>
          <a:p>
            <a:r>
              <a:rPr lang="en-US" sz="1400"/>
              <a:t>X_train, X_test, y_train, y_test = train_test_split(X, y, test_size=0.2, random_state=42)</a:t>
            </a:r>
          </a:p>
          <a:p>
            <a:endParaRPr lang="en-US" sz="1400"/>
          </a:p>
          <a:p>
            <a:r>
              <a:rPr lang="en-US" sz="1400"/>
              <a:t>print("Training set shape:", X_train.shape)</a:t>
            </a:r>
          </a:p>
          <a:p>
            <a:r>
              <a:rPr lang="en-US" sz="1400"/>
              <a:t>print("Testing set shape:", X_test.shape)</a:t>
            </a:r>
            <a:endParaRPr lang="en-US" sz="1400" dirty="0"/>
          </a:p>
        </p:txBody>
      </p:sp>
    </p:spTree>
    <p:extLst>
      <p:ext uri="{BB962C8B-B14F-4D97-AF65-F5344CB8AC3E}">
        <p14:creationId xmlns:p14="http://schemas.microsoft.com/office/powerpoint/2010/main" val="6253788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EC606-D9BD-CFB1-37ED-82C91DC6B2A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BE0399B-6110-BDB7-48B4-675DF1B9462A}"/>
              </a:ext>
            </a:extLst>
          </p:cNvPr>
          <p:cNvSpPr txBox="1"/>
          <p:nvPr/>
        </p:nvSpPr>
        <p:spPr>
          <a:xfrm>
            <a:off x="850490" y="1241517"/>
            <a:ext cx="10491019" cy="3416320"/>
          </a:xfrm>
          <a:prstGeom prst="rect">
            <a:avLst/>
          </a:prstGeom>
          <a:noFill/>
        </p:spPr>
        <p:txBody>
          <a:bodyPr wrap="square">
            <a:spAutoFit/>
          </a:bodyPr>
          <a:lstStyle/>
          <a:p>
            <a:pPr marL="342900" indent="-342900" algn="ctr">
              <a:buAutoNum type="arabicPeriod"/>
            </a:pPr>
            <a:r>
              <a:rPr lang="en-US" sz="2000" b="1" dirty="0">
                <a:solidFill>
                  <a:srgbClr val="FF0000"/>
                </a:solidFill>
                <a:latin typeface="Arial Black" panose="020B0A04020102020204" pitchFamily="34" charset="0"/>
              </a:rPr>
              <a:t>Introduction — What Is Regression?</a:t>
            </a:r>
          </a:p>
          <a:p>
            <a:pPr marL="342900" indent="-342900" algn="just">
              <a:buAutoNum type="arabicPeriod"/>
            </a:pPr>
            <a:endParaRPr lang="en-US" b="1" dirty="0">
              <a:latin typeface="Arial Black" panose="020B0A04020102020204" pitchFamily="34" charset="0"/>
            </a:endParaRPr>
          </a:p>
          <a:p>
            <a:pPr algn="just">
              <a:buNone/>
            </a:pPr>
            <a:r>
              <a:rPr lang="en-US" dirty="0">
                <a:solidFill>
                  <a:srgbClr val="7030A0"/>
                </a:solidFill>
                <a:effectLst/>
                <a:latin typeface="Arial Black" panose="020B0A04020102020204" pitchFamily="34" charset="0"/>
              </a:rPr>
              <a:t>Regression is the process of finding relationships between variables — it helps us </a:t>
            </a:r>
            <a:r>
              <a:rPr lang="en-US" b="1" dirty="0">
                <a:solidFill>
                  <a:srgbClr val="7030A0"/>
                </a:solidFill>
                <a:effectLst/>
                <a:latin typeface="Arial Black" panose="020B0A04020102020204" pitchFamily="34" charset="0"/>
              </a:rPr>
              <a:t>predict outcomes</a:t>
            </a:r>
            <a:r>
              <a:rPr lang="en-US" dirty="0">
                <a:solidFill>
                  <a:srgbClr val="7030A0"/>
                </a:solidFill>
                <a:effectLst/>
                <a:latin typeface="Arial Black" panose="020B0A04020102020204" pitchFamily="34" charset="0"/>
              </a:rPr>
              <a:t> based on input data.</a:t>
            </a:r>
          </a:p>
          <a:p>
            <a:pPr algn="just">
              <a:buNone/>
            </a:pP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Goal:</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Estimate how one variable changes with another.</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Example:</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Predicting </a:t>
            </a:r>
            <a:r>
              <a:rPr lang="en-US" i="1" dirty="0">
                <a:effectLst/>
                <a:latin typeface="Arial Black" panose="020B0A04020102020204" pitchFamily="34" charset="0"/>
              </a:rPr>
              <a:t>Fare</a:t>
            </a:r>
            <a:r>
              <a:rPr lang="en-US" dirty="0">
                <a:effectLst/>
                <a:latin typeface="Arial Black" panose="020B0A04020102020204" pitchFamily="34" charset="0"/>
              </a:rPr>
              <a:t> from </a:t>
            </a:r>
            <a:r>
              <a:rPr lang="en-US" i="1" dirty="0">
                <a:effectLst/>
                <a:latin typeface="Arial Black" panose="020B0A04020102020204" pitchFamily="34" charset="0"/>
              </a:rPr>
              <a:t>Age</a:t>
            </a:r>
            <a:r>
              <a:rPr lang="en-US" dirty="0">
                <a:effectLst/>
                <a:latin typeface="Arial Black" panose="020B0A04020102020204" pitchFamily="34" charset="0"/>
              </a:rPr>
              <a:t> and </a:t>
            </a:r>
            <a:r>
              <a:rPr lang="en-US" i="1" dirty="0">
                <a:effectLst/>
                <a:latin typeface="Arial Black" panose="020B0A04020102020204" pitchFamily="34" charset="0"/>
              </a:rPr>
              <a:t>Class</a:t>
            </a:r>
            <a:r>
              <a:rPr lang="en-US" dirty="0">
                <a:effectLst/>
                <a:latin typeface="Arial Black" panose="020B0A04020102020204" pitchFamily="34" charset="0"/>
              </a:rPr>
              <a:t> in the Titanic dataset.</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Core Idea:</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Regression draws a line (or curve) through data points to model trends.</a:t>
            </a:r>
          </a:p>
          <a:p>
            <a:pPr algn="just"/>
            <a:endParaRPr lang="en-US" dirty="0">
              <a:latin typeface="Arial Black" panose="020B0A04020102020204" pitchFamily="34" charset="0"/>
            </a:endParaRPr>
          </a:p>
          <a:p>
            <a:pPr algn="just">
              <a:buNone/>
            </a:pPr>
            <a:r>
              <a:rPr lang="en-US" b="1" dirty="0">
                <a:solidFill>
                  <a:srgbClr val="FF0000"/>
                </a:solidFill>
                <a:effectLst/>
                <a:latin typeface="Arial Black" panose="020B0A04020102020204" pitchFamily="34" charset="0"/>
              </a:rPr>
              <a:t>Analogy:</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Regression is like drawing a best‑fit line through scattered stars — it helps us see the pattern hidden in the noise.</a:t>
            </a:r>
            <a:endParaRPr lang="en-US" dirty="0">
              <a:latin typeface="Arial Black" panose="020B0A04020102020204" pitchFamily="34" charset="0"/>
            </a:endParaRPr>
          </a:p>
        </p:txBody>
      </p:sp>
    </p:spTree>
    <p:extLst>
      <p:ext uri="{BB962C8B-B14F-4D97-AF65-F5344CB8AC3E}">
        <p14:creationId xmlns:p14="http://schemas.microsoft.com/office/powerpoint/2010/main" val="37896371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FE03A-6E0A-6101-8741-2539DC5FAEC2}"/>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EDA9A5D7-F32E-4DAD-B23A-E8EB354F854C}"/>
                  </a:ext>
                </a:extLst>
              </p:cNvPr>
              <p:cNvSpPr txBox="1"/>
              <p:nvPr/>
            </p:nvSpPr>
            <p:spPr>
              <a:xfrm>
                <a:off x="1120877" y="1861798"/>
                <a:ext cx="9704439" cy="3693319"/>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2. Linear Regression</a:t>
                </a:r>
              </a:p>
              <a:p>
                <a:pPr algn="ctr">
                  <a:buNone/>
                </a:pPr>
                <a:endParaRPr lang="en-US" b="1" dirty="0">
                  <a:latin typeface="Arial Black" panose="020B0A04020102020204" pitchFamily="34" charset="0"/>
                </a:endParaRPr>
              </a:p>
              <a:p>
                <a:pPr marL="285750" indent="-285750">
                  <a:buFont typeface="Arial" panose="020B0604020202020204" pitchFamily="34" charset="0"/>
                  <a:buChar char="•"/>
                </a:pPr>
                <a:r>
                  <a:rPr lang="en-US" b="1" dirty="0">
                    <a:effectLst/>
                    <a:latin typeface="Arial Black" panose="020B0A04020102020204" pitchFamily="34" charset="0"/>
                  </a:rPr>
                  <a:t>Purpose:</a:t>
                </a:r>
                <a:r>
                  <a:rPr lang="en-US" dirty="0">
                    <a:effectLst/>
                    <a:latin typeface="Arial Black" panose="020B0A04020102020204" pitchFamily="34" charset="0"/>
                  </a:rPr>
                  <a:t> Predict </a:t>
                </a:r>
                <a:r>
                  <a:rPr lang="en-US" b="1" dirty="0">
                    <a:effectLst/>
                    <a:latin typeface="Arial Black" panose="020B0A04020102020204" pitchFamily="34" charset="0"/>
                  </a:rPr>
                  <a:t>continuous values</a:t>
                </a:r>
                <a:r>
                  <a:rPr lang="en-US" dirty="0">
                    <a:effectLst/>
                    <a:latin typeface="Arial Black" panose="020B0A04020102020204" pitchFamily="34" charset="0"/>
                  </a:rPr>
                  <a:t> (e.g., fare, age, temperature).</a:t>
                </a:r>
                <a:endParaRPr lang="en-US" dirty="0">
                  <a:latin typeface="Arial Black" panose="020B0A04020102020204" pitchFamily="34" charset="0"/>
                </a:endParaRPr>
              </a:p>
              <a:p>
                <a:pPr marL="285750" indent="-285750">
                  <a:buFont typeface="Arial" panose="020B0604020202020204" pitchFamily="34" charset="0"/>
                  <a:buChar char="•"/>
                </a:pPr>
                <a:r>
                  <a:rPr lang="en-US" b="1" dirty="0">
                    <a:effectLst/>
                    <a:latin typeface="Arial Black" panose="020B0A04020102020204" pitchFamily="34" charset="0"/>
                  </a:rPr>
                  <a:t>Equation:</a:t>
                </a:r>
                <a:r>
                  <a:rPr lang="en-US" dirty="0">
                    <a:effectLst/>
                    <a:latin typeface="Arial Black" panose="020B0A04020102020204" pitchFamily="34" charset="0"/>
                  </a:rPr>
                  <a:t> </a:t>
                </a:r>
                <a14:m>
                  <m:oMath xmlns:m="http://schemas.openxmlformats.org/officeDocument/2006/math">
                    <m:r>
                      <a:rPr lang="en-US" i="1">
                        <a:latin typeface="Cambria Math" panose="02040503050406030204" pitchFamily="18" charset="0"/>
                      </a:rPr>
                      <m:t>𝑦</m:t>
                    </m:r>
                    <m:r>
                      <a:rPr lang="en-US" i="0">
                        <a:latin typeface="Cambria Math" panose="02040503050406030204" pitchFamily="18" charset="0"/>
                      </a:rPr>
                      <m:t>=</m:t>
                    </m:r>
                    <m:r>
                      <a:rPr lang="en-US" i="1">
                        <a:latin typeface="Cambria Math" panose="02040503050406030204" pitchFamily="18" charset="0"/>
                      </a:rPr>
                      <m:t>𝑚</m:t>
                    </m:r>
                    <m:r>
                      <a:rPr lang="en-US" i="0">
                        <a:latin typeface="Cambria Math" panose="02040503050406030204" pitchFamily="18" charset="0"/>
                      </a:rPr>
                      <m:t>⋅</m:t>
                    </m:r>
                    <m:r>
                      <a:rPr lang="en-US" i="1">
                        <a:latin typeface="Cambria Math" panose="02040503050406030204" pitchFamily="18" charset="0"/>
                      </a:rPr>
                      <m:t>𝑥</m:t>
                    </m:r>
                    <m:r>
                      <a:rPr lang="en-US" i="0">
                        <a:latin typeface="Cambria Math" panose="02040503050406030204" pitchFamily="18" charset="0"/>
                      </a:rPr>
                      <m:t>+</m:t>
                    </m:r>
                    <m:r>
                      <a:rPr lang="en-US" i="1">
                        <a:latin typeface="Cambria Math" panose="02040503050406030204" pitchFamily="18" charset="0"/>
                      </a:rPr>
                      <m:t>𝑐</m:t>
                    </m:r>
                  </m:oMath>
                </a14:m>
                <a:r>
                  <a:rPr lang="en-US" dirty="0">
                    <a:effectLst/>
                    <a:latin typeface="Arial Black" panose="020B0A04020102020204" pitchFamily="34" charset="0"/>
                  </a:rPr>
                  <a:t>— a straight‑line relationship.</a:t>
                </a:r>
                <a:endParaRPr lang="en-US" dirty="0">
                  <a:latin typeface="Arial Black" panose="020B0A04020102020204" pitchFamily="34" charset="0"/>
                </a:endParaRPr>
              </a:p>
              <a:p>
                <a:pPr marL="285750" indent="-285750">
                  <a:buFont typeface="Arial" panose="020B0604020202020204" pitchFamily="34" charset="0"/>
                  <a:buChar char="•"/>
                </a:pPr>
                <a:r>
                  <a:rPr lang="en-US" b="1" dirty="0">
                    <a:effectLst/>
                    <a:latin typeface="Arial Black" panose="020B0A04020102020204" pitchFamily="34" charset="0"/>
                  </a:rPr>
                  <a:t>Titanic Example:</a:t>
                </a:r>
                <a:r>
                  <a:rPr lang="en-US" dirty="0">
                    <a:effectLst/>
                    <a:latin typeface="Arial Black" panose="020B0A04020102020204" pitchFamily="34" charset="0"/>
                  </a:rPr>
                  <a:t> Predict </a:t>
                </a:r>
                <a:r>
                  <a:rPr lang="en-US" i="1" dirty="0">
                    <a:effectLst/>
                    <a:latin typeface="Arial Black" panose="020B0A04020102020204" pitchFamily="34" charset="0"/>
                  </a:rPr>
                  <a:t>Fare</a:t>
                </a:r>
                <a:r>
                  <a:rPr lang="en-US" dirty="0">
                    <a:effectLst/>
                    <a:latin typeface="Arial Black" panose="020B0A04020102020204" pitchFamily="34" charset="0"/>
                  </a:rPr>
                  <a:t> based on </a:t>
                </a:r>
                <a:r>
                  <a:rPr lang="en-US" i="1" dirty="0">
                    <a:effectLst/>
                    <a:latin typeface="Arial Black" panose="020B0A04020102020204" pitchFamily="34" charset="0"/>
                  </a:rPr>
                  <a:t>Age</a:t>
                </a:r>
                <a:r>
                  <a:rPr lang="en-US" dirty="0">
                    <a:effectLst/>
                    <a:latin typeface="Arial Black" panose="020B0A04020102020204" pitchFamily="34" charset="0"/>
                  </a:rPr>
                  <a:t> and </a:t>
                </a:r>
                <a:r>
                  <a:rPr lang="en-US" i="1" dirty="0" err="1">
                    <a:effectLst/>
                    <a:latin typeface="Arial Black" panose="020B0A04020102020204" pitchFamily="34" charset="0"/>
                  </a:rPr>
                  <a:t>Pclass</a:t>
                </a:r>
                <a:r>
                  <a:rPr lang="en-US" dirty="0">
                    <a:effectLst/>
                    <a:latin typeface="Arial Black" panose="020B0A04020102020204" pitchFamily="34" charset="0"/>
                  </a:rPr>
                  <a:t>.</a:t>
                </a:r>
                <a:endParaRPr lang="en-US" dirty="0">
                  <a:latin typeface="Arial Black" panose="020B0A04020102020204" pitchFamily="34" charset="0"/>
                </a:endParaRPr>
              </a:p>
              <a:p>
                <a:pPr marL="285750" indent="-285750">
                  <a:buFont typeface="Arial" panose="020B0604020202020204" pitchFamily="34" charset="0"/>
                  <a:buChar char="•"/>
                </a:pPr>
                <a:r>
                  <a:rPr lang="en-US" b="1" dirty="0">
                    <a:effectLst/>
                    <a:latin typeface="Arial Black" panose="020B0A04020102020204" pitchFamily="34" charset="0"/>
                  </a:rPr>
                  <a:t>Visualization:</a:t>
                </a:r>
                <a:r>
                  <a:rPr lang="en-US" dirty="0">
                    <a:effectLst/>
                    <a:latin typeface="Arial Black" panose="020B0A04020102020204" pitchFamily="34" charset="0"/>
                  </a:rPr>
                  <a:t> A straight line through data points showing how fare increases with age or class.</a:t>
                </a:r>
              </a:p>
              <a:p>
                <a:endParaRPr lang="en-US" dirty="0">
                  <a:solidFill>
                    <a:srgbClr val="FF0000"/>
                  </a:solidFill>
                  <a:latin typeface="Arial Black" panose="020B0A04020102020204" pitchFamily="34" charset="0"/>
                </a:endParaRPr>
              </a:p>
              <a:p>
                <a:pPr algn="ctr">
                  <a:buNone/>
                </a:pPr>
                <a:r>
                  <a:rPr lang="en-US" b="1" dirty="0">
                    <a:solidFill>
                      <a:srgbClr val="FF0000"/>
                    </a:solidFill>
                    <a:effectLst/>
                    <a:latin typeface="Arial Black" panose="020B0A04020102020204" pitchFamily="34" charset="0"/>
                  </a:rPr>
                  <a:t>Key Points</a:t>
                </a:r>
              </a:p>
              <a:p>
                <a:pPr algn="ctr">
                  <a:buNone/>
                </a:pP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Output is numeric and continuous.</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Used for forecasting and trend analysis.</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Sensitive to outliers.</a:t>
                </a:r>
                <a:endParaRPr lang="en-US" dirty="0">
                  <a:latin typeface="Arial Black" panose="020B0A04020102020204" pitchFamily="34" charset="0"/>
                </a:endParaRPr>
              </a:p>
            </p:txBody>
          </p:sp>
        </mc:Choice>
        <mc:Fallback>
          <p:sp>
            <p:nvSpPr>
              <p:cNvPr id="4" name="TextBox 3">
                <a:extLst>
                  <a:ext uri="{FF2B5EF4-FFF2-40B4-BE49-F238E27FC236}">
                    <a16:creationId xmlns:a16="http://schemas.microsoft.com/office/drawing/2014/main" id="{EDA9A5D7-F32E-4DAD-B23A-E8EB354F854C}"/>
                  </a:ext>
                </a:extLst>
              </p:cNvPr>
              <p:cNvSpPr txBox="1">
                <a:spLocks noRot="1" noChangeAspect="1" noMove="1" noResize="1" noEditPoints="1" noAdjustHandles="1" noChangeArrowheads="1" noChangeShapeType="1" noTextEdit="1"/>
              </p:cNvSpPr>
              <p:nvPr/>
            </p:nvSpPr>
            <p:spPr>
              <a:xfrm>
                <a:off x="1120877" y="1861798"/>
                <a:ext cx="9704439" cy="3693319"/>
              </a:xfrm>
              <a:prstGeom prst="rect">
                <a:avLst/>
              </a:prstGeom>
              <a:blipFill>
                <a:blip r:embed="rId3"/>
                <a:stretch>
                  <a:fillRect l="-440" t="-825" b="-1650"/>
                </a:stretch>
              </a:blipFill>
            </p:spPr>
            <p:txBody>
              <a:bodyPr/>
              <a:lstStyle/>
              <a:p>
                <a:r>
                  <a:rPr lang="en-US">
                    <a:noFill/>
                  </a:rPr>
                  <a:t> </a:t>
                </a:r>
              </a:p>
            </p:txBody>
          </p:sp>
        </mc:Fallback>
      </mc:AlternateContent>
    </p:spTree>
    <p:extLst>
      <p:ext uri="{BB962C8B-B14F-4D97-AF65-F5344CB8AC3E}">
        <p14:creationId xmlns:p14="http://schemas.microsoft.com/office/powerpoint/2010/main" val="2783089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A0B0F-1E32-4E24-6B92-65B6A1FEE83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DDC33FE-24F4-A254-C449-976A1B0A6803}"/>
              </a:ext>
            </a:extLst>
          </p:cNvPr>
          <p:cNvSpPr txBox="1"/>
          <p:nvPr/>
        </p:nvSpPr>
        <p:spPr>
          <a:xfrm>
            <a:off x="1150374" y="1584799"/>
            <a:ext cx="9960078" cy="3416320"/>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3. Logistic Regression</a:t>
            </a:r>
          </a:p>
          <a:p>
            <a:pPr algn="just">
              <a:buNone/>
            </a:pPr>
            <a:endParaRPr lang="en-US" b="1"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Purpose:</a:t>
            </a:r>
            <a:r>
              <a:rPr lang="en-US" dirty="0">
                <a:effectLst/>
                <a:latin typeface="Arial Black" panose="020B0A04020102020204" pitchFamily="34" charset="0"/>
              </a:rPr>
              <a:t> Predict </a:t>
            </a:r>
            <a:r>
              <a:rPr lang="en-US" b="1" dirty="0">
                <a:effectLst/>
                <a:latin typeface="Arial Black" panose="020B0A04020102020204" pitchFamily="34" charset="0"/>
              </a:rPr>
              <a:t>categorical outcomes</a:t>
            </a:r>
            <a:r>
              <a:rPr lang="en-US" dirty="0">
                <a:effectLst/>
                <a:latin typeface="Arial Black" panose="020B0A04020102020204" pitchFamily="34" charset="0"/>
              </a:rPr>
              <a:t> (e.g., survived = 1, not survived = 0).</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Equation:</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Uses the </a:t>
            </a:r>
            <a:r>
              <a:rPr lang="en-US" b="1" dirty="0">
                <a:effectLst/>
                <a:latin typeface="Arial Black" panose="020B0A04020102020204" pitchFamily="34" charset="0"/>
              </a:rPr>
              <a:t>sigmoid function</a:t>
            </a:r>
            <a:r>
              <a:rPr lang="en-US" dirty="0">
                <a:effectLst/>
                <a:latin typeface="Arial Black" panose="020B0A04020102020204" pitchFamily="34" charset="0"/>
              </a:rPr>
              <a:t> to map predictions between 0 and 1.</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Titanic Example:</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Predict </a:t>
            </a:r>
            <a:r>
              <a:rPr lang="en-US" i="1" dirty="0">
                <a:effectLst/>
                <a:latin typeface="Arial Black" panose="020B0A04020102020204" pitchFamily="34" charset="0"/>
              </a:rPr>
              <a:t>Survival</a:t>
            </a:r>
            <a:r>
              <a:rPr lang="en-US" dirty="0">
                <a:effectLst/>
                <a:latin typeface="Arial Black" panose="020B0A04020102020204" pitchFamily="34" charset="0"/>
              </a:rPr>
              <a:t> based on </a:t>
            </a:r>
            <a:r>
              <a:rPr lang="en-US" i="1" dirty="0">
                <a:effectLst/>
                <a:latin typeface="Arial Black" panose="020B0A04020102020204" pitchFamily="34" charset="0"/>
              </a:rPr>
              <a:t>Age</a:t>
            </a:r>
            <a:r>
              <a:rPr lang="en-US" dirty="0">
                <a:effectLst/>
                <a:latin typeface="Arial Black" panose="020B0A04020102020204" pitchFamily="34" charset="0"/>
              </a:rPr>
              <a:t>, </a:t>
            </a:r>
            <a:r>
              <a:rPr lang="en-US" i="1" dirty="0">
                <a:effectLst/>
                <a:latin typeface="Arial Black" panose="020B0A04020102020204" pitchFamily="34" charset="0"/>
              </a:rPr>
              <a:t>Sex</a:t>
            </a:r>
            <a:r>
              <a:rPr lang="en-US" dirty="0">
                <a:effectLst/>
                <a:latin typeface="Arial Black" panose="020B0A04020102020204" pitchFamily="34" charset="0"/>
              </a:rPr>
              <a:t>, </a:t>
            </a:r>
            <a:r>
              <a:rPr lang="en-US" i="1" dirty="0">
                <a:effectLst/>
                <a:latin typeface="Arial Black" panose="020B0A04020102020204" pitchFamily="34" charset="0"/>
              </a:rPr>
              <a:t>Fare</a:t>
            </a:r>
            <a:r>
              <a:rPr lang="en-US" dirty="0">
                <a:effectLst/>
                <a:latin typeface="Arial Black" panose="020B0A04020102020204" pitchFamily="34" charset="0"/>
              </a:rPr>
              <a:t>, </a:t>
            </a:r>
            <a:r>
              <a:rPr lang="en-US" i="1" dirty="0" err="1">
                <a:effectLst/>
                <a:latin typeface="Arial Black" panose="020B0A04020102020204" pitchFamily="34" charset="0"/>
              </a:rPr>
              <a:t>Pclass</a:t>
            </a:r>
            <a:r>
              <a:rPr lang="en-US" dirty="0">
                <a:effectLst/>
                <a:latin typeface="Arial Black" panose="020B0A04020102020204" pitchFamily="34" charset="0"/>
              </a:rPr>
              <a:t>.</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Visualization:</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S‑shaped curve separating survivors from non‑survivors.</a:t>
            </a:r>
          </a:p>
          <a:p>
            <a:pPr algn="just"/>
            <a:endParaRPr lang="en-US" dirty="0">
              <a:solidFill>
                <a:srgbClr val="FF0000"/>
              </a:solidFill>
              <a:latin typeface="Arial Black" panose="020B0A04020102020204" pitchFamily="34" charset="0"/>
            </a:endParaRPr>
          </a:p>
          <a:p>
            <a:pPr algn="ctr">
              <a:buNone/>
            </a:pPr>
            <a:r>
              <a:rPr lang="en-US" b="1" dirty="0">
                <a:solidFill>
                  <a:srgbClr val="FF0000"/>
                </a:solidFill>
                <a:effectLst/>
                <a:latin typeface="Arial Black" panose="020B0A04020102020204" pitchFamily="34" charset="0"/>
              </a:rPr>
              <a:t>Key Points</a:t>
            </a:r>
          </a:p>
          <a:p>
            <a:pPr algn="just">
              <a:buNone/>
            </a:pP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Output is probability (0 ≤ p ≤ 1).</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Used for classification tasks.</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Converts probabilities into categories</a:t>
            </a:r>
            <a:r>
              <a:rPr lang="en-US" dirty="0">
                <a:effectLst/>
              </a:rPr>
              <a:t>.</a:t>
            </a:r>
            <a:endParaRPr lang="en-US" dirty="0"/>
          </a:p>
        </p:txBody>
      </p:sp>
    </p:spTree>
    <p:extLst>
      <p:ext uri="{BB962C8B-B14F-4D97-AF65-F5344CB8AC3E}">
        <p14:creationId xmlns:p14="http://schemas.microsoft.com/office/powerpoint/2010/main" val="22089347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D1EE7-9211-17CC-C522-03847BC45B1A}"/>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D676F07D-5A7A-85CD-D891-B056B8A8BD2D}"/>
                  </a:ext>
                </a:extLst>
              </p:cNvPr>
              <p:cNvGraphicFramePr>
                <a:graphicFrameLocks noGrp="1"/>
              </p:cNvGraphicFramePr>
              <p:nvPr>
                <p:extLst>
                  <p:ext uri="{D42A27DB-BD31-4B8C-83A1-F6EECF244321}">
                    <p14:modId xmlns:p14="http://schemas.microsoft.com/office/powerpoint/2010/main" val="2173796023"/>
                  </p:ext>
                </p:extLst>
              </p:nvPr>
            </p:nvGraphicFramePr>
            <p:xfrm>
              <a:off x="907026" y="2208911"/>
              <a:ext cx="10515600" cy="2440178"/>
            </p:xfrm>
            <a:graphic>
              <a:graphicData uri="http://schemas.openxmlformats.org/drawingml/2006/table">
                <a:tbl>
                  <a:tblPr/>
                  <a:tblGrid>
                    <a:gridCol w="3505200">
                      <a:extLst>
                        <a:ext uri="{9D8B030D-6E8A-4147-A177-3AD203B41FA5}">
                          <a16:colId xmlns:a16="http://schemas.microsoft.com/office/drawing/2014/main" val="1928602112"/>
                        </a:ext>
                      </a:extLst>
                    </a:gridCol>
                    <a:gridCol w="3505200">
                      <a:extLst>
                        <a:ext uri="{9D8B030D-6E8A-4147-A177-3AD203B41FA5}">
                          <a16:colId xmlns:a16="http://schemas.microsoft.com/office/drawing/2014/main" val="2083085067"/>
                        </a:ext>
                      </a:extLst>
                    </a:gridCol>
                    <a:gridCol w="3505200">
                      <a:extLst>
                        <a:ext uri="{9D8B030D-6E8A-4147-A177-3AD203B41FA5}">
                          <a16:colId xmlns:a16="http://schemas.microsoft.com/office/drawing/2014/main" val="2214344184"/>
                        </a:ext>
                      </a:extLst>
                    </a:gridCol>
                  </a:tblGrid>
                  <a:tr h="0">
                    <a:tc>
                      <a:txBody>
                        <a:bodyPr/>
                        <a:lstStyle/>
                        <a:p>
                          <a:pPr>
                            <a:buNone/>
                          </a:pPr>
                          <a:r>
                            <a:rPr lang="en-US" dirty="0">
                              <a:solidFill>
                                <a:srgbClr val="FF0000"/>
                              </a:solidFill>
                              <a:latin typeface="Arial Black" panose="020B0A04020102020204" pitchFamily="34" charset="0"/>
                            </a:rPr>
                            <a:t>Feature</a:t>
                          </a:r>
                        </a:p>
                      </a:txBody>
                      <a:tcPr anchor="ctr">
                        <a:lnL>
                          <a:noFill/>
                        </a:lnL>
                        <a:lnR>
                          <a:noFill/>
                        </a:lnR>
                        <a:lnT>
                          <a:noFill/>
                        </a:lnT>
                        <a:lnB>
                          <a:noFill/>
                        </a:lnB>
                        <a:noFill/>
                      </a:tcPr>
                    </a:tc>
                    <a:tc>
                      <a:txBody>
                        <a:bodyPr/>
                        <a:lstStyle/>
                        <a:p>
                          <a:pPr>
                            <a:buNone/>
                          </a:pPr>
                          <a:r>
                            <a:rPr lang="en-US">
                              <a:solidFill>
                                <a:srgbClr val="FF0000"/>
                              </a:solidFill>
                              <a:latin typeface="Arial Black" panose="020B0A04020102020204" pitchFamily="34" charset="0"/>
                            </a:rPr>
                            <a:t>Linear Regression</a:t>
                          </a:r>
                        </a:p>
                      </a:txBody>
                      <a:tcPr anchor="ctr">
                        <a:lnL>
                          <a:noFill/>
                        </a:lnL>
                        <a:lnR>
                          <a:noFill/>
                        </a:lnR>
                        <a:lnT>
                          <a:noFill/>
                        </a:lnT>
                        <a:lnB>
                          <a:noFill/>
                        </a:lnB>
                        <a:noFill/>
                      </a:tcPr>
                    </a:tc>
                    <a:tc>
                      <a:txBody>
                        <a:bodyPr/>
                        <a:lstStyle/>
                        <a:p>
                          <a:pPr>
                            <a:buNone/>
                          </a:pPr>
                          <a:r>
                            <a:rPr lang="en-US" dirty="0">
                              <a:solidFill>
                                <a:srgbClr val="FF0000"/>
                              </a:solidFill>
                              <a:latin typeface="Arial Black" panose="020B0A04020102020204" pitchFamily="34" charset="0"/>
                            </a:rPr>
                            <a:t>Logistic Regression</a:t>
                          </a:r>
                        </a:p>
                      </a:txBody>
                      <a:tcPr anchor="ctr">
                        <a:lnL>
                          <a:noFill/>
                        </a:lnL>
                        <a:lnR>
                          <a:noFill/>
                        </a:lnR>
                        <a:lnT>
                          <a:noFill/>
                        </a:lnT>
                        <a:lnB>
                          <a:noFill/>
                        </a:lnB>
                        <a:noFill/>
                      </a:tcPr>
                    </a:tc>
                    <a:extLst>
                      <a:ext uri="{0D108BD9-81ED-4DB2-BD59-A6C34878D82A}">
                        <a16:rowId xmlns:a16="http://schemas.microsoft.com/office/drawing/2014/main" val="1156205731"/>
                      </a:ext>
                    </a:extLst>
                  </a:tr>
                  <a:tr h="0">
                    <a:tc>
                      <a:txBody>
                        <a:bodyPr/>
                        <a:lstStyle/>
                        <a:p>
                          <a:pPr>
                            <a:buNone/>
                          </a:pPr>
                          <a:r>
                            <a:rPr lang="en-US" dirty="0">
                              <a:latin typeface="Arial Black" panose="020B0A04020102020204" pitchFamily="34" charset="0"/>
                            </a:rPr>
                            <a:t>Output Type</a:t>
                          </a:r>
                        </a:p>
                      </a:txBody>
                      <a:tcPr anchor="ctr">
                        <a:lnL>
                          <a:noFill/>
                        </a:lnL>
                        <a:lnR>
                          <a:noFill/>
                        </a:lnR>
                        <a:lnT>
                          <a:noFill/>
                        </a:lnT>
                        <a:lnB>
                          <a:noFill/>
                        </a:lnB>
                        <a:noFill/>
                      </a:tcPr>
                    </a:tc>
                    <a:tc>
                      <a:txBody>
                        <a:bodyPr/>
                        <a:lstStyle/>
                        <a:p>
                          <a:pPr>
                            <a:buNone/>
                          </a:pPr>
                          <a:r>
                            <a:rPr lang="en-US">
                              <a:latin typeface="Arial Black" panose="020B0A04020102020204" pitchFamily="34" charset="0"/>
                            </a:rPr>
                            <a:t>Continuous</a:t>
                          </a:r>
                        </a:p>
                      </a:txBody>
                      <a:tcPr anchor="ctr">
                        <a:lnL>
                          <a:noFill/>
                        </a:lnL>
                        <a:lnR>
                          <a:noFill/>
                        </a:lnR>
                        <a:lnT>
                          <a:noFill/>
                        </a:lnT>
                        <a:lnB>
                          <a:noFill/>
                        </a:lnB>
                        <a:noFill/>
                      </a:tcPr>
                    </a:tc>
                    <a:tc>
                      <a:txBody>
                        <a:bodyPr/>
                        <a:lstStyle/>
                        <a:p>
                          <a:pPr>
                            <a:buNone/>
                          </a:pPr>
                          <a:r>
                            <a:rPr lang="en-US">
                              <a:latin typeface="Arial Black" panose="020B0A04020102020204" pitchFamily="34" charset="0"/>
                            </a:rPr>
                            <a:t>Categorical</a:t>
                          </a:r>
                        </a:p>
                      </a:txBody>
                      <a:tcPr anchor="ctr">
                        <a:lnL>
                          <a:noFill/>
                        </a:lnL>
                        <a:lnR>
                          <a:noFill/>
                        </a:lnR>
                        <a:lnT>
                          <a:noFill/>
                        </a:lnT>
                        <a:lnB>
                          <a:noFill/>
                        </a:lnB>
                        <a:noFill/>
                      </a:tcPr>
                    </a:tc>
                    <a:extLst>
                      <a:ext uri="{0D108BD9-81ED-4DB2-BD59-A6C34878D82A}">
                        <a16:rowId xmlns:a16="http://schemas.microsoft.com/office/drawing/2014/main" val="3646561322"/>
                      </a:ext>
                    </a:extLst>
                  </a:tr>
                  <a:tr h="0">
                    <a:tc>
                      <a:txBody>
                        <a:bodyPr/>
                        <a:lstStyle/>
                        <a:p>
                          <a:pPr>
                            <a:buNone/>
                          </a:pPr>
                          <a:r>
                            <a:rPr lang="en-US" dirty="0">
                              <a:latin typeface="Arial Black" panose="020B0A04020102020204" pitchFamily="34" charset="0"/>
                            </a:rPr>
                            <a:t>Example</a:t>
                          </a:r>
                        </a:p>
                      </a:txBody>
                      <a:tcPr anchor="ctr">
                        <a:lnL>
                          <a:noFill/>
                        </a:lnL>
                        <a:lnR>
                          <a:noFill/>
                        </a:lnR>
                        <a:lnT>
                          <a:noFill/>
                        </a:lnT>
                        <a:lnB>
                          <a:noFill/>
                        </a:lnB>
                        <a:noFill/>
                      </a:tcPr>
                    </a:tc>
                    <a:tc>
                      <a:txBody>
                        <a:bodyPr/>
                        <a:lstStyle/>
                        <a:p>
                          <a:pPr>
                            <a:buNone/>
                          </a:pPr>
                          <a:r>
                            <a:rPr lang="en-US">
                              <a:latin typeface="Arial Black" panose="020B0A04020102020204" pitchFamily="34" charset="0"/>
                            </a:rPr>
                            <a:t>Predict Fare</a:t>
                          </a:r>
                        </a:p>
                      </a:txBody>
                      <a:tcPr anchor="ctr">
                        <a:lnL>
                          <a:noFill/>
                        </a:lnL>
                        <a:lnR>
                          <a:noFill/>
                        </a:lnR>
                        <a:lnT>
                          <a:noFill/>
                        </a:lnT>
                        <a:lnB>
                          <a:noFill/>
                        </a:lnB>
                        <a:noFill/>
                      </a:tcPr>
                    </a:tc>
                    <a:tc>
                      <a:txBody>
                        <a:bodyPr/>
                        <a:lstStyle/>
                        <a:p>
                          <a:pPr>
                            <a:buNone/>
                          </a:pPr>
                          <a:r>
                            <a:rPr lang="en-US">
                              <a:latin typeface="Arial Black" panose="020B0A04020102020204" pitchFamily="34" charset="0"/>
                            </a:rPr>
                            <a:t>Predict Survival</a:t>
                          </a:r>
                        </a:p>
                      </a:txBody>
                      <a:tcPr anchor="ctr">
                        <a:lnL>
                          <a:noFill/>
                        </a:lnL>
                        <a:lnR>
                          <a:noFill/>
                        </a:lnR>
                        <a:lnT>
                          <a:noFill/>
                        </a:lnT>
                        <a:lnB>
                          <a:noFill/>
                        </a:lnB>
                        <a:noFill/>
                      </a:tcPr>
                    </a:tc>
                    <a:extLst>
                      <a:ext uri="{0D108BD9-81ED-4DB2-BD59-A6C34878D82A}">
                        <a16:rowId xmlns:a16="http://schemas.microsoft.com/office/drawing/2014/main" val="4110297231"/>
                      </a:ext>
                    </a:extLst>
                  </a:tr>
                  <a:tr h="0">
                    <a:tc>
                      <a:txBody>
                        <a:bodyPr/>
                        <a:lstStyle/>
                        <a:p>
                          <a:pPr>
                            <a:buNone/>
                          </a:pPr>
                          <a:r>
                            <a:rPr lang="en-US" dirty="0">
                              <a:latin typeface="Arial Black" panose="020B0A04020102020204" pitchFamily="34" charset="0"/>
                            </a:rPr>
                            <a:t>Equation</a:t>
                          </a:r>
                        </a:p>
                      </a:txBody>
                      <a:tcPr anchor="ctr">
                        <a:lnL>
                          <a:noFill/>
                        </a:lnL>
                        <a:lnR>
                          <a:noFill/>
                        </a:lnR>
                        <a:lnT>
                          <a:noFill/>
                        </a:lnT>
                        <a:lnB>
                          <a:noFill/>
                        </a:lnB>
                        <a:noFill/>
                      </a:tcPr>
                    </a:tc>
                    <a:tc>
                      <a:txBody>
                        <a:bodyPr/>
                        <a:lstStyle/>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𝑦</m:t>
                                </m:r>
                                <m:r>
                                  <a:rPr lang="en-US" i="0">
                                    <a:latin typeface="Cambria Math" panose="02040503050406030204" pitchFamily="18" charset="0"/>
                                  </a:rPr>
                                  <m:t>=</m:t>
                                </m:r>
                                <m:r>
                                  <a:rPr lang="en-US" i="1">
                                    <a:latin typeface="Cambria Math" panose="02040503050406030204" pitchFamily="18" charset="0"/>
                                  </a:rPr>
                                  <m:t>𝑚</m:t>
                                </m:r>
                                <m:r>
                                  <a:rPr lang="en-US" i="0">
                                    <a:latin typeface="Cambria Math" panose="02040503050406030204" pitchFamily="18" charset="0"/>
                                  </a:rPr>
                                  <m:t>⋅</m:t>
                                </m:r>
                                <m:r>
                                  <a:rPr lang="en-US" i="1">
                                    <a:latin typeface="Cambria Math" panose="02040503050406030204" pitchFamily="18" charset="0"/>
                                  </a:rPr>
                                  <m:t>𝑥</m:t>
                                </m:r>
                                <m:r>
                                  <a:rPr lang="en-US" i="0">
                                    <a:latin typeface="Cambria Math" panose="02040503050406030204" pitchFamily="18" charset="0"/>
                                  </a:rPr>
                                  <m:t>+</m:t>
                                </m:r>
                                <m:r>
                                  <a:rPr lang="en-US" i="1">
                                    <a:latin typeface="Cambria Math" panose="02040503050406030204" pitchFamily="18" charset="0"/>
                                  </a:rPr>
                                  <m:t>𝑐</m:t>
                                </m:r>
                              </m:oMath>
                            </m:oMathPara>
                          </a14:m>
                          <a:endParaRPr lang="en-US" dirty="0">
                            <a:latin typeface="Arial Black" panose="020B0A04020102020204" pitchFamily="34" charset="0"/>
                          </a:endParaRPr>
                        </a:p>
                      </a:txBody>
                      <a:tcPr anchor="ctr">
                        <a:lnL>
                          <a:noFill/>
                        </a:lnL>
                        <a:lnR>
                          <a:noFill/>
                        </a:lnR>
                        <a:lnT>
                          <a:noFill/>
                        </a:lnT>
                        <a:lnB>
                          <a:noFill/>
                        </a:lnB>
                        <a:noFill/>
                      </a:tcPr>
                    </a:tc>
                    <a:tc>
                      <a:txBody>
                        <a:bodyPr/>
                        <a:lstStyle/>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𝑝</m:t>
                                </m:r>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1</m:t>
                                    </m:r>
                                  </m:num>
                                  <m:den>
                                    <m:r>
                                      <a:rPr lang="en-US" i="0">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0">
                                            <a:latin typeface="Cambria Math" panose="02040503050406030204" pitchFamily="18" charset="0"/>
                                          </a:rPr>
                                          <m:t>−</m:t>
                                        </m:r>
                                        <m:r>
                                          <a:rPr lang="en-US" i="1">
                                            <a:latin typeface="Cambria Math" panose="02040503050406030204" pitchFamily="18" charset="0"/>
                                          </a:rPr>
                                          <m:t>𝑧</m:t>
                                        </m:r>
                                      </m:sup>
                                    </m:sSup>
                                  </m:den>
                                </m:f>
                              </m:oMath>
                            </m:oMathPara>
                          </a14:m>
                          <a:endParaRPr lang="en-US">
                            <a:latin typeface="Arial Black" panose="020B0A04020102020204" pitchFamily="34" charset="0"/>
                          </a:endParaRPr>
                        </a:p>
                      </a:txBody>
                      <a:tcPr anchor="ctr">
                        <a:lnL>
                          <a:noFill/>
                        </a:lnL>
                        <a:lnR>
                          <a:noFill/>
                        </a:lnR>
                        <a:lnT>
                          <a:noFill/>
                        </a:lnT>
                        <a:lnB>
                          <a:noFill/>
                        </a:lnB>
                        <a:noFill/>
                      </a:tcPr>
                    </a:tc>
                    <a:extLst>
                      <a:ext uri="{0D108BD9-81ED-4DB2-BD59-A6C34878D82A}">
                        <a16:rowId xmlns:a16="http://schemas.microsoft.com/office/drawing/2014/main" val="3367146666"/>
                      </a:ext>
                    </a:extLst>
                  </a:tr>
                  <a:tr h="0">
                    <a:tc>
                      <a:txBody>
                        <a:bodyPr/>
                        <a:lstStyle/>
                        <a:p>
                          <a:pPr>
                            <a:buNone/>
                          </a:pPr>
                          <a:r>
                            <a:rPr lang="en-US" dirty="0">
                              <a:latin typeface="Arial Black" panose="020B0A04020102020204" pitchFamily="34" charset="0"/>
                            </a:rPr>
                            <a:t>Use Case</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Forecasting</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Classification</a:t>
                          </a:r>
                        </a:p>
                      </a:txBody>
                      <a:tcPr anchor="ctr">
                        <a:lnL>
                          <a:noFill/>
                        </a:lnL>
                        <a:lnR>
                          <a:noFill/>
                        </a:lnR>
                        <a:lnT>
                          <a:noFill/>
                        </a:lnT>
                        <a:lnB>
                          <a:noFill/>
                        </a:lnB>
                        <a:noFill/>
                      </a:tcPr>
                    </a:tc>
                    <a:extLst>
                      <a:ext uri="{0D108BD9-81ED-4DB2-BD59-A6C34878D82A}">
                        <a16:rowId xmlns:a16="http://schemas.microsoft.com/office/drawing/2014/main" val="2466810789"/>
                      </a:ext>
                    </a:extLst>
                  </a:tr>
                  <a:tr h="0">
                    <a:tc>
                      <a:txBody>
                        <a:bodyPr/>
                        <a:lstStyle/>
                        <a:p>
                          <a:pPr>
                            <a:buNone/>
                          </a:pPr>
                          <a:r>
                            <a:rPr lang="en-US" dirty="0">
                              <a:latin typeface="Arial Black" panose="020B0A04020102020204" pitchFamily="34" charset="0"/>
                            </a:rPr>
                            <a:t>Visualization</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Straight Line</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S‑Curve</a:t>
                          </a:r>
                        </a:p>
                      </a:txBody>
                      <a:tcPr anchor="ctr">
                        <a:lnL>
                          <a:noFill/>
                        </a:lnL>
                        <a:lnR>
                          <a:noFill/>
                        </a:lnR>
                        <a:lnT>
                          <a:noFill/>
                        </a:lnT>
                        <a:lnB>
                          <a:noFill/>
                        </a:lnB>
                        <a:noFill/>
                      </a:tcPr>
                    </a:tc>
                    <a:extLst>
                      <a:ext uri="{0D108BD9-81ED-4DB2-BD59-A6C34878D82A}">
                        <a16:rowId xmlns:a16="http://schemas.microsoft.com/office/drawing/2014/main" val="1780637802"/>
                      </a:ext>
                    </a:extLst>
                  </a:tr>
                </a:tbl>
              </a:graphicData>
            </a:graphic>
          </p:graphicFrame>
        </mc:Choice>
        <mc:Fallback>
          <p:graphicFrame>
            <p:nvGraphicFramePr>
              <p:cNvPr id="2" name="Table 1">
                <a:extLst>
                  <a:ext uri="{FF2B5EF4-FFF2-40B4-BE49-F238E27FC236}">
                    <a16:creationId xmlns:a16="http://schemas.microsoft.com/office/drawing/2014/main" id="{D676F07D-5A7A-85CD-D891-B056B8A8BD2D}"/>
                  </a:ext>
                </a:extLst>
              </p:cNvPr>
              <p:cNvGraphicFramePr>
                <a:graphicFrameLocks noGrp="1"/>
              </p:cNvGraphicFramePr>
              <p:nvPr>
                <p:extLst>
                  <p:ext uri="{D42A27DB-BD31-4B8C-83A1-F6EECF244321}">
                    <p14:modId xmlns:p14="http://schemas.microsoft.com/office/powerpoint/2010/main" val="2173796023"/>
                  </p:ext>
                </p:extLst>
              </p:nvPr>
            </p:nvGraphicFramePr>
            <p:xfrm>
              <a:off x="907026" y="2208911"/>
              <a:ext cx="10515600" cy="2440178"/>
            </p:xfrm>
            <a:graphic>
              <a:graphicData uri="http://schemas.openxmlformats.org/drawingml/2006/table">
                <a:tbl>
                  <a:tblPr/>
                  <a:tblGrid>
                    <a:gridCol w="3505200">
                      <a:extLst>
                        <a:ext uri="{9D8B030D-6E8A-4147-A177-3AD203B41FA5}">
                          <a16:colId xmlns:a16="http://schemas.microsoft.com/office/drawing/2014/main" val="1928602112"/>
                        </a:ext>
                      </a:extLst>
                    </a:gridCol>
                    <a:gridCol w="3505200">
                      <a:extLst>
                        <a:ext uri="{9D8B030D-6E8A-4147-A177-3AD203B41FA5}">
                          <a16:colId xmlns:a16="http://schemas.microsoft.com/office/drawing/2014/main" val="2083085067"/>
                        </a:ext>
                      </a:extLst>
                    </a:gridCol>
                    <a:gridCol w="3505200">
                      <a:extLst>
                        <a:ext uri="{9D8B030D-6E8A-4147-A177-3AD203B41FA5}">
                          <a16:colId xmlns:a16="http://schemas.microsoft.com/office/drawing/2014/main" val="2214344184"/>
                        </a:ext>
                      </a:extLst>
                    </a:gridCol>
                  </a:tblGrid>
                  <a:tr h="365760">
                    <a:tc>
                      <a:txBody>
                        <a:bodyPr/>
                        <a:lstStyle/>
                        <a:p>
                          <a:pPr>
                            <a:buNone/>
                          </a:pPr>
                          <a:r>
                            <a:rPr lang="en-US" dirty="0">
                              <a:solidFill>
                                <a:srgbClr val="FF0000"/>
                              </a:solidFill>
                              <a:latin typeface="Arial Black" panose="020B0A04020102020204" pitchFamily="34" charset="0"/>
                            </a:rPr>
                            <a:t>Feature</a:t>
                          </a:r>
                        </a:p>
                      </a:txBody>
                      <a:tcPr anchor="ctr">
                        <a:lnL>
                          <a:noFill/>
                        </a:lnL>
                        <a:lnR>
                          <a:noFill/>
                        </a:lnR>
                        <a:lnT>
                          <a:noFill/>
                        </a:lnT>
                        <a:lnB>
                          <a:noFill/>
                        </a:lnB>
                        <a:noFill/>
                      </a:tcPr>
                    </a:tc>
                    <a:tc>
                      <a:txBody>
                        <a:bodyPr/>
                        <a:lstStyle/>
                        <a:p>
                          <a:pPr>
                            <a:buNone/>
                          </a:pPr>
                          <a:r>
                            <a:rPr lang="en-US">
                              <a:solidFill>
                                <a:srgbClr val="FF0000"/>
                              </a:solidFill>
                              <a:latin typeface="Arial Black" panose="020B0A04020102020204" pitchFamily="34" charset="0"/>
                            </a:rPr>
                            <a:t>Linear Regression</a:t>
                          </a:r>
                        </a:p>
                      </a:txBody>
                      <a:tcPr anchor="ctr">
                        <a:lnL>
                          <a:noFill/>
                        </a:lnL>
                        <a:lnR>
                          <a:noFill/>
                        </a:lnR>
                        <a:lnT>
                          <a:noFill/>
                        </a:lnT>
                        <a:lnB>
                          <a:noFill/>
                        </a:lnB>
                        <a:noFill/>
                      </a:tcPr>
                    </a:tc>
                    <a:tc>
                      <a:txBody>
                        <a:bodyPr/>
                        <a:lstStyle/>
                        <a:p>
                          <a:pPr>
                            <a:buNone/>
                          </a:pPr>
                          <a:r>
                            <a:rPr lang="en-US" dirty="0">
                              <a:solidFill>
                                <a:srgbClr val="FF0000"/>
                              </a:solidFill>
                              <a:latin typeface="Arial Black" panose="020B0A04020102020204" pitchFamily="34" charset="0"/>
                            </a:rPr>
                            <a:t>Logistic Regression</a:t>
                          </a:r>
                        </a:p>
                      </a:txBody>
                      <a:tcPr anchor="ctr">
                        <a:lnL>
                          <a:noFill/>
                        </a:lnL>
                        <a:lnR>
                          <a:noFill/>
                        </a:lnR>
                        <a:lnT>
                          <a:noFill/>
                        </a:lnT>
                        <a:lnB>
                          <a:noFill/>
                        </a:lnB>
                        <a:noFill/>
                      </a:tcPr>
                    </a:tc>
                    <a:extLst>
                      <a:ext uri="{0D108BD9-81ED-4DB2-BD59-A6C34878D82A}">
                        <a16:rowId xmlns:a16="http://schemas.microsoft.com/office/drawing/2014/main" val="1156205731"/>
                      </a:ext>
                    </a:extLst>
                  </a:tr>
                  <a:tr h="365760">
                    <a:tc>
                      <a:txBody>
                        <a:bodyPr/>
                        <a:lstStyle/>
                        <a:p>
                          <a:pPr>
                            <a:buNone/>
                          </a:pPr>
                          <a:r>
                            <a:rPr lang="en-US" dirty="0">
                              <a:latin typeface="Arial Black" panose="020B0A04020102020204" pitchFamily="34" charset="0"/>
                            </a:rPr>
                            <a:t>Output Type</a:t>
                          </a:r>
                        </a:p>
                      </a:txBody>
                      <a:tcPr anchor="ctr">
                        <a:lnL>
                          <a:noFill/>
                        </a:lnL>
                        <a:lnR>
                          <a:noFill/>
                        </a:lnR>
                        <a:lnT>
                          <a:noFill/>
                        </a:lnT>
                        <a:lnB>
                          <a:noFill/>
                        </a:lnB>
                        <a:noFill/>
                      </a:tcPr>
                    </a:tc>
                    <a:tc>
                      <a:txBody>
                        <a:bodyPr/>
                        <a:lstStyle/>
                        <a:p>
                          <a:pPr>
                            <a:buNone/>
                          </a:pPr>
                          <a:r>
                            <a:rPr lang="en-US">
                              <a:latin typeface="Arial Black" panose="020B0A04020102020204" pitchFamily="34" charset="0"/>
                            </a:rPr>
                            <a:t>Continuous</a:t>
                          </a:r>
                        </a:p>
                      </a:txBody>
                      <a:tcPr anchor="ctr">
                        <a:lnL>
                          <a:noFill/>
                        </a:lnL>
                        <a:lnR>
                          <a:noFill/>
                        </a:lnR>
                        <a:lnT>
                          <a:noFill/>
                        </a:lnT>
                        <a:lnB>
                          <a:noFill/>
                        </a:lnB>
                        <a:noFill/>
                      </a:tcPr>
                    </a:tc>
                    <a:tc>
                      <a:txBody>
                        <a:bodyPr/>
                        <a:lstStyle/>
                        <a:p>
                          <a:pPr>
                            <a:buNone/>
                          </a:pPr>
                          <a:r>
                            <a:rPr lang="en-US">
                              <a:latin typeface="Arial Black" panose="020B0A04020102020204" pitchFamily="34" charset="0"/>
                            </a:rPr>
                            <a:t>Categorical</a:t>
                          </a:r>
                        </a:p>
                      </a:txBody>
                      <a:tcPr anchor="ctr">
                        <a:lnL>
                          <a:noFill/>
                        </a:lnL>
                        <a:lnR>
                          <a:noFill/>
                        </a:lnR>
                        <a:lnT>
                          <a:noFill/>
                        </a:lnT>
                        <a:lnB>
                          <a:noFill/>
                        </a:lnB>
                        <a:noFill/>
                      </a:tcPr>
                    </a:tc>
                    <a:extLst>
                      <a:ext uri="{0D108BD9-81ED-4DB2-BD59-A6C34878D82A}">
                        <a16:rowId xmlns:a16="http://schemas.microsoft.com/office/drawing/2014/main" val="3646561322"/>
                      </a:ext>
                    </a:extLst>
                  </a:tr>
                  <a:tr h="365760">
                    <a:tc>
                      <a:txBody>
                        <a:bodyPr/>
                        <a:lstStyle/>
                        <a:p>
                          <a:pPr>
                            <a:buNone/>
                          </a:pPr>
                          <a:r>
                            <a:rPr lang="en-US" dirty="0">
                              <a:latin typeface="Arial Black" panose="020B0A04020102020204" pitchFamily="34" charset="0"/>
                            </a:rPr>
                            <a:t>Example</a:t>
                          </a:r>
                        </a:p>
                      </a:txBody>
                      <a:tcPr anchor="ctr">
                        <a:lnL>
                          <a:noFill/>
                        </a:lnL>
                        <a:lnR>
                          <a:noFill/>
                        </a:lnR>
                        <a:lnT>
                          <a:noFill/>
                        </a:lnT>
                        <a:lnB>
                          <a:noFill/>
                        </a:lnB>
                        <a:noFill/>
                      </a:tcPr>
                    </a:tc>
                    <a:tc>
                      <a:txBody>
                        <a:bodyPr/>
                        <a:lstStyle/>
                        <a:p>
                          <a:pPr>
                            <a:buNone/>
                          </a:pPr>
                          <a:r>
                            <a:rPr lang="en-US">
                              <a:latin typeface="Arial Black" panose="020B0A04020102020204" pitchFamily="34" charset="0"/>
                            </a:rPr>
                            <a:t>Predict Fare</a:t>
                          </a:r>
                        </a:p>
                      </a:txBody>
                      <a:tcPr anchor="ctr">
                        <a:lnL>
                          <a:noFill/>
                        </a:lnL>
                        <a:lnR>
                          <a:noFill/>
                        </a:lnR>
                        <a:lnT>
                          <a:noFill/>
                        </a:lnT>
                        <a:lnB>
                          <a:noFill/>
                        </a:lnB>
                        <a:noFill/>
                      </a:tcPr>
                    </a:tc>
                    <a:tc>
                      <a:txBody>
                        <a:bodyPr/>
                        <a:lstStyle/>
                        <a:p>
                          <a:pPr>
                            <a:buNone/>
                          </a:pPr>
                          <a:r>
                            <a:rPr lang="en-US">
                              <a:latin typeface="Arial Black" panose="020B0A04020102020204" pitchFamily="34" charset="0"/>
                            </a:rPr>
                            <a:t>Predict Survival</a:t>
                          </a:r>
                        </a:p>
                      </a:txBody>
                      <a:tcPr anchor="ctr">
                        <a:lnL>
                          <a:noFill/>
                        </a:lnL>
                        <a:lnR>
                          <a:noFill/>
                        </a:lnR>
                        <a:lnT>
                          <a:noFill/>
                        </a:lnT>
                        <a:lnB>
                          <a:noFill/>
                        </a:lnB>
                        <a:noFill/>
                      </a:tcPr>
                    </a:tc>
                    <a:extLst>
                      <a:ext uri="{0D108BD9-81ED-4DB2-BD59-A6C34878D82A}">
                        <a16:rowId xmlns:a16="http://schemas.microsoft.com/office/drawing/2014/main" val="4110297231"/>
                      </a:ext>
                    </a:extLst>
                  </a:tr>
                  <a:tr h="611378">
                    <a:tc>
                      <a:txBody>
                        <a:bodyPr/>
                        <a:lstStyle/>
                        <a:p>
                          <a:pPr>
                            <a:buNone/>
                          </a:pPr>
                          <a:r>
                            <a:rPr lang="en-US" dirty="0">
                              <a:latin typeface="Arial Black" panose="020B0A04020102020204" pitchFamily="34" charset="0"/>
                            </a:rPr>
                            <a:t>Equation</a:t>
                          </a:r>
                        </a:p>
                      </a:txBody>
                      <a:tcPr anchor="ctr">
                        <a:lnL>
                          <a:noFill/>
                        </a:lnL>
                        <a:lnR>
                          <a:noFill/>
                        </a:lnR>
                        <a:lnT>
                          <a:noFill/>
                        </a:lnT>
                        <a:lnB>
                          <a:noFill/>
                        </a:lnB>
                        <a:noFill/>
                      </a:tcPr>
                    </a:tc>
                    <a:tc>
                      <a:txBody>
                        <a:bodyPr/>
                        <a:lstStyle/>
                        <a:p>
                          <a:endParaRPr lang="en-US"/>
                        </a:p>
                      </a:txBody>
                      <a:tcPr anchor="ctr">
                        <a:lnL>
                          <a:noFill/>
                        </a:lnL>
                        <a:lnR>
                          <a:noFill/>
                        </a:lnR>
                        <a:lnT>
                          <a:noFill/>
                        </a:lnT>
                        <a:lnB>
                          <a:noFill/>
                        </a:lnB>
                        <a:blipFill>
                          <a:blip r:embed="rId3"/>
                          <a:stretch>
                            <a:fillRect l="-99826" t="-183168" r="-99826" b="-134653"/>
                          </a:stretch>
                        </a:blipFill>
                      </a:tcPr>
                    </a:tc>
                    <a:tc>
                      <a:txBody>
                        <a:bodyPr/>
                        <a:lstStyle/>
                        <a:p>
                          <a:endParaRPr lang="en-US"/>
                        </a:p>
                      </a:txBody>
                      <a:tcPr anchor="ctr">
                        <a:lnL>
                          <a:noFill/>
                        </a:lnL>
                        <a:lnR>
                          <a:noFill/>
                        </a:lnR>
                        <a:lnT>
                          <a:noFill/>
                        </a:lnT>
                        <a:lnB>
                          <a:noFill/>
                        </a:lnB>
                        <a:blipFill>
                          <a:blip r:embed="rId3"/>
                          <a:stretch>
                            <a:fillRect l="-200174" t="-183168" b="-134653"/>
                          </a:stretch>
                        </a:blipFill>
                      </a:tcPr>
                    </a:tc>
                    <a:extLst>
                      <a:ext uri="{0D108BD9-81ED-4DB2-BD59-A6C34878D82A}">
                        <a16:rowId xmlns:a16="http://schemas.microsoft.com/office/drawing/2014/main" val="3367146666"/>
                      </a:ext>
                    </a:extLst>
                  </a:tr>
                  <a:tr h="365760">
                    <a:tc>
                      <a:txBody>
                        <a:bodyPr/>
                        <a:lstStyle/>
                        <a:p>
                          <a:pPr>
                            <a:buNone/>
                          </a:pPr>
                          <a:r>
                            <a:rPr lang="en-US" dirty="0">
                              <a:latin typeface="Arial Black" panose="020B0A04020102020204" pitchFamily="34" charset="0"/>
                            </a:rPr>
                            <a:t>Use Case</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Forecasting</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Classification</a:t>
                          </a:r>
                        </a:p>
                      </a:txBody>
                      <a:tcPr anchor="ctr">
                        <a:lnL>
                          <a:noFill/>
                        </a:lnL>
                        <a:lnR>
                          <a:noFill/>
                        </a:lnR>
                        <a:lnT>
                          <a:noFill/>
                        </a:lnT>
                        <a:lnB>
                          <a:noFill/>
                        </a:lnB>
                        <a:noFill/>
                      </a:tcPr>
                    </a:tc>
                    <a:extLst>
                      <a:ext uri="{0D108BD9-81ED-4DB2-BD59-A6C34878D82A}">
                        <a16:rowId xmlns:a16="http://schemas.microsoft.com/office/drawing/2014/main" val="2466810789"/>
                      </a:ext>
                    </a:extLst>
                  </a:tr>
                  <a:tr h="365760">
                    <a:tc>
                      <a:txBody>
                        <a:bodyPr/>
                        <a:lstStyle/>
                        <a:p>
                          <a:pPr>
                            <a:buNone/>
                          </a:pPr>
                          <a:r>
                            <a:rPr lang="en-US" dirty="0">
                              <a:latin typeface="Arial Black" panose="020B0A04020102020204" pitchFamily="34" charset="0"/>
                            </a:rPr>
                            <a:t>Visualization</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Straight Line</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S‑Curve</a:t>
                          </a:r>
                        </a:p>
                      </a:txBody>
                      <a:tcPr anchor="ctr">
                        <a:lnL>
                          <a:noFill/>
                        </a:lnL>
                        <a:lnR>
                          <a:noFill/>
                        </a:lnR>
                        <a:lnT>
                          <a:noFill/>
                        </a:lnT>
                        <a:lnB>
                          <a:noFill/>
                        </a:lnB>
                        <a:noFill/>
                      </a:tcPr>
                    </a:tc>
                    <a:extLst>
                      <a:ext uri="{0D108BD9-81ED-4DB2-BD59-A6C34878D82A}">
                        <a16:rowId xmlns:a16="http://schemas.microsoft.com/office/drawing/2014/main" val="1780637802"/>
                      </a:ext>
                    </a:extLst>
                  </a:tr>
                </a:tbl>
              </a:graphicData>
            </a:graphic>
          </p:graphicFrame>
        </mc:Fallback>
      </mc:AlternateContent>
      <p:sp>
        <p:nvSpPr>
          <p:cNvPr id="5" name="TextBox 4">
            <a:extLst>
              <a:ext uri="{FF2B5EF4-FFF2-40B4-BE49-F238E27FC236}">
                <a16:creationId xmlns:a16="http://schemas.microsoft.com/office/drawing/2014/main" id="{D6ED0B89-F713-8EF5-1113-0CB762B418AC}"/>
              </a:ext>
            </a:extLst>
          </p:cNvPr>
          <p:cNvSpPr txBox="1"/>
          <p:nvPr/>
        </p:nvSpPr>
        <p:spPr>
          <a:xfrm>
            <a:off x="4316361" y="1191850"/>
            <a:ext cx="3864078" cy="400110"/>
          </a:xfrm>
          <a:prstGeom prst="rect">
            <a:avLst/>
          </a:prstGeom>
          <a:noFill/>
        </p:spPr>
        <p:txBody>
          <a:bodyPr wrap="square">
            <a:spAutoFit/>
          </a:bodyPr>
          <a:lstStyle/>
          <a:p>
            <a:pPr>
              <a:buNone/>
            </a:pPr>
            <a:r>
              <a:rPr lang="en-US" sz="2000" b="1" dirty="0">
                <a:solidFill>
                  <a:srgbClr val="002060"/>
                </a:solidFill>
                <a:latin typeface="Arial Black" panose="020B0A04020102020204" pitchFamily="34" charset="0"/>
              </a:rPr>
              <a:t>4. Comparison Summary</a:t>
            </a:r>
          </a:p>
        </p:txBody>
      </p:sp>
    </p:spTree>
    <p:extLst>
      <p:ext uri="{BB962C8B-B14F-4D97-AF65-F5344CB8AC3E}">
        <p14:creationId xmlns:p14="http://schemas.microsoft.com/office/powerpoint/2010/main" val="42277227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2ADC0-099F-4B96-72CA-B49CDF600F8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07CA049-FC97-9D78-277A-5684E0E46B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280490" cy="6858000"/>
          </a:xfrm>
          <a:prstGeom prst="rect">
            <a:avLst/>
          </a:prstGeom>
        </p:spPr>
      </p:pic>
    </p:spTree>
    <p:extLst>
      <p:ext uri="{BB962C8B-B14F-4D97-AF65-F5344CB8AC3E}">
        <p14:creationId xmlns:p14="http://schemas.microsoft.com/office/powerpoint/2010/main" val="39521776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988B7-8E15-88B6-CE1E-C9352A113F2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A889C14-FCC8-9CC6-CB72-4EB3FD9949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819" y="0"/>
            <a:ext cx="12418141" cy="6858000"/>
          </a:xfrm>
          <a:prstGeom prst="rect">
            <a:avLst/>
          </a:prstGeom>
        </p:spPr>
      </p:pic>
    </p:spTree>
    <p:extLst>
      <p:ext uri="{BB962C8B-B14F-4D97-AF65-F5344CB8AC3E}">
        <p14:creationId xmlns:p14="http://schemas.microsoft.com/office/powerpoint/2010/main" val="38379109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3B7C2-5F6E-F177-FB40-0D6B1E0B6B0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FA6B61E-F137-37D5-88D4-91A464685316}"/>
              </a:ext>
            </a:extLst>
          </p:cNvPr>
          <p:cNvSpPr txBox="1"/>
          <p:nvPr/>
        </p:nvSpPr>
        <p:spPr>
          <a:xfrm>
            <a:off x="737418" y="539188"/>
            <a:ext cx="10785987" cy="3046988"/>
          </a:xfrm>
          <a:prstGeom prst="rect">
            <a:avLst/>
          </a:prstGeom>
          <a:noFill/>
        </p:spPr>
        <p:txBody>
          <a:bodyPr wrap="square">
            <a:spAutoFit/>
          </a:bodyPr>
          <a:lstStyle/>
          <a:p>
            <a:pPr algn="just">
              <a:buNone/>
            </a:pPr>
            <a:r>
              <a:rPr lang="en-US" sz="1600" dirty="0">
                <a:solidFill>
                  <a:srgbClr val="FF0000"/>
                </a:solidFill>
                <a:effectLst/>
                <a:latin typeface="Arial Black" panose="020B0A04020102020204" pitchFamily="34" charset="0"/>
              </a:rPr>
              <a:t>Data preprocessing </a:t>
            </a:r>
            <a:r>
              <a:rPr lang="en-US" sz="1600" dirty="0">
                <a:effectLst/>
                <a:latin typeface="Arial Black" panose="020B0A04020102020204" pitchFamily="34" charset="0"/>
              </a:rPr>
              <a:t>forms the backbone of every machine‑learning project. It transforms raw, inconsistent data into a structured, reliable foundation for analysis. In the Titanic dataset, this meant cleaning missing values, encoding categorical variables like </a:t>
            </a:r>
            <a:r>
              <a:rPr lang="en-US" sz="1600" i="1" dirty="0">
                <a:effectLst/>
                <a:latin typeface="Arial Black" panose="020B0A04020102020204" pitchFamily="34" charset="0"/>
              </a:rPr>
              <a:t>Sex</a:t>
            </a:r>
            <a:r>
              <a:rPr lang="en-US" sz="1600" dirty="0">
                <a:effectLst/>
                <a:latin typeface="Arial Black" panose="020B0A04020102020204" pitchFamily="34" charset="0"/>
              </a:rPr>
              <a:t> and </a:t>
            </a:r>
            <a:r>
              <a:rPr lang="en-US" sz="1600" i="1" dirty="0">
                <a:effectLst/>
                <a:latin typeface="Arial Black" panose="020B0A04020102020204" pitchFamily="34" charset="0"/>
              </a:rPr>
              <a:t>Embarked</a:t>
            </a:r>
            <a:r>
              <a:rPr lang="en-US" sz="1600" dirty="0">
                <a:effectLst/>
                <a:latin typeface="Arial Black" panose="020B0A04020102020204" pitchFamily="34" charset="0"/>
              </a:rPr>
              <a:t>, scaling numerical features such as </a:t>
            </a:r>
            <a:r>
              <a:rPr lang="en-US" sz="1600" i="1" dirty="0">
                <a:effectLst/>
                <a:latin typeface="Arial Black" panose="020B0A04020102020204" pitchFamily="34" charset="0"/>
              </a:rPr>
              <a:t>Age</a:t>
            </a:r>
            <a:r>
              <a:rPr lang="en-US" sz="1600" dirty="0">
                <a:effectLst/>
                <a:latin typeface="Arial Black" panose="020B0A04020102020204" pitchFamily="34" charset="0"/>
              </a:rPr>
              <a:t> and </a:t>
            </a:r>
            <a:r>
              <a:rPr lang="en-US" sz="1600" i="1" dirty="0">
                <a:effectLst/>
                <a:latin typeface="Arial Black" panose="020B0A04020102020204" pitchFamily="34" charset="0"/>
              </a:rPr>
              <a:t>Fare</a:t>
            </a:r>
            <a:r>
              <a:rPr lang="en-US" sz="1600" dirty="0">
                <a:effectLst/>
                <a:latin typeface="Arial Black" panose="020B0A04020102020204" pitchFamily="34" charset="0"/>
              </a:rPr>
              <a:t>, and splitting the data for training and testing. These steps ensure that the model learns from meaningful patterns rather than noise, setting the stage for accurate predictions.</a:t>
            </a:r>
          </a:p>
          <a:p>
            <a:pPr algn="just">
              <a:buNone/>
            </a:pPr>
            <a:endParaRPr lang="en-US" sz="1600" dirty="0">
              <a:latin typeface="Arial Black" panose="020B0A04020102020204" pitchFamily="34" charset="0"/>
            </a:endParaRPr>
          </a:p>
          <a:p>
            <a:pPr algn="just">
              <a:buNone/>
            </a:pPr>
            <a:r>
              <a:rPr lang="en-US" sz="1600" dirty="0">
                <a:effectLst/>
                <a:latin typeface="Arial Black" panose="020B0A04020102020204" pitchFamily="34" charset="0"/>
              </a:rPr>
              <a:t>Once the data is prepared, regression becomes the natural next step — the mathematical lens through which relationships between variables are revealed. Regression helps us understand how one factor influences another: how </a:t>
            </a:r>
            <a:r>
              <a:rPr lang="en-US" sz="1600" i="1" dirty="0">
                <a:effectLst/>
                <a:latin typeface="Arial Black" panose="020B0A04020102020204" pitchFamily="34" charset="0"/>
              </a:rPr>
              <a:t>Age</a:t>
            </a:r>
            <a:r>
              <a:rPr lang="en-US" sz="1600" dirty="0">
                <a:effectLst/>
                <a:latin typeface="Arial Black" panose="020B0A04020102020204" pitchFamily="34" charset="0"/>
              </a:rPr>
              <a:t> or </a:t>
            </a:r>
            <a:r>
              <a:rPr lang="en-US" sz="1600" i="1" dirty="0">
                <a:effectLst/>
                <a:latin typeface="Arial Black" panose="020B0A04020102020204" pitchFamily="34" charset="0"/>
              </a:rPr>
              <a:t>Class</a:t>
            </a:r>
            <a:r>
              <a:rPr lang="en-US" sz="1600" dirty="0">
                <a:effectLst/>
                <a:latin typeface="Arial Black" panose="020B0A04020102020204" pitchFamily="34" charset="0"/>
              </a:rPr>
              <a:t> might affect </a:t>
            </a:r>
            <a:r>
              <a:rPr lang="en-US" sz="1600" i="1" dirty="0">
                <a:effectLst/>
                <a:latin typeface="Arial Black" panose="020B0A04020102020204" pitchFamily="34" charset="0"/>
              </a:rPr>
              <a:t>Fare</a:t>
            </a:r>
            <a:r>
              <a:rPr lang="en-US" sz="1600" dirty="0">
                <a:effectLst/>
                <a:latin typeface="Arial Black" panose="020B0A04020102020204" pitchFamily="34" charset="0"/>
              </a:rPr>
              <a:t>, or how </a:t>
            </a:r>
            <a:r>
              <a:rPr lang="en-US" sz="1600" i="1" dirty="0">
                <a:effectLst/>
                <a:latin typeface="Arial Black" panose="020B0A04020102020204" pitchFamily="34" charset="0"/>
              </a:rPr>
              <a:t>Sex</a:t>
            </a:r>
            <a:r>
              <a:rPr lang="en-US" sz="1600" dirty="0">
                <a:effectLst/>
                <a:latin typeface="Arial Black" panose="020B0A04020102020204" pitchFamily="34" charset="0"/>
              </a:rPr>
              <a:t> and </a:t>
            </a:r>
            <a:r>
              <a:rPr lang="en-US" sz="1600" i="1" dirty="0" err="1">
                <a:effectLst/>
                <a:latin typeface="Arial Black" panose="020B0A04020102020204" pitchFamily="34" charset="0"/>
              </a:rPr>
              <a:t>Pclass</a:t>
            </a:r>
            <a:r>
              <a:rPr lang="en-US" sz="1600" dirty="0">
                <a:effectLst/>
                <a:latin typeface="Arial Black" panose="020B0A04020102020204" pitchFamily="34" charset="0"/>
              </a:rPr>
              <a:t> contribute to </a:t>
            </a:r>
            <a:r>
              <a:rPr lang="en-US" sz="1600" i="1" dirty="0">
                <a:effectLst/>
                <a:latin typeface="Arial Black" panose="020B0A04020102020204" pitchFamily="34" charset="0"/>
              </a:rPr>
              <a:t>Survival</a:t>
            </a:r>
            <a:r>
              <a:rPr lang="en-US" sz="1600" dirty="0">
                <a:effectLst/>
                <a:latin typeface="Arial Black" panose="020B0A04020102020204" pitchFamily="34" charset="0"/>
              </a:rPr>
              <a:t>. It is the bridge between data preparation and intelligent inference, turning cleaned numbers into insights.</a:t>
            </a:r>
            <a:endParaRPr lang="en-US" sz="1600" dirty="0">
              <a:latin typeface="Arial Black" panose="020B0A04020102020204" pitchFamily="34" charset="0"/>
            </a:endParaRPr>
          </a:p>
        </p:txBody>
      </p:sp>
      <p:sp>
        <p:nvSpPr>
          <p:cNvPr id="5" name="TextBox 4">
            <a:extLst>
              <a:ext uri="{FF2B5EF4-FFF2-40B4-BE49-F238E27FC236}">
                <a16:creationId xmlns:a16="http://schemas.microsoft.com/office/drawing/2014/main" id="{EBB517FD-7E52-721E-D6D7-307F201D16EC}"/>
              </a:ext>
            </a:extLst>
          </p:cNvPr>
          <p:cNvSpPr txBox="1"/>
          <p:nvPr/>
        </p:nvSpPr>
        <p:spPr>
          <a:xfrm>
            <a:off x="737418" y="3874868"/>
            <a:ext cx="10874477" cy="2554545"/>
          </a:xfrm>
          <a:prstGeom prst="rect">
            <a:avLst/>
          </a:prstGeom>
          <a:noFill/>
        </p:spPr>
        <p:txBody>
          <a:bodyPr wrap="square">
            <a:spAutoFit/>
          </a:bodyPr>
          <a:lstStyle/>
          <a:p>
            <a:pPr algn="just">
              <a:buNone/>
            </a:pPr>
            <a:r>
              <a:rPr lang="en-US" sz="1600" dirty="0">
                <a:solidFill>
                  <a:srgbClr val="FF0000"/>
                </a:solidFill>
                <a:effectLst/>
                <a:latin typeface="Arial Black" panose="020B0A04020102020204" pitchFamily="34" charset="0"/>
              </a:rPr>
              <a:t>Linear regression</a:t>
            </a:r>
            <a:r>
              <a:rPr lang="en-US" sz="1600" dirty="0">
                <a:effectLst/>
                <a:latin typeface="Arial Black" panose="020B0A04020102020204" pitchFamily="34" charset="0"/>
              </a:rPr>
              <a:t>, the simplest form, draws a straight line through data points to predict continuous outcomes — for instance, estimating </a:t>
            </a:r>
            <a:r>
              <a:rPr lang="en-US" sz="1600" i="1" dirty="0">
                <a:effectLst/>
                <a:latin typeface="Arial Black" panose="020B0A04020102020204" pitchFamily="34" charset="0"/>
              </a:rPr>
              <a:t>Fare</a:t>
            </a:r>
            <a:r>
              <a:rPr lang="en-US" sz="1600" dirty="0">
                <a:effectLst/>
                <a:latin typeface="Arial Black" panose="020B0A04020102020204" pitchFamily="34" charset="0"/>
              </a:rPr>
              <a:t> based on </a:t>
            </a:r>
            <a:r>
              <a:rPr lang="en-US" sz="1600" i="1" dirty="0">
                <a:effectLst/>
                <a:latin typeface="Arial Black" panose="020B0A04020102020204" pitchFamily="34" charset="0"/>
              </a:rPr>
              <a:t>Age</a:t>
            </a:r>
            <a:r>
              <a:rPr lang="en-US" sz="1600" dirty="0">
                <a:effectLst/>
                <a:latin typeface="Arial Black" panose="020B0A04020102020204" pitchFamily="34" charset="0"/>
              </a:rPr>
              <a:t> and </a:t>
            </a:r>
            <a:r>
              <a:rPr lang="en-US" sz="1600" i="1" dirty="0">
                <a:effectLst/>
                <a:latin typeface="Arial Black" panose="020B0A04020102020204" pitchFamily="34" charset="0"/>
              </a:rPr>
              <a:t>Class</a:t>
            </a:r>
            <a:r>
              <a:rPr lang="en-US" sz="1600" dirty="0">
                <a:effectLst/>
                <a:latin typeface="Arial Black" panose="020B0A04020102020204" pitchFamily="34" charset="0"/>
              </a:rPr>
              <a:t>. Logistic regression, on the other hand, bends that line into an S‑curve to classify outcomes such as </a:t>
            </a:r>
            <a:r>
              <a:rPr lang="en-US" sz="1600" i="1" dirty="0">
                <a:effectLst/>
                <a:latin typeface="Arial Black" panose="020B0A04020102020204" pitchFamily="34" charset="0"/>
              </a:rPr>
              <a:t>Survived</a:t>
            </a:r>
            <a:r>
              <a:rPr lang="en-US" sz="1600" dirty="0">
                <a:effectLst/>
                <a:latin typeface="Arial Black" panose="020B0A04020102020204" pitchFamily="34" charset="0"/>
              </a:rPr>
              <a:t> or </a:t>
            </a:r>
            <a:r>
              <a:rPr lang="en-US" sz="1600" i="1" dirty="0">
                <a:effectLst/>
                <a:latin typeface="Arial Black" panose="020B0A04020102020204" pitchFamily="34" charset="0"/>
              </a:rPr>
              <a:t>Not Survived</a:t>
            </a:r>
            <a:r>
              <a:rPr lang="en-US" sz="1600" dirty="0">
                <a:effectLst/>
                <a:latin typeface="Arial Black" panose="020B0A04020102020204" pitchFamily="34" charset="0"/>
              </a:rPr>
              <a:t>. Together, they illustrate how regression adapts to both numeric and categorical predictions, making it a versatile tool in data science.</a:t>
            </a:r>
            <a:endParaRPr lang="en-US" sz="1600" dirty="0">
              <a:latin typeface="Arial Black" panose="020B0A04020102020204" pitchFamily="34" charset="0"/>
            </a:endParaRPr>
          </a:p>
          <a:p>
            <a:pPr algn="just">
              <a:buNone/>
            </a:pPr>
            <a:endParaRPr lang="en-US" sz="1600" dirty="0">
              <a:effectLst/>
              <a:latin typeface="Arial Black" panose="020B0A04020102020204" pitchFamily="34" charset="0"/>
            </a:endParaRPr>
          </a:p>
          <a:p>
            <a:pPr algn="just">
              <a:buNone/>
            </a:pPr>
            <a:r>
              <a:rPr lang="en-US" sz="1600" dirty="0">
                <a:effectLst/>
                <a:latin typeface="Arial Black" panose="020B0A04020102020204" pitchFamily="34" charset="0"/>
              </a:rPr>
              <a:t>In essence, today’s session has shown how preprocessing and regression complement each other: one prepares the data, the other extracts meaning from it. As we move forward, students will see that mastering these two stages — cleaning and modeling — is the key to unlocking the full potential of machine learning.</a:t>
            </a:r>
            <a:endParaRPr lang="en-US" sz="1600" dirty="0">
              <a:latin typeface="Arial Black" panose="020B0A04020102020204" pitchFamily="34" charset="0"/>
            </a:endParaRPr>
          </a:p>
        </p:txBody>
      </p:sp>
    </p:spTree>
    <p:extLst>
      <p:ext uri="{BB962C8B-B14F-4D97-AF65-F5344CB8AC3E}">
        <p14:creationId xmlns:p14="http://schemas.microsoft.com/office/powerpoint/2010/main" val="41603312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73651-F89E-A0B5-CA34-BD2DF2DBD47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E887EE2-0A5B-F319-1C03-7CD81B23C0C7}"/>
              </a:ext>
            </a:extLst>
          </p:cNvPr>
          <p:cNvSpPr txBox="1"/>
          <p:nvPr/>
        </p:nvSpPr>
        <p:spPr>
          <a:xfrm>
            <a:off x="1002890" y="1945542"/>
            <a:ext cx="9950245" cy="1200329"/>
          </a:xfrm>
          <a:prstGeom prst="rect">
            <a:avLst/>
          </a:prstGeom>
          <a:noFill/>
        </p:spPr>
        <p:txBody>
          <a:bodyPr wrap="square">
            <a:spAutoFit/>
          </a:bodyPr>
          <a:lstStyle/>
          <a:p>
            <a:pPr algn="just"/>
            <a:r>
              <a:rPr lang="en-US" dirty="0">
                <a:latin typeface="Arial Black" panose="020B0A04020102020204" pitchFamily="34" charset="0"/>
              </a:rPr>
              <a:t>Together, these methods show us that machine learning isn’t magic — it’s logic built on preparation. Preprocessing gives the data its voice, and regression helps us listen to what it’s saying. When combined, they form the foundation of every predictive model we’ll build.</a:t>
            </a:r>
          </a:p>
        </p:txBody>
      </p:sp>
      <p:sp>
        <p:nvSpPr>
          <p:cNvPr id="7" name="TextBox 6">
            <a:extLst>
              <a:ext uri="{FF2B5EF4-FFF2-40B4-BE49-F238E27FC236}">
                <a16:creationId xmlns:a16="http://schemas.microsoft.com/office/drawing/2014/main" id="{B85E9DF3-32EE-82FE-F0D6-F10E407AFEB7}"/>
              </a:ext>
            </a:extLst>
          </p:cNvPr>
          <p:cNvSpPr txBox="1"/>
          <p:nvPr/>
        </p:nvSpPr>
        <p:spPr>
          <a:xfrm>
            <a:off x="1002891" y="3712130"/>
            <a:ext cx="9851922" cy="1200329"/>
          </a:xfrm>
          <a:prstGeom prst="rect">
            <a:avLst/>
          </a:prstGeom>
          <a:noFill/>
        </p:spPr>
        <p:txBody>
          <a:bodyPr wrap="square">
            <a:spAutoFit/>
          </a:bodyPr>
          <a:lstStyle/>
          <a:p>
            <a:pPr algn="just"/>
            <a:r>
              <a:rPr lang="en-US" dirty="0">
                <a:solidFill>
                  <a:srgbClr val="FF0000"/>
                </a:solidFill>
                <a:latin typeface="Arial Black" panose="020B0A04020102020204" pitchFamily="34" charset="0"/>
              </a:rPr>
              <a:t>In our next class, we’ll dive deeper into </a:t>
            </a:r>
            <a:r>
              <a:rPr lang="en-US" b="1" dirty="0">
                <a:solidFill>
                  <a:srgbClr val="FF0000"/>
                </a:solidFill>
                <a:latin typeface="Arial Black" panose="020B0A04020102020204" pitchFamily="34" charset="0"/>
              </a:rPr>
              <a:t>linear regression analysis</a:t>
            </a:r>
            <a:r>
              <a:rPr lang="en-US" dirty="0">
                <a:solidFill>
                  <a:srgbClr val="FF0000"/>
                </a:solidFill>
                <a:latin typeface="Arial Black" panose="020B0A04020102020204" pitchFamily="34" charset="0"/>
              </a:rPr>
              <a:t>, exploring how to interpret coefficients, measure accuracy, and visualize predictions. For now, remember: clean data leads to clear insights — and regression is how we make those insights speak.</a:t>
            </a:r>
          </a:p>
        </p:txBody>
      </p:sp>
    </p:spTree>
    <p:extLst>
      <p:ext uri="{BB962C8B-B14F-4D97-AF65-F5344CB8AC3E}">
        <p14:creationId xmlns:p14="http://schemas.microsoft.com/office/powerpoint/2010/main" val="15841896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3E42F-9640-3EF1-A1C9-126A7DCF09B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2541B74-438F-36BE-3C3B-85FF2CC50D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222777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TotalTime>
  <Words>3125</Words>
  <Application>Microsoft Office PowerPoint</Application>
  <PresentationFormat>Widescreen</PresentationFormat>
  <Paragraphs>344</Paragraphs>
  <Slides>33</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Aptos</vt:lpstr>
      <vt:lpstr>Aptos Display</vt:lpstr>
      <vt:lpstr>Arial</vt:lpstr>
      <vt:lpstr>Arial Black</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Ashok Gopalakrishnan</dc:creator>
  <cp:lastModifiedBy>Ashok Gopalakrishnan</cp:lastModifiedBy>
  <cp:revision>1</cp:revision>
  <dcterms:created xsi:type="dcterms:W3CDTF">2026-06-19T05:07:49Z</dcterms:created>
  <dcterms:modified xsi:type="dcterms:W3CDTF">2026-06-19T06:52:54Z</dcterms:modified>
</cp:coreProperties>
</file>
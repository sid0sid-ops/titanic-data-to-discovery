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8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C7DBC3-B8D0-4483-98DE-20C0A9975C3F}" v="7" dt="2026-06-17T08:21:39.3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delSld modSld sldOrd">
      <pc:chgData name="Ashok Gopalakrishnan" userId="d8b748a0ad7c7b3a" providerId="LiveId" clId="{59FD0868-84F1-432F-883D-B36E85A19EB2}" dt="2026-06-17T09:20:51.899" v="1139" actId="14100"/>
      <pc:docMkLst>
        <pc:docMk/>
      </pc:docMkLst>
      <pc:sldChg chg="addSp delSp modSp add mod">
        <pc:chgData name="Ashok Gopalakrishnan" userId="d8b748a0ad7c7b3a" providerId="LiveId" clId="{59FD0868-84F1-432F-883D-B36E85A19EB2}" dt="2026-06-17T05:40:34.262" v="13" actId="1076"/>
        <pc:sldMkLst>
          <pc:docMk/>
          <pc:sldMk cId="177739289" sldId="257"/>
        </pc:sldMkLst>
        <pc:spChg chg="mod">
          <ac:chgData name="Ashok Gopalakrishnan" userId="d8b748a0ad7c7b3a" providerId="LiveId" clId="{59FD0868-84F1-432F-883D-B36E85A19EB2}" dt="2026-06-17T05:38:18.703" v="3" actId="1076"/>
          <ac:spMkLst>
            <pc:docMk/>
            <pc:sldMk cId="177739289" sldId="257"/>
            <ac:spMk id="2" creationId="{FDB7CDB0-852E-542D-0557-8117C27F6D79}"/>
          </ac:spMkLst>
        </pc:spChg>
        <pc:spChg chg="del mod">
          <ac:chgData name="Ashok Gopalakrishnan" userId="d8b748a0ad7c7b3a" providerId="LiveId" clId="{59FD0868-84F1-432F-883D-B36E85A19EB2}" dt="2026-06-17T05:38:24.029" v="5" actId="478"/>
          <ac:spMkLst>
            <pc:docMk/>
            <pc:sldMk cId="177739289" sldId="257"/>
            <ac:spMk id="3" creationId="{D25EC27D-6BA1-5053-6CB5-29874401690D}"/>
          </ac:spMkLst>
        </pc:spChg>
        <pc:spChg chg="add del mod">
          <ac:chgData name="Ashok Gopalakrishnan" userId="d8b748a0ad7c7b3a" providerId="LiveId" clId="{59FD0868-84F1-432F-883D-B36E85A19EB2}" dt="2026-06-17T05:38:28.260" v="6" actId="478"/>
          <ac:spMkLst>
            <pc:docMk/>
            <pc:sldMk cId="177739289" sldId="257"/>
            <ac:spMk id="6" creationId="{0EFFED45-AC20-1E69-8620-B31A35AEB40D}"/>
          </ac:spMkLst>
        </pc:spChg>
        <pc:picChg chg="del mod">
          <ac:chgData name="Ashok Gopalakrishnan" userId="d8b748a0ad7c7b3a" providerId="LiveId" clId="{59FD0868-84F1-432F-883D-B36E85A19EB2}" dt="2026-06-17T05:38:14.902" v="2" actId="478"/>
          <ac:picMkLst>
            <pc:docMk/>
            <pc:sldMk cId="177739289" sldId="257"/>
            <ac:picMk id="5" creationId="{94CC3F23-C7CF-A2FF-5C39-92122A80F0DF}"/>
          </ac:picMkLst>
        </pc:picChg>
        <pc:picChg chg="add mod">
          <ac:chgData name="Ashok Gopalakrishnan" userId="d8b748a0ad7c7b3a" providerId="LiveId" clId="{59FD0868-84F1-432F-883D-B36E85A19EB2}" dt="2026-06-17T05:40:34.262" v="13" actId="1076"/>
          <ac:picMkLst>
            <pc:docMk/>
            <pc:sldMk cId="177739289" sldId="257"/>
            <ac:picMk id="8" creationId="{1A79E30C-1657-2C32-1F1A-5AB9DB636A10}"/>
          </ac:picMkLst>
        </pc:picChg>
      </pc:sldChg>
      <pc:sldChg chg="addSp delSp modSp add mod">
        <pc:chgData name="Ashok Gopalakrishnan" userId="d8b748a0ad7c7b3a" providerId="LiveId" clId="{59FD0868-84F1-432F-883D-B36E85A19EB2}" dt="2026-06-17T06:46:07.430" v="51" actId="12"/>
        <pc:sldMkLst>
          <pc:docMk/>
          <pc:sldMk cId="1839889009" sldId="258"/>
        </pc:sldMkLst>
        <pc:spChg chg="add mod">
          <ac:chgData name="Ashok Gopalakrishnan" userId="d8b748a0ad7c7b3a" providerId="LiveId" clId="{59FD0868-84F1-432F-883D-B36E85A19EB2}" dt="2026-06-17T06:44:43.677" v="33" actId="1076"/>
          <ac:spMkLst>
            <pc:docMk/>
            <pc:sldMk cId="1839889009" sldId="258"/>
            <ac:spMk id="4" creationId="{68999A5C-2938-AD20-A557-BBA3EA45A655}"/>
          </ac:spMkLst>
        </pc:spChg>
        <pc:spChg chg="add mod">
          <ac:chgData name="Ashok Gopalakrishnan" userId="d8b748a0ad7c7b3a" providerId="LiveId" clId="{59FD0868-84F1-432F-883D-B36E85A19EB2}" dt="2026-06-17T06:46:07.430" v="51" actId="12"/>
          <ac:spMkLst>
            <pc:docMk/>
            <pc:sldMk cId="1839889009" sldId="258"/>
            <ac:spMk id="6" creationId="{5C8B835C-C373-6A81-B9F4-C13CF5B52093}"/>
          </ac:spMkLst>
        </pc:spChg>
        <pc:picChg chg="del">
          <ac:chgData name="Ashok Gopalakrishnan" userId="d8b748a0ad7c7b3a" providerId="LiveId" clId="{59FD0868-84F1-432F-883D-B36E85A19EB2}" dt="2026-06-17T05:40:51.839" v="15" actId="478"/>
          <ac:picMkLst>
            <pc:docMk/>
            <pc:sldMk cId="1839889009" sldId="258"/>
            <ac:picMk id="8" creationId="{8B5D5B0C-A5E9-145F-B085-09800DABA107}"/>
          </ac:picMkLst>
        </pc:picChg>
      </pc:sldChg>
      <pc:sldChg chg="addSp delSp modSp add mod">
        <pc:chgData name="Ashok Gopalakrishnan" userId="d8b748a0ad7c7b3a" providerId="LiveId" clId="{59FD0868-84F1-432F-883D-B36E85A19EB2}" dt="2026-06-17T06:49:08.122" v="82" actId="207"/>
        <pc:sldMkLst>
          <pc:docMk/>
          <pc:sldMk cId="3670242635" sldId="259"/>
        </pc:sldMkLst>
        <pc:spChg chg="del">
          <ac:chgData name="Ashok Gopalakrishnan" userId="d8b748a0ad7c7b3a" providerId="LiveId" clId="{59FD0868-84F1-432F-883D-B36E85A19EB2}" dt="2026-06-17T06:46:28.930" v="53" actId="478"/>
          <ac:spMkLst>
            <pc:docMk/>
            <pc:sldMk cId="3670242635" sldId="259"/>
            <ac:spMk id="4" creationId="{05ECF870-B8C0-0650-AB47-BD7DC22CE6D5}"/>
          </ac:spMkLst>
        </pc:spChg>
        <pc:spChg chg="add mod">
          <ac:chgData name="Ashok Gopalakrishnan" userId="d8b748a0ad7c7b3a" providerId="LiveId" clId="{59FD0868-84F1-432F-883D-B36E85A19EB2}" dt="2026-06-17T06:49:08.122" v="82" actId="207"/>
          <ac:spMkLst>
            <pc:docMk/>
            <pc:sldMk cId="3670242635" sldId="259"/>
            <ac:spMk id="5" creationId="{D663506B-E0B8-2330-E683-B8A5AAC3386A}"/>
          </ac:spMkLst>
        </pc:spChg>
        <pc:spChg chg="del">
          <ac:chgData name="Ashok Gopalakrishnan" userId="d8b748a0ad7c7b3a" providerId="LiveId" clId="{59FD0868-84F1-432F-883D-B36E85A19EB2}" dt="2026-06-17T06:46:31.734" v="54" actId="478"/>
          <ac:spMkLst>
            <pc:docMk/>
            <pc:sldMk cId="3670242635" sldId="259"/>
            <ac:spMk id="6" creationId="{F564B6C7-5501-E887-62BC-14388660E2F9}"/>
          </ac:spMkLst>
        </pc:spChg>
      </pc:sldChg>
      <pc:sldChg chg="addSp delSp modSp add mod">
        <pc:chgData name="Ashok Gopalakrishnan" userId="d8b748a0ad7c7b3a" providerId="LiveId" clId="{59FD0868-84F1-432F-883D-B36E85A19EB2}" dt="2026-06-17T06:54:11.783" v="111" actId="1076"/>
        <pc:sldMkLst>
          <pc:docMk/>
          <pc:sldMk cId="1092211595" sldId="260"/>
        </pc:sldMkLst>
        <pc:spChg chg="add mod">
          <ac:chgData name="Ashok Gopalakrishnan" userId="d8b748a0ad7c7b3a" providerId="LiveId" clId="{59FD0868-84F1-432F-883D-B36E85A19EB2}" dt="2026-06-17T06:54:11.783" v="111" actId="1076"/>
          <ac:spMkLst>
            <pc:docMk/>
            <pc:sldMk cId="1092211595" sldId="260"/>
            <ac:spMk id="4" creationId="{BA6C4696-8AF3-57DA-4685-411F225B21EC}"/>
          </ac:spMkLst>
        </pc:spChg>
        <pc:spChg chg="del">
          <ac:chgData name="Ashok Gopalakrishnan" userId="d8b748a0ad7c7b3a" providerId="LiveId" clId="{59FD0868-84F1-432F-883D-B36E85A19EB2}" dt="2026-06-17T06:52:07.152" v="84" actId="478"/>
          <ac:spMkLst>
            <pc:docMk/>
            <pc:sldMk cId="1092211595" sldId="260"/>
            <ac:spMk id="5" creationId="{C538917F-470A-B361-8076-C9B1E8AEA350}"/>
          </ac:spMkLst>
        </pc:spChg>
      </pc:sldChg>
      <pc:sldChg chg="addSp delSp modSp add mod">
        <pc:chgData name="Ashok Gopalakrishnan" userId="d8b748a0ad7c7b3a" providerId="LiveId" clId="{59FD0868-84F1-432F-883D-B36E85A19EB2}" dt="2026-06-17T06:57:48.626" v="137" actId="122"/>
        <pc:sldMkLst>
          <pc:docMk/>
          <pc:sldMk cId="2754937358" sldId="261"/>
        </pc:sldMkLst>
        <pc:spChg chg="del">
          <ac:chgData name="Ashok Gopalakrishnan" userId="d8b748a0ad7c7b3a" providerId="LiveId" clId="{59FD0868-84F1-432F-883D-B36E85A19EB2}" dt="2026-06-17T06:54:23.090" v="113" actId="478"/>
          <ac:spMkLst>
            <pc:docMk/>
            <pc:sldMk cId="2754937358" sldId="261"/>
            <ac:spMk id="4" creationId="{9FB20952-A312-7A32-C89A-B934351DCB41}"/>
          </ac:spMkLst>
        </pc:spChg>
        <pc:spChg chg="add mod">
          <ac:chgData name="Ashok Gopalakrishnan" userId="d8b748a0ad7c7b3a" providerId="LiveId" clId="{59FD0868-84F1-432F-883D-B36E85A19EB2}" dt="2026-06-17T06:55:20.908" v="123" actId="1076"/>
          <ac:spMkLst>
            <pc:docMk/>
            <pc:sldMk cId="2754937358" sldId="261"/>
            <ac:spMk id="6" creationId="{E9F2E0B6-06BF-6762-8F44-8FF0E0356A9F}"/>
          </ac:spMkLst>
        </pc:spChg>
        <pc:spChg chg="add mod">
          <ac:chgData name="Ashok Gopalakrishnan" userId="d8b748a0ad7c7b3a" providerId="LiveId" clId="{59FD0868-84F1-432F-883D-B36E85A19EB2}" dt="2026-06-17T06:57:48.626" v="137" actId="122"/>
          <ac:spMkLst>
            <pc:docMk/>
            <pc:sldMk cId="2754937358" sldId="261"/>
            <ac:spMk id="8" creationId="{45E41478-BFA4-B4DF-4025-387E82464D5E}"/>
          </ac:spMkLst>
        </pc:spChg>
        <pc:graphicFrameChg chg="add mod modGraphic">
          <ac:chgData name="Ashok Gopalakrishnan" userId="d8b748a0ad7c7b3a" providerId="LiveId" clId="{59FD0868-84F1-432F-883D-B36E85A19EB2}" dt="2026-06-17T06:57:01.538" v="129"/>
          <ac:graphicFrameMkLst>
            <pc:docMk/>
            <pc:sldMk cId="2754937358" sldId="261"/>
            <ac:graphicFrameMk id="3" creationId="{A2169C6D-1F8A-E748-1653-710A797BE92D}"/>
          </ac:graphicFrameMkLst>
        </pc:graphicFrameChg>
      </pc:sldChg>
      <pc:sldChg chg="addSp delSp modSp add mod">
        <pc:chgData name="Ashok Gopalakrishnan" userId="d8b748a0ad7c7b3a" providerId="LiveId" clId="{59FD0868-84F1-432F-883D-B36E85A19EB2}" dt="2026-06-17T07:05:25.425" v="183" actId="207"/>
        <pc:sldMkLst>
          <pc:docMk/>
          <pc:sldMk cId="125137275" sldId="262"/>
        </pc:sldMkLst>
        <pc:spChg chg="add mod">
          <ac:chgData name="Ashok Gopalakrishnan" userId="d8b748a0ad7c7b3a" providerId="LiveId" clId="{59FD0868-84F1-432F-883D-B36E85A19EB2}" dt="2026-06-17T07:04:59.469" v="179" actId="1076"/>
          <ac:spMkLst>
            <pc:docMk/>
            <pc:sldMk cId="125137275" sldId="262"/>
            <ac:spMk id="5" creationId="{8DDEBF0B-7250-D836-72FE-C553DBE2A6BC}"/>
          </ac:spMkLst>
        </pc:spChg>
        <pc:spChg chg="del">
          <ac:chgData name="Ashok Gopalakrishnan" userId="d8b748a0ad7c7b3a" providerId="LiveId" clId="{59FD0868-84F1-432F-883D-B36E85A19EB2}" dt="2026-06-17T06:55:33.896" v="126" actId="478"/>
          <ac:spMkLst>
            <pc:docMk/>
            <pc:sldMk cId="125137275" sldId="262"/>
            <ac:spMk id="6" creationId="{10FA244E-93EE-679A-8ED1-85B2D70FB163}"/>
          </ac:spMkLst>
        </pc:spChg>
        <pc:spChg chg="add mod">
          <ac:chgData name="Ashok Gopalakrishnan" userId="d8b748a0ad7c7b3a" providerId="LiveId" clId="{59FD0868-84F1-432F-883D-B36E85A19EB2}" dt="2026-06-17T07:05:19.475" v="182" actId="207"/>
          <ac:spMkLst>
            <pc:docMk/>
            <pc:sldMk cId="125137275" sldId="262"/>
            <ac:spMk id="8" creationId="{E8185CB6-7CFC-B56D-D97B-D5CA746D8778}"/>
          </ac:spMkLst>
        </pc:spChg>
        <pc:spChg chg="add mod">
          <ac:chgData name="Ashok Gopalakrishnan" userId="d8b748a0ad7c7b3a" providerId="LiveId" clId="{59FD0868-84F1-432F-883D-B36E85A19EB2}" dt="2026-06-17T07:05:25.425" v="183" actId="207"/>
          <ac:spMkLst>
            <pc:docMk/>
            <pc:sldMk cId="125137275" sldId="262"/>
            <ac:spMk id="12" creationId="{10B4CE47-A534-8741-C8D4-01EEE3D96C53}"/>
          </ac:spMkLst>
        </pc:spChg>
        <pc:graphicFrameChg chg="del">
          <ac:chgData name="Ashok Gopalakrishnan" userId="d8b748a0ad7c7b3a" providerId="LiveId" clId="{59FD0868-84F1-432F-883D-B36E85A19EB2}" dt="2026-06-17T06:55:31.059" v="125" actId="478"/>
          <ac:graphicFrameMkLst>
            <pc:docMk/>
            <pc:sldMk cId="125137275" sldId="262"/>
            <ac:graphicFrameMk id="3" creationId="{D15D9F4E-7B7D-9E06-4271-B51F738C8D81}"/>
          </ac:graphicFrameMkLst>
        </pc:graphicFrameChg>
        <pc:picChg chg="add mod">
          <ac:chgData name="Ashok Gopalakrishnan" userId="d8b748a0ad7c7b3a" providerId="LiveId" clId="{59FD0868-84F1-432F-883D-B36E85A19EB2}" dt="2026-06-17T07:05:02.883" v="180" actId="1076"/>
          <ac:picMkLst>
            <pc:docMk/>
            <pc:sldMk cId="125137275" sldId="262"/>
            <ac:picMk id="10" creationId="{701BB17F-043D-2F90-7092-5073B0B97FEC}"/>
          </ac:picMkLst>
        </pc:picChg>
      </pc:sldChg>
      <pc:sldChg chg="addSp delSp modSp add mod">
        <pc:chgData name="Ashok Gopalakrishnan" userId="d8b748a0ad7c7b3a" providerId="LiveId" clId="{59FD0868-84F1-432F-883D-B36E85A19EB2}" dt="2026-06-17T07:10:01.490" v="222" actId="1076"/>
        <pc:sldMkLst>
          <pc:docMk/>
          <pc:sldMk cId="2225541576" sldId="263"/>
        </pc:sldMkLst>
        <pc:spChg chg="add mod">
          <ac:chgData name="Ashok Gopalakrishnan" userId="d8b748a0ad7c7b3a" providerId="LiveId" clId="{59FD0868-84F1-432F-883D-B36E85A19EB2}" dt="2026-06-17T07:06:39.908" v="190" actId="207"/>
          <ac:spMkLst>
            <pc:docMk/>
            <pc:sldMk cId="2225541576" sldId="263"/>
            <ac:spMk id="4" creationId="{249BF982-6D8B-5994-11AA-988AF1E40E6C}"/>
          </ac:spMkLst>
        </pc:spChg>
        <pc:spChg chg="mod">
          <ac:chgData name="Ashok Gopalakrishnan" userId="d8b748a0ad7c7b3a" providerId="LiveId" clId="{59FD0868-84F1-432F-883D-B36E85A19EB2}" dt="2026-06-17T07:07:56.550" v="197" actId="122"/>
          <ac:spMkLst>
            <pc:docMk/>
            <pc:sldMk cId="2225541576" sldId="263"/>
            <ac:spMk id="5" creationId="{2670A2B1-1868-6EB4-AC67-4818E05764DD}"/>
          </ac:spMkLst>
        </pc:spChg>
        <pc:spChg chg="del">
          <ac:chgData name="Ashok Gopalakrishnan" userId="d8b748a0ad7c7b3a" providerId="LiveId" clId="{59FD0868-84F1-432F-883D-B36E85A19EB2}" dt="2026-06-17T07:02:44.895" v="159" actId="478"/>
          <ac:spMkLst>
            <pc:docMk/>
            <pc:sldMk cId="2225541576" sldId="263"/>
            <ac:spMk id="8" creationId="{11410F36-11E4-0D80-B1FB-0BE8B785B484}"/>
          </ac:spMkLst>
        </pc:spChg>
        <pc:spChg chg="add mod">
          <ac:chgData name="Ashok Gopalakrishnan" userId="d8b748a0ad7c7b3a" providerId="LiveId" clId="{59FD0868-84F1-432F-883D-B36E85A19EB2}" dt="2026-06-17T07:10:01.490" v="222" actId="1076"/>
          <ac:spMkLst>
            <pc:docMk/>
            <pc:sldMk cId="2225541576" sldId="263"/>
            <ac:spMk id="11" creationId="{300F15FA-B889-98ED-109F-D07E94E4D281}"/>
          </ac:spMkLst>
        </pc:spChg>
        <pc:picChg chg="add mod">
          <ac:chgData name="Ashok Gopalakrishnan" userId="d8b748a0ad7c7b3a" providerId="LiveId" clId="{59FD0868-84F1-432F-883D-B36E85A19EB2}" dt="2026-06-17T07:08:45.676" v="204" actId="1076"/>
          <ac:picMkLst>
            <pc:docMk/>
            <pc:sldMk cId="2225541576" sldId="263"/>
            <ac:picMk id="7" creationId="{30D404A7-7EEA-8B01-CF94-CF4EFED2EBB2}"/>
          </ac:picMkLst>
        </pc:picChg>
        <pc:picChg chg="del">
          <ac:chgData name="Ashok Gopalakrishnan" userId="d8b748a0ad7c7b3a" providerId="LiveId" clId="{59FD0868-84F1-432F-883D-B36E85A19EB2}" dt="2026-06-17T07:02:47.670" v="160" actId="478"/>
          <ac:picMkLst>
            <pc:docMk/>
            <pc:sldMk cId="2225541576" sldId="263"/>
            <ac:picMk id="10" creationId="{0BB1A7E7-EFB8-0BB4-A02D-682B975F88D9}"/>
          </ac:picMkLst>
        </pc:picChg>
      </pc:sldChg>
      <pc:sldChg chg="addSp delSp modSp add mod">
        <pc:chgData name="Ashok Gopalakrishnan" userId="d8b748a0ad7c7b3a" providerId="LiveId" clId="{59FD0868-84F1-432F-883D-B36E85A19EB2}" dt="2026-06-17T07:14:13.759" v="249" actId="14100"/>
        <pc:sldMkLst>
          <pc:docMk/>
          <pc:sldMk cId="2278214262" sldId="264"/>
        </pc:sldMkLst>
        <pc:spChg chg="del">
          <ac:chgData name="Ashok Gopalakrishnan" userId="d8b748a0ad7c7b3a" providerId="LiveId" clId="{59FD0868-84F1-432F-883D-B36E85A19EB2}" dt="2026-06-17T07:10:44.324" v="226" actId="478"/>
          <ac:spMkLst>
            <pc:docMk/>
            <pc:sldMk cId="2278214262" sldId="264"/>
            <ac:spMk id="4" creationId="{DCD083CC-3277-FA3B-7DD4-FAF245847B9A}"/>
          </ac:spMkLst>
        </pc:spChg>
        <pc:spChg chg="del">
          <ac:chgData name="Ashok Gopalakrishnan" userId="d8b748a0ad7c7b3a" providerId="LiveId" clId="{59FD0868-84F1-432F-883D-B36E85A19EB2}" dt="2026-06-17T07:10:46.804" v="227" actId="478"/>
          <ac:spMkLst>
            <pc:docMk/>
            <pc:sldMk cId="2278214262" sldId="264"/>
            <ac:spMk id="5" creationId="{1111C476-45BC-714E-957C-AD2834397327}"/>
          </ac:spMkLst>
        </pc:spChg>
        <pc:spChg chg="add mod">
          <ac:chgData name="Ashok Gopalakrishnan" userId="d8b748a0ad7c7b3a" providerId="LiveId" clId="{59FD0868-84F1-432F-883D-B36E85A19EB2}" dt="2026-06-17T07:11:28.812" v="233" actId="207"/>
          <ac:spMkLst>
            <pc:docMk/>
            <pc:sldMk cId="2278214262" sldId="264"/>
            <ac:spMk id="6" creationId="{DAA7B3E1-6FE1-ADB3-95D6-EA66F0F7A8BA}"/>
          </ac:spMkLst>
        </pc:spChg>
        <pc:spChg chg="del">
          <ac:chgData name="Ashok Gopalakrishnan" userId="d8b748a0ad7c7b3a" providerId="LiveId" clId="{59FD0868-84F1-432F-883D-B36E85A19EB2}" dt="2026-06-17T07:10:38.775" v="224" actId="478"/>
          <ac:spMkLst>
            <pc:docMk/>
            <pc:sldMk cId="2278214262" sldId="264"/>
            <ac:spMk id="11" creationId="{C23D72C4-F680-7A0B-C051-B944756AA2EC}"/>
          </ac:spMkLst>
        </pc:spChg>
        <pc:spChg chg="add mod">
          <ac:chgData name="Ashok Gopalakrishnan" userId="d8b748a0ad7c7b3a" providerId="LiveId" clId="{59FD0868-84F1-432F-883D-B36E85A19EB2}" dt="2026-06-17T07:14:08.755" v="247" actId="12"/>
          <ac:spMkLst>
            <pc:docMk/>
            <pc:sldMk cId="2278214262" sldId="264"/>
            <ac:spMk id="12" creationId="{5C4A956E-9677-8916-8001-28D4C0053BCD}"/>
          </ac:spMkLst>
        </pc:spChg>
        <pc:picChg chg="del">
          <ac:chgData name="Ashok Gopalakrishnan" userId="d8b748a0ad7c7b3a" providerId="LiveId" clId="{59FD0868-84F1-432F-883D-B36E85A19EB2}" dt="2026-06-17T07:10:41.681" v="225" actId="478"/>
          <ac:picMkLst>
            <pc:docMk/>
            <pc:sldMk cId="2278214262" sldId="264"/>
            <ac:picMk id="7" creationId="{00F69742-392B-280B-6FE7-1E199EEB7C20}"/>
          </ac:picMkLst>
        </pc:picChg>
        <pc:picChg chg="add mod">
          <ac:chgData name="Ashok Gopalakrishnan" userId="d8b748a0ad7c7b3a" providerId="LiveId" clId="{59FD0868-84F1-432F-883D-B36E85A19EB2}" dt="2026-06-17T07:14:13.759" v="249" actId="14100"/>
          <ac:picMkLst>
            <pc:docMk/>
            <pc:sldMk cId="2278214262" sldId="264"/>
            <ac:picMk id="9" creationId="{C357BD2D-8137-6A90-671B-7E5A1673472E}"/>
          </ac:picMkLst>
        </pc:picChg>
      </pc:sldChg>
      <pc:sldChg chg="addSp delSp modSp add mod">
        <pc:chgData name="Ashok Gopalakrishnan" userId="d8b748a0ad7c7b3a" providerId="LiveId" clId="{59FD0868-84F1-432F-883D-B36E85A19EB2}" dt="2026-06-17T07:17:24.284" v="274" actId="12"/>
        <pc:sldMkLst>
          <pc:docMk/>
          <pc:sldMk cId="2264076671" sldId="265"/>
        </pc:sldMkLst>
        <pc:spChg chg="add mod">
          <ac:chgData name="Ashok Gopalakrishnan" userId="d8b748a0ad7c7b3a" providerId="LiveId" clId="{59FD0868-84F1-432F-883D-B36E85A19EB2}" dt="2026-06-17T07:15:16.621" v="259" actId="207"/>
          <ac:spMkLst>
            <pc:docMk/>
            <pc:sldMk cId="2264076671" sldId="265"/>
            <ac:spMk id="4" creationId="{9422DDF1-0079-A17F-0E3E-659EBABEA3F4}"/>
          </ac:spMkLst>
        </pc:spChg>
        <pc:spChg chg="del">
          <ac:chgData name="Ashok Gopalakrishnan" userId="d8b748a0ad7c7b3a" providerId="LiveId" clId="{59FD0868-84F1-432F-883D-B36E85A19EB2}" dt="2026-06-17T07:14:29.834" v="251" actId="478"/>
          <ac:spMkLst>
            <pc:docMk/>
            <pc:sldMk cId="2264076671" sldId="265"/>
            <ac:spMk id="6" creationId="{E84D65F9-059C-6B44-B16D-D08904691777}"/>
          </ac:spMkLst>
        </pc:spChg>
        <pc:spChg chg="add mod">
          <ac:chgData name="Ashok Gopalakrishnan" userId="d8b748a0ad7c7b3a" providerId="LiveId" clId="{59FD0868-84F1-432F-883D-B36E85A19EB2}" dt="2026-06-17T07:17:24.284" v="274" actId="12"/>
          <ac:spMkLst>
            <pc:docMk/>
            <pc:sldMk cId="2264076671" sldId="265"/>
            <ac:spMk id="10" creationId="{583BEBEC-9B3B-B308-8E03-1B2F7A6573FB}"/>
          </ac:spMkLst>
        </pc:spChg>
        <pc:spChg chg="del">
          <ac:chgData name="Ashok Gopalakrishnan" userId="d8b748a0ad7c7b3a" providerId="LiveId" clId="{59FD0868-84F1-432F-883D-B36E85A19EB2}" dt="2026-06-17T07:14:34.716" v="253" actId="478"/>
          <ac:spMkLst>
            <pc:docMk/>
            <pc:sldMk cId="2264076671" sldId="265"/>
            <ac:spMk id="12" creationId="{51DF610F-4C3F-E1A6-0BE3-9C167180D18A}"/>
          </ac:spMkLst>
        </pc:spChg>
        <pc:picChg chg="add mod">
          <ac:chgData name="Ashok Gopalakrishnan" userId="d8b748a0ad7c7b3a" providerId="LiveId" clId="{59FD0868-84F1-432F-883D-B36E85A19EB2}" dt="2026-06-17T07:16:17" v="263" actId="1076"/>
          <ac:picMkLst>
            <pc:docMk/>
            <pc:sldMk cId="2264076671" sldId="265"/>
            <ac:picMk id="7" creationId="{456C282B-B4C6-16FD-E58E-594B87D06E70}"/>
          </ac:picMkLst>
        </pc:picChg>
        <pc:picChg chg="del">
          <ac:chgData name="Ashok Gopalakrishnan" userId="d8b748a0ad7c7b3a" providerId="LiveId" clId="{59FD0868-84F1-432F-883D-B36E85A19EB2}" dt="2026-06-17T07:14:32.283" v="252" actId="478"/>
          <ac:picMkLst>
            <pc:docMk/>
            <pc:sldMk cId="2264076671" sldId="265"/>
            <ac:picMk id="9" creationId="{034BC756-30DF-7515-50AC-425AE3FEC832}"/>
          </ac:picMkLst>
        </pc:picChg>
      </pc:sldChg>
      <pc:sldChg chg="addSp delSp modSp add mod">
        <pc:chgData name="Ashok Gopalakrishnan" userId="d8b748a0ad7c7b3a" providerId="LiveId" clId="{59FD0868-84F1-432F-883D-B36E85A19EB2}" dt="2026-06-17T07:21:40.944" v="297" actId="1076"/>
        <pc:sldMkLst>
          <pc:docMk/>
          <pc:sldMk cId="114445824" sldId="266"/>
        </pc:sldMkLst>
        <pc:spChg chg="del">
          <ac:chgData name="Ashok Gopalakrishnan" userId="d8b748a0ad7c7b3a" providerId="LiveId" clId="{59FD0868-84F1-432F-883D-B36E85A19EB2}" dt="2026-06-17T07:17:38.501" v="276" actId="478"/>
          <ac:spMkLst>
            <pc:docMk/>
            <pc:sldMk cId="114445824" sldId="266"/>
            <ac:spMk id="4" creationId="{7B5C6353-A946-2AE6-414D-917F36D3DF60}"/>
          </ac:spMkLst>
        </pc:spChg>
        <pc:spChg chg="add mod">
          <ac:chgData name="Ashok Gopalakrishnan" userId="d8b748a0ad7c7b3a" providerId="LiveId" clId="{59FD0868-84F1-432F-883D-B36E85A19EB2}" dt="2026-06-17T07:19:08.996" v="284" actId="123"/>
          <ac:spMkLst>
            <pc:docMk/>
            <pc:sldMk cId="114445824" sldId="266"/>
            <ac:spMk id="5" creationId="{2F64260E-C811-A46D-288C-70659B972CB8}"/>
          </ac:spMkLst>
        </pc:spChg>
        <pc:spChg chg="del">
          <ac:chgData name="Ashok Gopalakrishnan" userId="d8b748a0ad7c7b3a" providerId="LiveId" clId="{59FD0868-84F1-432F-883D-B36E85A19EB2}" dt="2026-06-17T07:17:45.032" v="278" actId="478"/>
          <ac:spMkLst>
            <pc:docMk/>
            <pc:sldMk cId="114445824" sldId="266"/>
            <ac:spMk id="10" creationId="{6BF49677-BEEC-3CF0-2948-1E92739CC343}"/>
          </ac:spMkLst>
        </pc:spChg>
        <pc:spChg chg="add mod">
          <ac:chgData name="Ashok Gopalakrishnan" userId="d8b748a0ad7c7b3a" providerId="LiveId" clId="{59FD0868-84F1-432F-883D-B36E85A19EB2}" dt="2026-06-17T07:21:40.944" v="297" actId="1076"/>
          <ac:spMkLst>
            <pc:docMk/>
            <pc:sldMk cId="114445824" sldId="266"/>
            <ac:spMk id="11" creationId="{0DB6D3AD-EAB5-5CAF-E337-EF1D28146BF4}"/>
          </ac:spMkLst>
        </pc:spChg>
        <pc:picChg chg="del">
          <ac:chgData name="Ashok Gopalakrishnan" userId="d8b748a0ad7c7b3a" providerId="LiveId" clId="{59FD0868-84F1-432F-883D-B36E85A19EB2}" dt="2026-06-17T07:17:41.089" v="277" actId="478"/>
          <ac:picMkLst>
            <pc:docMk/>
            <pc:sldMk cId="114445824" sldId="266"/>
            <ac:picMk id="7" creationId="{99DF2FA4-792A-2938-DA1D-82117AE6E5B2}"/>
          </ac:picMkLst>
        </pc:picChg>
        <pc:picChg chg="add mod">
          <ac:chgData name="Ashok Gopalakrishnan" userId="d8b748a0ad7c7b3a" providerId="LiveId" clId="{59FD0868-84F1-432F-883D-B36E85A19EB2}" dt="2026-06-17T07:20:19.413" v="289" actId="14100"/>
          <ac:picMkLst>
            <pc:docMk/>
            <pc:sldMk cId="114445824" sldId="266"/>
            <ac:picMk id="8" creationId="{871E638C-9875-22AF-CC6D-8E9FBE0312E2}"/>
          </ac:picMkLst>
        </pc:picChg>
      </pc:sldChg>
      <pc:sldChg chg="addSp delSp modSp add mod">
        <pc:chgData name="Ashok Gopalakrishnan" userId="d8b748a0ad7c7b3a" providerId="LiveId" clId="{59FD0868-84F1-432F-883D-B36E85A19EB2}" dt="2026-06-17T07:25:26.659" v="328" actId="207"/>
        <pc:sldMkLst>
          <pc:docMk/>
          <pc:sldMk cId="109793832" sldId="267"/>
        </pc:sldMkLst>
        <pc:spChg chg="add mod">
          <ac:chgData name="Ashok Gopalakrishnan" userId="d8b748a0ad7c7b3a" providerId="LiveId" clId="{59FD0868-84F1-432F-883D-B36E85A19EB2}" dt="2026-06-17T07:23:42.582" v="310" actId="1076"/>
          <ac:spMkLst>
            <pc:docMk/>
            <pc:sldMk cId="109793832" sldId="267"/>
            <ac:spMk id="4" creationId="{417CC38C-CBE6-3653-8F0F-29D434467BCE}"/>
          </ac:spMkLst>
        </pc:spChg>
        <pc:spChg chg="del">
          <ac:chgData name="Ashok Gopalakrishnan" userId="d8b748a0ad7c7b3a" providerId="LiveId" clId="{59FD0868-84F1-432F-883D-B36E85A19EB2}" dt="2026-06-17T07:22:00.550" v="299" actId="478"/>
          <ac:spMkLst>
            <pc:docMk/>
            <pc:sldMk cId="109793832" sldId="267"/>
            <ac:spMk id="5" creationId="{D5F11B64-E661-86A5-D022-2E4DA9CCC779}"/>
          </ac:spMkLst>
        </pc:spChg>
        <pc:spChg chg="add mod">
          <ac:chgData name="Ashok Gopalakrishnan" userId="d8b748a0ad7c7b3a" providerId="LiveId" clId="{59FD0868-84F1-432F-883D-B36E85A19EB2}" dt="2026-06-17T07:25:26.659" v="328" actId="207"/>
          <ac:spMkLst>
            <pc:docMk/>
            <pc:sldMk cId="109793832" sldId="267"/>
            <ac:spMk id="7" creationId="{3AA9258A-F578-C50C-BAFA-BE192D3EB9B9}"/>
          </ac:spMkLst>
        </pc:spChg>
        <pc:spChg chg="del">
          <ac:chgData name="Ashok Gopalakrishnan" userId="d8b748a0ad7c7b3a" providerId="LiveId" clId="{59FD0868-84F1-432F-883D-B36E85A19EB2}" dt="2026-06-17T07:22:05.084" v="302" actId="478"/>
          <ac:spMkLst>
            <pc:docMk/>
            <pc:sldMk cId="109793832" sldId="267"/>
            <ac:spMk id="11" creationId="{750F29A1-2605-59F3-4F9F-1CD27ACACC05}"/>
          </ac:spMkLst>
        </pc:spChg>
        <pc:picChg chg="del mod">
          <ac:chgData name="Ashok Gopalakrishnan" userId="d8b748a0ad7c7b3a" providerId="LiveId" clId="{59FD0868-84F1-432F-883D-B36E85A19EB2}" dt="2026-06-17T07:22:02.675" v="301" actId="478"/>
          <ac:picMkLst>
            <pc:docMk/>
            <pc:sldMk cId="109793832" sldId="267"/>
            <ac:picMk id="8" creationId="{DDF3DE44-2D27-B477-F5DA-E35686C8FD5D}"/>
          </ac:picMkLst>
        </pc:picChg>
      </pc:sldChg>
      <pc:sldChg chg="addSp delSp modSp add mod">
        <pc:chgData name="Ashok Gopalakrishnan" userId="d8b748a0ad7c7b3a" providerId="LiveId" clId="{59FD0868-84F1-432F-883D-B36E85A19EB2}" dt="2026-06-17T07:58:57.317" v="343" actId="207"/>
        <pc:sldMkLst>
          <pc:docMk/>
          <pc:sldMk cId="2858445043" sldId="268"/>
        </pc:sldMkLst>
        <pc:spChg chg="add mod">
          <ac:chgData name="Ashok Gopalakrishnan" userId="d8b748a0ad7c7b3a" providerId="LiveId" clId="{59FD0868-84F1-432F-883D-B36E85A19EB2}" dt="2026-06-17T07:58:43.576" v="341" actId="207"/>
          <ac:spMkLst>
            <pc:docMk/>
            <pc:sldMk cId="2858445043" sldId="268"/>
            <ac:spMk id="6" creationId="{50235222-66ED-A49A-1B3F-8E550B07A9BD}"/>
          </ac:spMkLst>
        </pc:spChg>
        <pc:spChg chg="del">
          <ac:chgData name="Ashok Gopalakrishnan" userId="d8b748a0ad7c7b3a" providerId="LiveId" clId="{59FD0868-84F1-432F-883D-B36E85A19EB2}" dt="2026-06-17T07:57:30.946" v="330" actId="478"/>
          <ac:spMkLst>
            <pc:docMk/>
            <pc:sldMk cId="2858445043" sldId="268"/>
            <ac:spMk id="7" creationId="{FA9C376F-FD90-B908-C9B7-684C410E8913}"/>
          </ac:spMkLst>
        </pc:spChg>
        <pc:graphicFrameChg chg="add mod modGraphic">
          <ac:chgData name="Ashok Gopalakrishnan" userId="d8b748a0ad7c7b3a" providerId="LiveId" clId="{59FD0868-84F1-432F-883D-B36E85A19EB2}" dt="2026-06-17T07:58:57.317" v="343" actId="207"/>
          <ac:graphicFrameMkLst>
            <pc:docMk/>
            <pc:sldMk cId="2858445043" sldId="268"/>
            <ac:graphicFrameMk id="3" creationId="{CECCEB3B-CCEA-CE8D-4BC9-0F5F2581E2E0}"/>
          </ac:graphicFrameMkLst>
        </pc:graphicFrameChg>
      </pc:sldChg>
      <pc:sldChg chg="addSp delSp modSp add mod">
        <pc:chgData name="Ashok Gopalakrishnan" userId="d8b748a0ad7c7b3a" providerId="LiveId" clId="{59FD0868-84F1-432F-883D-B36E85A19EB2}" dt="2026-06-17T08:03:00.532" v="380" actId="207"/>
        <pc:sldMkLst>
          <pc:docMk/>
          <pc:sldMk cId="2641218719" sldId="269"/>
        </pc:sldMkLst>
        <pc:spChg chg="del">
          <ac:chgData name="Ashok Gopalakrishnan" userId="d8b748a0ad7c7b3a" providerId="LiveId" clId="{59FD0868-84F1-432F-883D-B36E85A19EB2}" dt="2026-06-17T07:59:14.906" v="346" actId="478"/>
          <ac:spMkLst>
            <pc:docMk/>
            <pc:sldMk cId="2641218719" sldId="269"/>
            <ac:spMk id="6" creationId="{A66371D0-A182-CBDD-C48A-EF05F050DA1B}"/>
          </ac:spMkLst>
        </pc:spChg>
        <pc:spChg chg="add del">
          <ac:chgData name="Ashok Gopalakrishnan" userId="d8b748a0ad7c7b3a" providerId="LiveId" clId="{59FD0868-84F1-432F-883D-B36E85A19EB2}" dt="2026-06-17T07:59:43.388" v="349" actId="478"/>
          <ac:spMkLst>
            <pc:docMk/>
            <pc:sldMk cId="2641218719" sldId="269"/>
            <ac:spMk id="7" creationId="{EF73DCB1-E551-E6EE-FA50-F0868C76328B}"/>
          </ac:spMkLst>
        </pc:spChg>
        <pc:spChg chg="add mod">
          <ac:chgData name="Ashok Gopalakrishnan" userId="d8b748a0ad7c7b3a" providerId="LiveId" clId="{59FD0868-84F1-432F-883D-B36E85A19EB2}" dt="2026-06-17T08:02:54.531" v="379" actId="207"/>
          <ac:spMkLst>
            <pc:docMk/>
            <pc:sldMk cId="2641218719" sldId="269"/>
            <ac:spMk id="10" creationId="{45449D12-9601-AE45-272A-46A24F3E7751}"/>
          </ac:spMkLst>
        </pc:spChg>
        <pc:spChg chg="add mod">
          <ac:chgData name="Ashok Gopalakrishnan" userId="d8b748a0ad7c7b3a" providerId="LiveId" clId="{59FD0868-84F1-432F-883D-B36E85A19EB2}" dt="2026-06-17T08:03:00.532" v="380" actId="207"/>
          <ac:spMkLst>
            <pc:docMk/>
            <pc:sldMk cId="2641218719" sldId="269"/>
            <ac:spMk id="12" creationId="{9B90A641-B507-85A8-E493-7CDBA668B0B4}"/>
          </ac:spMkLst>
        </pc:spChg>
        <pc:graphicFrameChg chg="del">
          <ac:chgData name="Ashok Gopalakrishnan" userId="d8b748a0ad7c7b3a" providerId="LiveId" clId="{59FD0868-84F1-432F-883D-B36E85A19EB2}" dt="2026-06-17T07:59:11.426" v="345" actId="478"/>
          <ac:graphicFrameMkLst>
            <pc:docMk/>
            <pc:sldMk cId="2641218719" sldId="269"/>
            <ac:graphicFrameMk id="3" creationId="{490A93F9-949D-0DA6-A3CF-9B8B58E7C6C1}"/>
          </ac:graphicFrameMkLst>
        </pc:graphicFrameChg>
        <pc:picChg chg="add del">
          <ac:chgData name="Ashok Gopalakrishnan" userId="d8b748a0ad7c7b3a" providerId="LiveId" clId="{59FD0868-84F1-432F-883D-B36E85A19EB2}" dt="2026-06-17T07:59:43.388" v="349" actId="478"/>
          <ac:picMkLst>
            <pc:docMk/>
            <pc:sldMk cId="2641218719" sldId="269"/>
            <ac:picMk id="8" creationId="{BC7FB06D-6452-CA68-2C26-9B02F663B141}"/>
          </ac:picMkLst>
        </pc:picChg>
      </pc:sldChg>
      <pc:sldChg chg="addSp delSp modSp add mod">
        <pc:chgData name="Ashok Gopalakrishnan" userId="d8b748a0ad7c7b3a" providerId="LiveId" clId="{59FD0868-84F1-432F-883D-B36E85A19EB2}" dt="2026-06-17T08:06:29.316" v="426" actId="14100"/>
        <pc:sldMkLst>
          <pc:docMk/>
          <pc:sldMk cId="3608047188" sldId="270"/>
        </pc:sldMkLst>
        <pc:spChg chg="add mod">
          <ac:chgData name="Ashok Gopalakrishnan" userId="d8b748a0ad7c7b3a" providerId="LiveId" clId="{59FD0868-84F1-432F-883D-B36E85A19EB2}" dt="2026-06-17T08:06:20.833" v="424" actId="1076"/>
          <ac:spMkLst>
            <pc:docMk/>
            <pc:sldMk cId="3608047188" sldId="270"/>
            <ac:spMk id="5" creationId="{77B8B843-D414-7ED5-0CD8-323AF8ED1771}"/>
          </ac:spMkLst>
        </pc:spChg>
        <pc:spChg chg="add mod">
          <ac:chgData name="Ashok Gopalakrishnan" userId="d8b748a0ad7c7b3a" providerId="LiveId" clId="{59FD0868-84F1-432F-883D-B36E85A19EB2}" dt="2026-06-17T08:06:29.316" v="426" actId="14100"/>
          <ac:spMkLst>
            <pc:docMk/>
            <pc:sldMk cId="3608047188" sldId="270"/>
            <ac:spMk id="7" creationId="{C649A73E-F75C-E02C-8DFE-EB9EDB219B29}"/>
          </ac:spMkLst>
        </pc:spChg>
        <pc:spChg chg="del">
          <ac:chgData name="Ashok Gopalakrishnan" userId="d8b748a0ad7c7b3a" providerId="LiveId" clId="{59FD0868-84F1-432F-883D-B36E85A19EB2}" dt="2026-06-17T08:03:15.830" v="382" actId="478"/>
          <ac:spMkLst>
            <pc:docMk/>
            <pc:sldMk cId="3608047188" sldId="270"/>
            <ac:spMk id="10" creationId="{74A48892-3809-1756-B6DB-835CBA64B025}"/>
          </ac:spMkLst>
        </pc:spChg>
        <pc:spChg chg="del">
          <ac:chgData name="Ashok Gopalakrishnan" userId="d8b748a0ad7c7b3a" providerId="LiveId" clId="{59FD0868-84F1-432F-883D-B36E85A19EB2}" dt="2026-06-17T08:03:18.340" v="383" actId="478"/>
          <ac:spMkLst>
            <pc:docMk/>
            <pc:sldMk cId="3608047188" sldId="270"/>
            <ac:spMk id="12" creationId="{7AD74343-7411-4590-CB28-672752953261}"/>
          </ac:spMkLst>
        </pc:spChg>
      </pc:sldChg>
      <pc:sldChg chg="addSp delSp modSp add mod">
        <pc:chgData name="Ashok Gopalakrishnan" userId="d8b748a0ad7c7b3a" providerId="LiveId" clId="{59FD0868-84F1-432F-883D-B36E85A19EB2}" dt="2026-06-17T08:10:30.483" v="467" actId="207"/>
        <pc:sldMkLst>
          <pc:docMk/>
          <pc:sldMk cId="3582028296" sldId="271"/>
        </pc:sldMkLst>
        <pc:spChg chg="del">
          <ac:chgData name="Ashok Gopalakrishnan" userId="d8b748a0ad7c7b3a" providerId="LiveId" clId="{59FD0868-84F1-432F-883D-B36E85A19EB2}" dt="2026-06-17T08:06:45.697" v="428" actId="478"/>
          <ac:spMkLst>
            <pc:docMk/>
            <pc:sldMk cId="3582028296" sldId="271"/>
            <ac:spMk id="5" creationId="{239E760B-52EA-BC4D-E34D-01434ECC3678}"/>
          </ac:spMkLst>
        </pc:spChg>
        <pc:spChg chg="add mod">
          <ac:chgData name="Ashok Gopalakrishnan" userId="d8b748a0ad7c7b3a" providerId="LiveId" clId="{59FD0868-84F1-432F-883D-B36E85A19EB2}" dt="2026-06-17T08:10:30.483" v="467" actId="207"/>
          <ac:spMkLst>
            <pc:docMk/>
            <pc:sldMk cId="3582028296" sldId="271"/>
            <ac:spMk id="6" creationId="{4020E705-DFC7-CE42-FFD6-CC641B9F4FFA}"/>
          </ac:spMkLst>
        </pc:spChg>
        <pc:spChg chg="del">
          <ac:chgData name="Ashok Gopalakrishnan" userId="d8b748a0ad7c7b3a" providerId="LiveId" clId="{59FD0868-84F1-432F-883D-B36E85A19EB2}" dt="2026-06-17T08:06:49.066" v="429" actId="478"/>
          <ac:spMkLst>
            <pc:docMk/>
            <pc:sldMk cId="3582028296" sldId="271"/>
            <ac:spMk id="7" creationId="{BE348A7F-C86E-17BC-D584-FB83410829D4}"/>
          </ac:spMkLst>
        </pc:spChg>
      </pc:sldChg>
      <pc:sldChg chg="addSp delSp modSp add mod ord">
        <pc:chgData name="Ashok Gopalakrishnan" userId="d8b748a0ad7c7b3a" providerId="LiveId" clId="{59FD0868-84F1-432F-883D-B36E85A19EB2}" dt="2026-06-17T08:16:01.123" v="510"/>
        <pc:sldMkLst>
          <pc:docMk/>
          <pc:sldMk cId="4128488816" sldId="272"/>
        </pc:sldMkLst>
        <pc:spChg chg="del">
          <ac:chgData name="Ashok Gopalakrishnan" userId="d8b748a0ad7c7b3a" providerId="LiveId" clId="{59FD0868-84F1-432F-883D-B36E85A19EB2}" dt="2026-06-17T08:12:36.191" v="478" actId="478"/>
          <ac:spMkLst>
            <pc:docMk/>
            <pc:sldMk cId="4128488816" sldId="272"/>
            <ac:spMk id="2" creationId="{61A50113-F5CE-E490-C539-011705014670}"/>
          </ac:spMkLst>
        </pc:spChg>
        <pc:spChg chg="del">
          <ac:chgData name="Ashok Gopalakrishnan" userId="d8b748a0ad7c7b3a" providerId="LiveId" clId="{59FD0868-84F1-432F-883D-B36E85A19EB2}" dt="2026-06-17T08:12:32.312" v="477" actId="478"/>
          <ac:spMkLst>
            <pc:docMk/>
            <pc:sldMk cId="4128488816" sldId="272"/>
            <ac:spMk id="4" creationId="{DF4B0CDF-882C-146B-49EA-92CA34B0D018}"/>
          </ac:spMkLst>
        </pc:spChg>
        <pc:spChg chg="add mod">
          <ac:chgData name="Ashok Gopalakrishnan" userId="d8b748a0ad7c7b3a" providerId="LiveId" clId="{59FD0868-84F1-432F-883D-B36E85A19EB2}" dt="2026-06-17T08:15:32.058" v="507" actId="207"/>
          <ac:spMkLst>
            <pc:docMk/>
            <pc:sldMk cId="4128488816" sldId="272"/>
            <ac:spMk id="5" creationId="{8FA3E035-80E5-6DCD-1B7B-4450E1DD9072}"/>
          </ac:spMkLst>
        </pc:spChg>
        <pc:spChg chg="del">
          <ac:chgData name="Ashok Gopalakrishnan" userId="d8b748a0ad7c7b3a" providerId="LiveId" clId="{59FD0868-84F1-432F-883D-B36E85A19EB2}" dt="2026-06-17T08:10:49.532" v="469" actId="478"/>
          <ac:spMkLst>
            <pc:docMk/>
            <pc:sldMk cId="4128488816" sldId="272"/>
            <ac:spMk id="6" creationId="{D5CAAA6F-C726-8D6D-8255-18E9FE4AE0ED}"/>
          </ac:spMkLst>
        </pc:spChg>
        <pc:spChg chg="add del mod">
          <ac:chgData name="Ashok Gopalakrishnan" userId="d8b748a0ad7c7b3a" providerId="LiveId" clId="{59FD0868-84F1-432F-883D-B36E85A19EB2}" dt="2026-06-17T08:12:38.716" v="479" actId="478"/>
          <ac:spMkLst>
            <pc:docMk/>
            <pc:sldMk cId="4128488816" sldId="272"/>
            <ac:spMk id="8" creationId="{10DE6737-B483-D6A8-1925-00F2E21E631E}"/>
          </ac:spMkLst>
        </pc:spChg>
      </pc:sldChg>
      <pc:sldChg chg="addSp delSp modSp add mod">
        <pc:chgData name="Ashok Gopalakrishnan" userId="d8b748a0ad7c7b3a" providerId="LiveId" clId="{59FD0868-84F1-432F-883D-B36E85A19EB2}" dt="2026-06-17T08:20:56.360" v="542" actId="12"/>
        <pc:sldMkLst>
          <pc:docMk/>
          <pc:sldMk cId="2196460050" sldId="273"/>
        </pc:sldMkLst>
        <pc:spChg chg="del">
          <ac:chgData name="Ashok Gopalakrishnan" userId="d8b748a0ad7c7b3a" providerId="LiveId" clId="{59FD0868-84F1-432F-883D-B36E85A19EB2}" dt="2026-06-17T08:16:15.274" v="511" actId="478"/>
          <ac:spMkLst>
            <pc:docMk/>
            <pc:sldMk cId="2196460050" sldId="273"/>
            <ac:spMk id="4" creationId="{10C2AAB1-783E-D2FB-12D5-8E79671B1588}"/>
          </ac:spMkLst>
        </pc:spChg>
        <pc:spChg chg="add mod">
          <ac:chgData name="Ashok Gopalakrishnan" userId="d8b748a0ad7c7b3a" providerId="LiveId" clId="{59FD0868-84F1-432F-883D-B36E85A19EB2}" dt="2026-06-17T08:18:46.435" v="528" actId="207"/>
          <ac:spMkLst>
            <pc:docMk/>
            <pc:sldMk cId="2196460050" sldId="273"/>
            <ac:spMk id="5" creationId="{2BAA41A5-01F4-F7A8-7721-B828F9FE780A}"/>
          </ac:spMkLst>
        </pc:spChg>
        <pc:spChg chg="del">
          <ac:chgData name="Ashok Gopalakrishnan" userId="d8b748a0ad7c7b3a" providerId="LiveId" clId="{59FD0868-84F1-432F-883D-B36E85A19EB2}" dt="2026-06-17T08:16:18.216" v="512" actId="478"/>
          <ac:spMkLst>
            <pc:docMk/>
            <pc:sldMk cId="2196460050" sldId="273"/>
            <ac:spMk id="6" creationId="{AE8B50BB-F802-913F-6A46-F495182668EE}"/>
          </ac:spMkLst>
        </pc:spChg>
        <pc:spChg chg="add mod">
          <ac:chgData name="Ashok Gopalakrishnan" userId="d8b748a0ad7c7b3a" providerId="LiveId" clId="{59FD0868-84F1-432F-883D-B36E85A19EB2}" dt="2026-06-17T08:20:56.360" v="542" actId="12"/>
          <ac:spMkLst>
            <pc:docMk/>
            <pc:sldMk cId="2196460050" sldId="273"/>
            <ac:spMk id="8" creationId="{E15F835B-CAB0-4BC3-0858-FF1EE7B4D763}"/>
          </ac:spMkLst>
        </pc:spChg>
      </pc:sldChg>
      <pc:sldChg chg="addSp delSp modSp add mod">
        <pc:chgData name="Ashok Gopalakrishnan" userId="d8b748a0ad7c7b3a" providerId="LiveId" clId="{59FD0868-84F1-432F-883D-B36E85A19EB2}" dt="2026-06-17T08:21:59.110" v="551" actId="207"/>
        <pc:sldMkLst>
          <pc:docMk/>
          <pc:sldMk cId="3872795474" sldId="274"/>
        </pc:sldMkLst>
        <pc:spChg chg="del">
          <ac:chgData name="Ashok Gopalakrishnan" userId="d8b748a0ad7c7b3a" providerId="LiveId" clId="{59FD0868-84F1-432F-883D-B36E85A19EB2}" dt="2026-06-17T08:21:08.523" v="544" actId="478"/>
          <ac:spMkLst>
            <pc:docMk/>
            <pc:sldMk cId="3872795474" sldId="274"/>
            <ac:spMk id="5" creationId="{C42291F2-2859-4480-4C24-1D12833F5F6C}"/>
          </ac:spMkLst>
        </pc:spChg>
        <pc:spChg chg="add mod">
          <ac:chgData name="Ashok Gopalakrishnan" userId="d8b748a0ad7c7b3a" providerId="LiveId" clId="{59FD0868-84F1-432F-883D-B36E85A19EB2}" dt="2026-06-17T08:21:47.075" v="549" actId="14100"/>
          <ac:spMkLst>
            <pc:docMk/>
            <pc:sldMk cId="3872795474" sldId="274"/>
            <ac:spMk id="6" creationId="{1F072BB2-40F7-F92D-2288-48E6255918EB}"/>
          </ac:spMkLst>
        </pc:spChg>
        <pc:spChg chg="del">
          <ac:chgData name="Ashok Gopalakrishnan" userId="d8b748a0ad7c7b3a" providerId="LiveId" clId="{59FD0868-84F1-432F-883D-B36E85A19EB2}" dt="2026-06-17T08:21:10.937" v="545" actId="478"/>
          <ac:spMkLst>
            <pc:docMk/>
            <pc:sldMk cId="3872795474" sldId="274"/>
            <ac:spMk id="8" creationId="{A301E492-5E5F-7217-6F8B-E34FEB41C463}"/>
          </ac:spMkLst>
        </pc:spChg>
        <pc:graphicFrameChg chg="add mod modGraphic">
          <ac:chgData name="Ashok Gopalakrishnan" userId="d8b748a0ad7c7b3a" providerId="LiveId" clId="{59FD0868-84F1-432F-883D-B36E85A19EB2}" dt="2026-06-17T08:21:59.110" v="551" actId="207"/>
          <ac:graphicFrameMkLst>
            <pc:docMk/>
            <pc:sldMk cId="3872795474" sldId="274"/>
            <ac:graphicFrameMk id="3" creationId="{45F0F2D2-BCF6-8C28-9A4B-1BD77FFB7A11}"/>
          </ac:graphicFrameMkLst>
        </pc:graphicFrameChg>
      </pc:sldChg>
      <pc:sldChg chg="add del">
        <pc:chgData name="Ashok Gopalakrishnan" userId="d8b748a0ad7c7b3a" providerId="LiveId" clId="{59FD0868-84F1-432F-883D-B36E85A19EB2}" dt="2026-06-17T09:17:12.272" v="1128" actId="47"/>
        <pc:sldMkLst>
          <pc:docMk/>
          <pc:sldMk cId="2285192636" sldId="275"/>
        </pc:sldMkLst>
      </pc:sldChg>
      <pc:sldChg chg="addSp delSp modSp add mod">
        <pc:chgData name="Ashok Gopalakrishnan" userId="d8b748a0ad7c7b3a" providerId="LiveId" clId="{59FD0868-84F1-432F-883D-B36E85A19EB2}" dt="2026-06-17T08:24:38.049" v="568" actId="14100"/>
        <pc:sldMkLst>
          <pc:docMk/>
          <pc:sldMk cId="3438835398" sldId="276"/>
        </pc:sldMkLst>
        <pc:spChg chg="add mod">
          <ac:chgData name="Ashok Gopalakrishnan" userId="d8b748a0ad7c7b3a" providerId="LiveId" clId="{59FD0868-84F1-432F-883D-B36E85A19EB2}" dt="2026-06-17T08:23:40.613" v="560" actId="14100"/>
          <ac:spMkLst>
            <pc:docMk/>
            <pc:sldMk cId="3438835398" sldId="276"/>
            <ac:spMk id="5" creationId="{21A35A19-A6DA-BA9B-0748-35BCB6DD13A0}"/>
          </ac:spMkLst>
        </pc:spChg>
        <pc:spChg chg="del">
          <ac:chgData name="Ashok Gopalakrishnan" userId="d8b748a0ad7c7b3a" providerId="LiveId" clId="{59FD0868-84F1-432F-883D-B36E85A19EB2}" dt="2026-06-17T08:23:03.996" v="555" actId="478"/>
          <ac:spMkLst>
            <pc:docMk/>
            <pc:sldMk cId="3438835398" sldId="276"/>
            <ac:spMk id="6" creationId="{E26AAC12-79B9-22EB-786B-AC3EFD64D6AC}"/>
          </ac:spMkLst>
        </pc:spChg>
        <pc:spChg chg="add mod">
          <ac:chgData name="Ashok Gopalakrishnan" userId="d8b748a0ad7c7b3a" providerId="LiveId" clId="{59FD0868-84F1-432F-883D-B36E85A19EB2}" dt="2026-06-17T08:24:38.049" v="568" actId="14100"/>
          <ac:spMkLst>
            <pc:docMk/>
            <pc:sldMk cId="3438835398" sldId="276"/>
            <ac:spMk id="8" creationId="{8EC9F275-627D-C2B2-D759-84C77FE2B9AC}"/>
          </ac:spMkLst>
        </pc:spChg>
        <pc:graphicFrameChg chg="del">
          <ac:chgData name="Ashok Gopalakrishnan" userId="d8b748a0ad7c7b3a" providerId="LiveId" clId="{59FD0868-84F1-432F-883D-B36E85A19EB2}" dt="2026-06-17T08:23:01.758" v="554" actId="478"/>
          <ac:graphicFrameMkLst>
            <pc:docMk/>
            <pc:sldMk cId="3438835398" sldId="276"/>
            <ac:graphicFrameMk id="3" creationId="{A939C129-ADA6-2A6C-C5F2-6812867C1A04}"/>
          </ac:graphicFrameMkLst>
        </pc:graphicFrameChg>
      </pc:sldChg>
      <pc:sldChg chg="addSp delSp modSp add mod">
        <pc:chgData name="Ashok Gopalakrishnan" userId="d8b748a0ad7c7b3a" providerId="LiveId" clId="{59FD0868-84F1-432F-883D-B36E85A19EB2}" dt="2026-06-17T08:26:23.091" v="578" actId="207"/>
        <pc:sldMkLst>
          <pc:docMk/>
          <pc:sldMk cId="3904029711" sldId="277"/>
        </pc:sldMkLst>
        <pc:spChg chg="add mod">
          <ac:chgData name="Ashok Gopalakrishnan" userId="d8b748a0ad7c7b3a" providerId="LiveId" clId="{59FD0868-84F1-432F-883D-B36E85A19EB2}" dt="2026-06-17T08:26:23.091" v="578" actId="207"/>
          <ac:spMkLst>
            <pc:docMk/>
            <pc:sldMk cId="3904029711" sldId="277"/>
            <ac:spMk id="4" creationId="{DF54C81A-ACE5-70C0-8BE1-FEC4A405F193}"/>
          </ac:spMkLst>
        </pc:spChg>
        <pc:spChg chg="del">
          <ac:chgData name="Ashok Gopalakrishnan" userId="d8b748a0ad7c7b3a" providerId="LiveId" clId="{59FD0868-84F1-432F-883D-B36E85A19EB2}" dt="2026-06-17T08:24:49.825" v="570" actId="478"/>
          <ac:spMkLst>
            <pc:docMk/>
            <pc:sldMk cId="3904029711" sldId="277"/>
            <ac:spMk id="8" creationId="{49258820-E531-4411-8A48-75A05C9DDD3E}"/>
          </ac:spMkLst>
        </pc:spChg>
      </pc:sldChg>
      <pc:sldChg chg="addSp delSp modSp add mod">
        <pc:chgData name="Ashok Gopalakrishnan" userId="d8b748a0ad7c7b3a" providerId="LiveId" clId="{59FD0868-84F1-432F-883D-B36E85A19EB2}" dt="2026-06-17T08:29:52.282" v="603" actId="2711"/>
        <pc:sldMkLst>
          <pc:docMk/>
          <pc:sldMk cId="2074629642" sldId="278"/>
        </pc:sldMkLst>
        <pc:spChg chg="del">
          <ac:chgData name="Ashok Gopalakrishnan" userId="d8b748a0ad7c7b3a" providerId="LiveId" clId="{59FD0868-84F1-432F-883D-B36E85A19EB2}" dt="2026-06-17T08:26:48.454" v="580" actId="478"/>
          <ac:spMkLst>
            <pc:docMk/>
            <pc:sldMk cId="2074629642" sldId="278"/>
            <ac:spMk id="4" creationId="{7A6F9C7E-4C99-2321-BDD5-6D4995100142}"/>
          </ac:spMkLst>
        </pc:spChg>
        <pc:spChg chg="del">
          <ac:chgData name="Ashok Gopalakrishnan" userId="d8b748a0ad7c7b3a" providerId="LiveId" clId="{59FD0868-84F1-432F-883D-B36E85A19EB2}" dt="2026-06-17T08:27:10.492" v="581" actId="478"/>
          <ac:spMkLst>
            <pc:docMk/>
            <pc:sldMk cId="2074629642" sldId="278"/>
            <ac:spMk id="5" creationId="{E70F1C3D-C686-E834-1419-652E2F7E976A}"/>
          </ac:spMkLst>
        </pc:spChg>
        <pc:spChg chg="add mod">
          <ac:chgData name="Ashok Gopalakrishnan" userId="d8b748a0ad7c7b3a" providerId="LiveId" clId="{59FD0868-84F1-432F-883D-B36E85A19EB2}" dt="2026-06-17T08:27:37.229" v="587" actId="14100"/>
          <ac:spMkLst>
            <pc:docMk/>
            <pc:sldMk cId="2074629642" sldId="278"/>
            <ac:spMk id="6" creationId="{063D15C8-0735-5995-A26F-5E3A5FC96813}"/>
          </ac:spMkLst>
        </pc:spChg>
        <pc:spChg chg="add mod">
          <ac:chgData name="Ashok Gopalakrishnan" userId="d8b748a0ad7c7b3a" providerId="LiveId" clId="{59FD0868-84F1-432F-883D-B36E85A19EB2}" dt="2026-06-17T08:28:28.111" v="593" actId="1076"/>
          <ac:spMkLst>
            <pc:docMk/>
            <pc:sldMk cId="2074629642" sldId="278"/>
            <ac:spMk id="8" creationId="{A4B77436-3BE1-9F8C-7217-2DA938B9DB59}"/>
          </ac:spMkLst>
        </pc:spChg>
        <pc:spChg chg="add mod">
          <ac:chgData name="Ashok Gopalakrishnan" userId="d8b748a0ad7c7b3a" providerId="LiveId" clId="{59FD0868-84F1-432F-883D-B36E85A19EB2}" dt="2026-06-17T08:29:11.647" v="599" actId="207"/>
          <ac:spMkLst>
            <pc:docMk/>
            <pc:sldMk cId="2074629642" sldId="278"/>
            <ac:spMk id="10" creationId="{D79C938D-1CDB-829A-32CB-8DCA503A0F07}"/>
          </ac:spMkLst>
        </pc:spChg>
        <pc:spChg chg="add mod">
          <ac:chgData name="Ashok Gopalakrishnan" userId="d8b748a0ad7c7b3a" providerId="LiveId" clId="{59FD0868-84F1-432F-883D-B36E85A19EB2}" dt="2026-06-17T08:29:52.282" v="603" actId="2711"/>
          <ac:spMkLst>
            <pc:docMk/>
            <pc:sldMk cId="2074629642" sldId="278"/>
            <ac:spMk id="12" creationId="{BD77046B-96DC-7352-77D8-A12AA6030C6F}"/>
          </ac:spMkLst>
        </pc:spChg>
      </pc:sldChg>
      <pc:sldChg chg="addSp delSp modSp add mod">
        <pc:chgData name="Ashok Gopalakrishnan" userId="d8b748a0ad7c7b3a" providerId="LiveId" clId="{59FD0868-84F1-432F-883D-B36E85A19EB2}" dt="2026-06-17T08:31:49.250" v="621" actId="207"/>
        <pc:sldMkLst>
          <pc:docMk/>
          <pc:sldMk cId="1762688350" sldId="279"/>
        </pc:sldMkLst>
        <pc:spChg chg="add mod">
          <ac:chgData name="Ashok Gopalakrishnan" userId="d8b748a0ad7c7b3a" providerId="LiveId" clId="{59FD0868-84F1-432F-883D-B36E85A19EB2}" dt="2026-06-17T08:31:07.196" v="615" actId="20577"/>
          <ac:spMkLst>
            <pc:docMk/>
            <pc:sldMk cId="1762688350" sldId="279"/>
            <ac:spMk id="4" creationId="{63A25F2C-DB21-A06B-8FEA-460E80527D61}"/>
          </ac:spMkLst>
        </pc:spChg>
        <pc:spChg chg="del">
          <ac:chgData name="Ashok Gopalakrishnan" userId="d8b748a0ad7c7b3a" providerId="LiveId" clId="{59FD0868-84F1-432F-883D-B36E85A19EB2}" dt="2026-06-17T08:30:35.160" v="606" actId="478"/>
          <ac:spMkLst>
            <pc:docMk/>
            <pc:sldMk cId="1762688350" sldId="279"/>
            <ac:spMk id="6" creationId="{55820366-7D3D-E9AC-9A8B-A83C88536F3F}"/>
          </ac:spMkLst>
        </pc:spChg>
        <pc:spChg chg="add mod">
          <ac:chgData name="Ashok Gopalakrishnan" userId="d8b748a0ad7c7b3a" providerId="LiveId" clId="{59FD0868-84F1-432F-883D-B36E85A19EB2}" dt="2026-06-17T08:31:49.250" v="621" actId="207"/>
          <ac:spMkLst>
            <pc:docMk/>
            <pc:sldMk cId="1762688350" sldId="279"/>
            <ac:spMk id="7" creationId="{C19F78E3-6400-CC23-B588-7DE29DACEC92}"/>
          </ac:spMkLst>
        </pc:spChg>
        <pc:spChg chg="del">
          <ac:chgData name="Ashok Gopalakrishnan" userId="d8b748a0ad7c7b3a" providerId="LiveId" clId="{59FD0868-84F1-432F-883D-B36E85A19EB2}" dt="2026-06-17T08:30:32.930" v="605" actId="478"/>
          <ac:spMkLst>
            <pc:docMk/>
            <pc:sldMk cId="1762688350" sldId="279"/>
            <ac:spMk id="8" creationId="{C36C08F8-3533-F72B-C770-6F35FFD69A19}"/>
          </ac:spMkLst>
        </pc:spChg>
        <pc:spChg chg="del">
          <ac:chgData name="Ashok Gopalakrishnan" userId="d8b748a0ad7c7b3a" providerId="LiveId" clId="{59FD0868-84F1-432F-883D-B36E85A19EB2}" dt="2026-06-17T08:30:37.135" v="607" actId="478"/>
          <ac:spMkLst>
            <pc:docMk/>
            <pc:sldMk cId="1762688350" sldId="279"/>
            <ac:spMk id="10" creationId="{87872E43-72AC-40E4-FBC8-53B0B6C5D33E}"/>
          </ac:spMkLst>
        </pc:spChg>
        <pc:spChg chg="del">
          <ac:chgData name="Ashok Gopalakrishnan" userId="d8b748a0ad7c7b3a" providerId="LiveId" clId="{59FD0868-84F1-432F-883D-B36E85A19EB2}" dt="2026-06-17T08:30:39.801" v="608" actId="478"/>
          <ac:spMkLst>
            <pc:docMk/>
            <pc:sldMk cId="1762688350" sldId="279"/>
            <ac:spMk id="12" creationId="{08E8D9A8-58CE-3CD7-8167-DDCE1488BD9D}"/>
          </ac:spMkLst>
        </pc:spChg>
      </pc:sldChg>
      <pc:sldChg chg="addSp delSp modSp add mod">
        <pc:chgData name="Ashok Gopalakrishnan" userId="d8b748a0ad7c7b3a" providerId="LiveId" clId="{59FD0868-84F1-432F-883D-B36E85A19EB2}" dt="2026-06-17T08:34:29.208" v="631" actId="14100"/>
        <pc:sldMkLst>
          <pc:docMk/>
          <pc:sldMk cId="1391578638" sldId="280"/>
        </pc:sldMkLst>
        <pc:spChg chg="del">
          <ac:chgData name="Ashok Gopalakrishnan" userId="d8b748a0ad7c7b3a" providerId="LiveId" clId="{59FD0868-84F1-432F-883D-B36E85A19EB2}" dt="2026-06-17T08:33:52.886" v="623" actId="478"/>
          <ac:spMkLst>
            <pc:docMk/>
            <pc:sldMk cId="1391578638" sldId="280"/>
            <ac:spMk id="4" creationId="{085D811A-0339-6DC6-F112-FB94D2BBD5B1}"/>
          </ac:spMkLst>
        </pc:spChg>
        <pc:spChg chg="del">
          <ac:chgData name="Ashok Gopalakrishnan" userId="d8b748a0ad7c7b3a" providerId="LiveId" clId="{59FD0868-84F1-432F-883D-B36E85A19EB2}" dt="2026-06-17T08:33:55.159" v="624" actId="478"/>
          <ac:spMkLst>
            <pc:docMk/>
            <pc:sldMk cId="1391578638" sldId="280"/>
            <ac:spMk id="7" creationId="{823DF8B2-3006-7EE7-3C5F-6A6F749437F0}"/>
          </ac:spMkLst>
        </pc:spChg>
        <pc:picChg chg="add mod">
          <ac:chgData name="Ashok Gopalakrishnan" userId="d8b748a0ad7c7b3a" providerId="LiveId" clId="{59FD0868-84F1-432F-883D-B36E85A19EB2}" dt="2026-06-17T08:34:29.208" v="631" actId="14100"/>
          <ac:picMkLst>
            <pc:docMk/>
            <pc:sldMk cId="1391578638" sldId="280"/>
            <ac:picMk id="5" creationId="{808F2342-455A-F0AD-D9EA-C28C275049A0}"/>
          </ac:picMkLst>
        </pc:picChg>
      </pc:sldChg>
      <pc:sldChg chg="addSp delSp modSp add del mod">
        <pc:chgData name="Ashok Gopalakrishnan" userId="d8b748a0ad7c7b3a" providerId="LiveId" clId="{59FD0868-84F1-432F-883D-B36E85A19EB2}" dt="2026-06-17T09:16:53.127" v="1127" actId="47"/>
        <pc:sldMkLst>
          <pc:docMk/>
          <pc:sldMk cId="1030350121" sldId="281"/>
        </pc:sldMkLst>
        <pc:spChg chg="add mod">
          <ac:chgData name="Ashok Gopalakrishnan" userId="d8b748a0ad7c7b3a" providerId="LiveId" clId="{59FD0868-84F1-432F-883D-B36E85A19EB2}" dt="2026-06-17T08:40:50.074" v="713" actId="207"/>
          <ac:spMkLst>
            <pc:docMk/>
            <pc:sldMk cId="1030350121" sldId="281"/>
            <ac:spMk id="4" creationId="{2FCF95F7-CB52-142A-B8FF-B97C39734794}"/>
          </ac:spMkLst>
        </pc:spChg>
        <pc:picChg chg="del">
          <ac:chgData name="Ashok Gopalakrishnan" userId="d8b748a0ad7c7b3a" providerId="LiveId" clId="{59FD0868-84F1-432F-883D-B36E85A19EB2}" dt="2026-06-17T08:34:49.278" v="633" actId="478"/>
          <ac:picMkLst>
            <pc:docMk/>
            <pc:sldMk cId="1030350121" sldId="281"/>
            <ac:picMk id="5" creationId="{A37040B6-27B7-0802-BB60-A6A0BAA0C095}"/>
          </ac:picMkLst>
        </pc:picChg>
      </pc:sldChg>
      <pc:sldChg chg="addSp modSp add mod">
        <pc:chgData name="Ashok Gopalakrishnan" userId="d8b748a0ad7c7b3a" providerId="LiveId" clId="{59FD0868-84F1-432F-883D-B36E85A19EB2}" dt="2026-06-17T08:43:47.846" v="743" actId="20577"/>
        <pc:sldMkLst>
          <pc:docMk/>
          <pc:sldMk cId="1787226195" sldId="282"/>
        </pc:sldMkLst>
        <pc:spChg chg="add mod">
          <ac:chgData name="Ashok Gopalakrishnan" userId="d8b748a0ad7c7b3a" providerId="LiveId" clId="{59FD0868-84F1-432F-883D-B36E85A19EB2}" dt="2026-06-17T08:42:31.372" v="724" actId="20577"/>
          <ac:spMkLst>
            <pc:docMk/>
            <pc:sldMk cId="1787226195" sldId="282"/>
            <ac:spMk id="5" creationId="{8364B55F-7DB7-9E33-1FB6-83B6E11BB706}"/>
          </ac:spMkLst>
        </pc:spChg>
        <pc:spChg chg="add mod">
          <ac:chgData name="Ashok Gopalakrishnan" userId="d8b748a0ad7c7b3a" providerId="LiveId" clId="{59FD0868-84F1-432F-883D-B36E85A19EB2}" dt="2026-06-17T08:43:06.652" v="733" actId="20577"/>
          <ac:spMkLst>
            <pc:docMk/>
            <pc:sldMk cId="1787226195" sldId="282"/>
            <ac:spMk id="7" creationId="{ECF8951A-8A98-C9B6-2C5C-C4BEA0D4C5B6}"/>
          </ac:spMkLst>
        </pc:spChg>
        <pc:spChg chg="add mod">
          <ac:chgData name="Ashok Gopalakrishnan" userId="d8b748a0ad7c7b3a" providerId="LiveId" clId="{59FD0868-84F1-432F-883D-B36E85A19EB2}" dt="2026-06-17T08:43:47.846" v="743" actId="20577"/>
          <ac:spMkLst>
            <pc:docMk/>
            <pc:sldMk cId="1787226195" sldId="282"/>
            <ac:spMk id="9" creationId="{4A8DFC6C-BA32-3C3F-4AFE-4FCBB2DCF58E}"/>
          </ac:spMkLst>
        </pc:spChg>
      </pc:sldChg>
      <pc:sldChg chg="addSp delSp modSp add mod">
        <pc:chgData name="Ashok Gopalakrishnan" userId="d8b748a0ad7c7b3a" providerId="LiveId" clId="{59FD0868-84F1-432F-883D-B36E85A19EB2}" dt="2026-06-17T08:53:32.809" v="810" actId="12"/>
        <pc:sldMkLst>
          <pc:docMk/>
          <pc:sldMk cId="3672828569" sldId="283"/>
        </pc:sldMkLst>
        <pc:spChg chg="mod">
          <ac:chgData name="Ashok Gopalakrishnan" userId="d8b748a0ad7c7b3a" providerId="LiveId" clId="{59FD0868-84F1-432F-883D-B36E85A19EB2}" dt="2026-06-17T08:50:31.569" v="770" actId="1076"/>
          <ac:spMkLst>
            <pc:docMk/>
            <pc:sldMk cId="3672828569" sldId="283"/>
            <ac:spMk id="2" creationId="{CB609672-93CA-AB32-F120-009A43BBFABA}"/>
          </ac:spMkLst>
        </pc:spChg>
        <pc:spChg chg="del">
          <ac:chgData name="Ashok Gopalakrishnan" userId="d8b748a0ad7c7b3a" providerId="LiveId" clId="{59FD0868-84F1-432F-883D-B36E85A19EB2}" dt="2026-06-17T08:44:11.498" v="748" actId="478"/>
          <ac:spMkLst>
            <pc:docMk/>
            <pc:sldMk cId="3672828569" sldId="283"/>
            <ac:spMk id="4" creationId="{45D9997F-E066-BA6E-4E17-B642B38A6EA8}"/>
          </ac:spMkLst>
        </pc:spChg>
        <pc:spChg chg="del">
          <ac:chgData name="Ashok Gopalakrishnan" userId="d8b748a0ad7c7b3a" providerId="LiveId" clId="{59FD0868-84F1-432F-883D-B36E85A19EB2}" dt="2026-06-17T08:44:09.127" v="747" actId="478"/>
          <ac:spMkLst>
            <pc:docMk/>
            <pc:sldMk cId="3672828569" sldId="283"/>
            <ac:spMk id="5" creationId="{ACD9CE9C-E286-C9CF-FF4D-DB3BB881F029}"/>
          </ac:spMkLst>
        </pc:spChg>
        <pc:spChg chg="add mod">
          <ac:chgData name="Ashok Gopalakrishnan" userId="d8b748a0ad7c7b3a" providerId="LiveId" clId="{59FD0868-84F1-432F-883D-B36E85A19EB2}" dt="2026-06-17T08:53:32.809" v="810" actId="12"/>
          <ac:spMkLst>
            <pc:docMk/>
            <pc:sldMk cId="3672828569" sldId="283"/>
            <ac:spMk id="6" creationId="{A48DAADD-5082-28DF-FAC6-63E0CA3838B6}"/>
          </ac:spMkLst>
        </pc:spChg>
        <pc:spChg chg="del">
          <ac:chgData name="Ashok Gopalakrishnan" userId="d8b748a0ad7c7b3a" providerId="LiveId" clId="{59FD0868-84F1-432F-883D-B36E85A19EB2}" dt="2026-06-17T08:44:06.567" v="746" actId="478"/>
          <ac:spMkLst>
            <pc:docMk/>
            <pc:sldMk cId="3672828569" sldId="283"/>
            <ac:spMk id="7" creationId="{1DB3F97C-66A4-F12B-66C4-65A7F4C33A74}"/>
          </ac:spMkLst>
        </pc:spChg>
        <pc:spChg chg="del">
          <ac:chgData name="Ashok Gopalakrishnan" userId="d8b748a0ad7c7b3a" providerId="LiveId" clId="{59FD0868-84F1-432F-883D-B36E85A19EB2}" dt="2026-06-17T08:44:04.703" v="745" actId="478"/>
          <ac:spMkLst>
            <pc:docMk/>
            <pc:sldMk cId="3672828569" sldId="283"/>
            <ac:spMk id="9" creationId="{7A701109-CFD0-7146-B330-4C94997041FC}"/>
          </ac:spMkLst>
        </pc:spChg>
      </pc:sldChg>
      <pc:sldChg chg="addSp delSp modSp add mod">
        <pc:chgData name="Ashok Gopalakrishnan" userId="d8b748a0ad7c7b3a" providerId="LiveId" clId="{59FD0868-84F1-432F-883D-B36E85A19EB2}" dt="2026-06-17T08:58:48.312" v="1038" actId="207"/>
        <pc:sldMkLst>
          <pc:docMk/>
          <pc:sldMk cId="2967567349" sldId="284"/>
        </pc:sldMkLst>
        <pc:spChg chg="add mod">
          <ac:chgData name="Ashok Gopalakrishnan" userId="d8b748a0ad7c7b3a" providerId="LiveId" clId="{59FD0868-84F1-432F-883D-B36E85A19EB2}" dt="2026-06-17T08:54:35.079" v="831" actId="20577"/>
          <ac:spMkLst>
            <pc:docMk/>
            <pc:sldMk cId="2967567349" sldId="284"/>
            <ac:spMk id="4" creationId="{DA6E6A45-895B-CE45-933F-6EFE18CFC371}"/>
          </ac:spMkLst>
        </pc:spChg>
        <pc:spChg chg="del">
          <ac:chgData name="Ashok Gopalakrishnan" userId="d8b748a0ad7c7b3a" providerId="LiveId" clId="{59FD0868-84F1-432F-883D-B36E85A19EB2}" dt="2026-06-17T08:50:58.389" v="773" actId="478"/>
          <ac:spMkLst>
            <pc:docMk/>
            <pc:sldMk cId="2967567349" sldId="284"/>
            <ac:spMk id="6" creationId="{06EB4680-9DF8-74F6-ACE1-7965EA721422}"/>
          </ac:spMkLst>
        </pc:spChg>
        <pc:spChg chg="add mod">
          <ac:chgData name="Ashok Gopalakrishnan" userId="d8b748a0ad7c7b3a" providerId="LiveId" clId="{59FD0868-84F1-432F-883D-B36E85A19EB2}" dt="2026-06-17T08:58:48.312" v="1038" actId="207"/>
          <ac:spMkLst>
            <pc:docMk/>
            <pc:sldMk cId="2967567349" sldId="284"/>
            <ac:spMk id="7" creationId="{E7A65F78-1A4D-97B3-B78D-FB6D6DDB819C}"/>
          </ac:spMkLst>
        </pc:spChg>
      </pc:sldChg>
      <pc:sldChg chg="addSp delSp modSp add mod">
        <pc:chgData name="Ashok Gopalakrishnan" userId="d8b748a0ad7c7b3a" providerId="LiveId" clId="{59FD0868-84F1-432F-883D-B36E85A19EB2}" dt="2026-06-17T09:02:39.680" v="1062" actId="123"/>
        <pc:sldMkLst>
          <pc:docMk/>
          <pc:sldMk cId="376853709" sldId="285"/>
        </pc:sldMkLst>
        <pc:spChg chg="del">
          <ac:chgData name="Ashok Gopalakrishnan" userId="d8b748a0ad7c7b3a" providerId="LiveId" clId="{59FD0868-84F1-432F-883D-B36E85A19EB2}" dt="2026-06-17T08:59:13.872" v="1041" actId="478"/>
          <ac:spMkLst>
            <pc:docMk/>
            <pc:sldMk cId="376853709" sldId="285"/>
            <ac:spMk id="4" creationId="{ABEE6B70-4005-7F37-4C08-80B827F8BFD3}"/>
          </ac:spMkLst>
        </pc:spChg>
        <pc:spChg chg="add mod">
          <ac:chgData name="Ashok Gopalakrishnan" userId="d8b748a0ad7c7b3a" providerId="LiveId" clId="{59FD0868-84F1-432F-883D-B36E85A19EB2}" dt="2026-06-17T09:01:46.065" v="1054" actId="1076"/>
          <ac:spMkLst>
            <pc:docMk/>
            <pc:sldMk cId="376853709" sldId="285"/>
            <ac:spMk id="5" creationId="{E99D9FDF-92EA-135E-0015-5E4A3F3CBB3B}"/>
          </ac:spMkLst>
        </pc:spChg>
        <pc:spChg chg="del">
          <ac:chgData name="Ashok Gopalakrishnan" userId="d8b748a0ad7c7b3a" providerId="LiveId" clId="{59FD0868-84F1-432F-883D-B36E85A19EB2}" dt="2026-06-17T08:59:11.850" v="1040" actId="478"/>
          <ac:spMkLst>
            <pc:docMk/>
            <pc:sldMk cId="376853709" sldId="285"/>
            <ac:spMk id="7" creationId="{586FF9AF-0885-5074-3A91-D9AB5226EFFC}"/>
          </ac:spMkLst>
        </pc:spChg>
        <pc:spChg chg="add mod">
          <ac:chgData name="Ashok Gopalakrishnan" userId="d8b748a0ad7c7b3a" providerId="LiveId" clId="{59FD0868-84F1-432F-883D-B36E85A19EB2}" dt="2026-06-17T09:01:50.788" v="1055" actId="1076"/>
          <ac:spMkLst>
            <pc:docMk/>
            <pc:sldMk cId="376853709" sldId="285"/>
            <ac:spMk id="8" creationId="{5B2070D1-B47B-99E5-A634-D4732097EA56}"/>
          </ac:spMkLst>
        </pc:spChg>
        <pc:spChg chg="add mod">
          <ac:chgData name="Ashok Gopalakrishnan" userId="d8b748a0ad7c7b3a" providerId="LiveId" clId="{59FD0868-84F1-432F-883D-B36E85A19EB2}" dt="2026-06-17T09:02:39.680" v="1062" actId="123"/>
          <ac:spMkLst>
            <pc:docMk/>
            <pc:sldMk cId="376853709" sldId="285"/>
            <ac:spMk id="10" creationId="{B863F2FA-1C42-4F28-FCF4-C2276B827273}"/>
          </ac:spMkLst>
        </pc:spChg>
      </pc:sldChg>
      <pc:sldChg chg="addSp delSp modSp add mod">
        <pc:chgData name="Ashok Gopalakrishnan" userId="d8b748a0ad7c7b3a" providerId="LiveId" clId="{59FD0868-84F1-432F-883D-B36E85A19EB2}" dt="2026-06-17T09:16:31.633" v="1126" actId="1076"/>
        <pc:sldMkLst>
          <pc:docMk/>
          <pc:sldMk cId="2586380019" sldId="286"/>
        </pc:sldMkLst>
        <pc:spChg chg="del">
          <ac:chgData name="Ashok Gopalakrishnan" userId="d8b748a0ad7c7b3a" providerId="LiveId" clId="{59FD0868-84F1-432F-883D-B36E85A19EB2}" dt="2026-06-17T09:03:01.475" v="1066" actId="478"/>
          <ac:spMkLst>
            <pc:docMk/>
            <pc:sldMk cId="2586380019" sldId="286"/>
            <ac:spMk id="5" creationId="{A6B67EEA-0DAA-4ED4-C20D-DFAD43921C20}"/>
          </ac:spMkLst>
        </pc:spChg>
        <pc:spChg chg="add mod">
          <ac:chgData name="Ashok Gopalakrishnan" userId="d8b748a0ad7c7b3a" providerId="LiveId" clId="{59FD0868-84F1-432F-883D-B36E85A19EB2}" dt="2026-06-17T09:16:31.633" v="1126" actId="1076"/>
          <ac:spMkLst>
            <pc:docMk/>
            <pc:sldMk cId="2586380019" sldId="286"/>
            <ac:spMk id="7" creationId="{3214E8B7-C5FF-F381-948B-12F8C039EC9A}"/>
          </ac:spMkLst>
        </pc:spChg>
        <pc:spChg chg="del">
          <ac:chgData name="Ashok Gopalakrishnan" userId="d8b748a0ad7c7b3a" providerId="LiveId" clId="{59FD0868-84F1-432F-883D-B36E85A19EB2}" dt="2026-06-17T09:02:57.364" v="1064" actId="478"/>
          <ac:spMkLst>
            <pc:docMk/>
            <pc:sldMk cId="2586380019" sldId="286"/>
            <ac:spMk id="8" creationId="{6042BFF8-B247-7860-6745-3E5B3FC933B8}"/>
          </ac:spMkLst>
        </pc:spChg>
        <pc:spChg chg="del">
          <ac:chgData name="Ashok Gopalakrishnan" userId="d8b748a0ad7c7b3a" providerId="LiveId" clId="{59FD0868-84F1-432F-883D-B36E85A19EB2}" dt="2026-06-17T09:02:59.631" v="1065" actId="478"/>
          <ac:spMkLst>
            <pc:docMk/>
            <pc:sldMk cId="2586380019" sldId="286"/>
            <ac:spMk id="10" creationId="{2A8EBCF7-A39E-95EB-7900-7B224303A56B}"/>
          </ac:spMkLst>
        </pc:spChg>
        <pc:picChg chg="add mod">
          <ac:chgData name="Ashok Gopalakrishnan" userId="d8b748a0ad7c7b3a" providerId="LiveId" clId="{59FD0868-84F1-432F-883D-B36E85A19EB2}" dt="2026-06-17T09:05:24.586" v="1070" actId="14100"/>
          <ac:picMkLst>
            <pc:docMk/>
            <pc:sldMk cId="2586380019" sldId="286"/>
            <ac:picMk id="4" creationId="{EB8CD72A-F8B7-5BA1-B815-75E2624E9536}"/>
          </ac:picMkLst>
        </pc:picChg>
      </pc:sldChg>
      <pc:sldChg chg="addSp delSp modSp add mod">
        <pc:chgData name="Ashok Gopalakrishnan" userId="d8b748a0ad7c7b3a" providerId="LiveId" clId="{59FD0868-84F1-432F-883D-B36E85A19EB2}" dt="2026-06-17T09:15:59.625" v="1125" actId="20577"/>
        <pc:sldMkLst>
          <pc:docMk/>
          <pc:sldMk cId="3664569800" sldId="287"/>
        </pc:sldMkLst>
        <pc:spChg chg="add mod">
          <ac:chgData name="Ashok Gopalakrishnan" userId="d8b748a0ad7c7b3a" providerId="LiveId" clId="{59FD0868-84F1-432F-883D-B36E85A19EB2}" dt="2026-06-17T09:15:59.625" v="1125" actId="20577"/>
          <ac:spMkLst>
            <pc:docMk/>
            <pc:sldMk cId="3664569800" sldId="287"/>
            <ac:spMk id="5" creationId="{56276E13-29DF-430A-F983-2C89DC29EC45}"/>
          </ac:spMkLst>
        </pc:spChg>
        <pc:spChg chg="del">
          <ac:chgData name="Ashok Gopalakrishnan" userId="d8b748a0ad7c7b3a" providerId="LiveId" clId="{59FD0868-84F1-432F-883D-B36E85A19EB2}" dt="2026-06-17T09:07:41.131" v="1080" actId="478"/>
          <ac:spMkLst>
            <pc:docMk/>
            <pc:sldMk cId="3664569800" sldId="287"/>
            <ac:spMk id="7" creationId="{EF96630A-8BC6-E389-2B0A-4402524B0B5C}"/>
          </ac:spMkLst>
        </pc:spChg>
        <pc:picChg chg="del">
          <ac:chgData name="Ashok Gopalakrishnan" userId="d8b748a0ad7c7b3a" providerId="LiveId" clId="{59FD0868-84F1-432F-883D-B36E85A19EB2}" dt="2026-06-17T09:07:38.586" v="1079" actId="478"/>
          <ac:picMkLst>
            <pc:docMk/>
            <pc:sldMk cId="3664569800" sldId="287"/>
            <ac:picMk id="4" creationId="{B1DDD680-665A-D579-D25A-01B938B40689}"/>
          </ac:picMkLst>
        </pc:picChg>
      </pc:sldChg>
      <pc:sldChg chg="addSp delSp modSp add mod">
        <pc:chgData name="Ashok Gopalakrishnan" userId="d8b748a0ad7c7b3a" providerId="LiveId" clId="{59FD0868-84F1-432F-883D-B36E85A19EB2}" dt="2026-06-17T09:15:24.915" v="1118" actId="1076"/>
        <pc:sldMkLst>
          <pc:docMk/>
          <pc:sldMk cId="2430641402" sldId="288"/>
        </pc:sldMkLst>
        <pc:spChg chg="del">
          <ac:chgData name="Ashok Gopalakrishnan" userId="d8b748a0ad7c7b3a" providerId="LiveId" clId="{59FD0868-84F1-432F-883D-B36E85A19EB2}" dt="2026-06-17T09:14:00.365" v="1103" actId="478"/>
          <ac:spMkLst>
            <pc:docMk/>
            <pc:sldMk cId="2430641402" sldId="288"/>
            <ac:spMk id="2" creationId="{AA6D8820-1040-DD12-C64D-25F87C08A233}"/>
          </ac:spMkLst>
        </pc:spChg>
        <pc:spChg chg="del">
          <ac:chgData name="Ashok Gopalakrishnan" userId="d8b748a0ad7c7b3a" providerId="LiveId" clId="{59FD0868-84F1-432F-883D-B36E85A19EB2}" dt="2026-06-17T09:09:24.890" v="1096" actId="478"/>
          <ac:spMkLst>
            <pc:docMk/>
            <pc:sldMk cId="2430641402" sldId="288"/>
            <ac:spMk id="5" creationId="{26E864FF-ED4F-1CA0-68E2-DA7FFAC0F2D2}"/>
          </ac:spMkLst>
        </pc:spChg>
        <pc:spChg chg="add del mod">
          <ac:chgData name="Ashok Gopalakrishnan" userId="d8b748a0ad7c7b3a" providerId="LiveId" clId="{59FD0868-84F1-432F-883D-B36E85A19EB2}" dt="2026-06-17T09:14:06.622" v="1105" actId="478"/>
          <ac:spMkLst>
            <pc:docMk/>
            <pc:sldMk cId="2430641402" sldId="288"/>
            <ac:spMk id="7" creationId="{EF11FDE4-2419-561B-8C00-6476694E9F4C}"/>
          </ac:spMkLst>
        </pc:spChg>
        <pc:spChg chg="add mod">
          <ac:chgData name="Ashok Gopalakrishnan" userId="d8b748a0ad7c7b3a" providerId="LiveId" clId="{59FD0868-84F1-432F-883D-B36E85A19EB2}" dt="2026-06-17T09:15:20.194" v="1117" actId="122"/>
          <ac:spMkLst>
            <pc:docMk/>
            <pc:sldMk cId="2430641402" sldId="288"/>
            <ac:spMk id="11" creationId="{C892C998-4A1D-4899-576D-165D2C5BBD7F}"/>
          </ac:spMkLst>
        </pc:spChg>
        <pc:picChg chg="add del mod">
          <ac:chgData name="Ashok Gopalakrishnan" userId="d8b748a0ad7c7b3a" providerId="LiveId" clId="{59FD0868-84F1-432F-883D-B36E85A19EB2}" dt="2026-06-17T09:14:03.346" v="1104" actId="478"/>
          <ac:picMkLst>
            <pc:docMk/>
            <pc:sldMk cId="2430641402" sldId="288"/>
            <ac:picMk id="4" creationId="{29D519B4-A7D8-ADC1-DD55-DA5F8C1DD56B}"/>
          </ac:picMkLst>
        </pc:picChg>
        <pc:picChg chg="add mod">
          <ac:chgData name="Ashok Gopalakrishnan" userId="d8b748a0ad7c7b3a" providerId="LiveId" clId="{59FD0868-84F1-432F-883D-B36E85A19EB2}" dt="2026-06-17T09:15:24.915" v="1118" actId="1076"/>
          <ac:picMkLst>
            <pc:docMk/>
            <pc:sldMk cId="2430641402" sldId="288"/>
            <ac:picMk id="9" creationId="{831FEB71-FE65-CDE2-F4A3-87982EAC9BFF}"/>
          </ac:picMkLst>
        </pc:picChg>
      </pc:sldChg>
      <pc:sldChg chg="addSp delSp modSp add mod">
        <pc:chgData name="Ashok Gopalakrishnan" userId="d8b748a0ad7c7b3a" providerId="LiveId" clId="{59FD0868-84F1-432F-883D-B36E85A19EB2}" dt="2026-06-17T09:20:51.899" v="1139" actId="14100"/>
        <pc:sldMkLst>
          <pc:docMk/>
          <pc:sldMk cId="515053006" sldId="289"/>
        </pc:sldMkLst>
        <pc:spChg chg="del">
          <ac:chgData name="Ashok Gopalakrishnan" userId="d8b748a0ad7c7b3a" providerId="LiveId" clId="{59FD0868-84F1-432F-883D-B36E85A19EB2}" dt="2026-06-17T09:20:36.951" v="1135" actId="478"/>
          <ac:spMkLst>
            <pc:docMk/>
            <pc:sldMk cId="515053006" sldId="289"/>
            <ac:spMk id="2" creationId="{AB5EE7E4-551E-A9DF-4C10-07C047107819}"/>
          </ac:spMkLst>
        </pc:spChg>
        <pc:spChg chg="del">
          <ac:chgData name="Ashok Gopalakrishnan" userId="d8b748a0ad7c7b3a" providerId="LiveId" clId="{59FD0868-84F1-432F-883D-B36E85A19EB2}" dt="2026-06-17T09:20:11.231" v="1131" actId="478"/>
          <ac:spMkLst>
            <pc:docMk/>
            <pc:sldMk cId="515053006" sldId="289"/>
            <ac:spMk id="3" creationId="{C85791BB-B0B3-EC8C-C99F-ADB4B0C4BA45}"/>
          </ac:spMkLst>
        </pc:spChg>
        <pc:spChg chg="add del mod">
          <ac:chgData name="Ashok Gopalakrishnan" userId="d8b748a0ad7c7b3a" providerId="LiveId" clId="{59FD0868-84F1-432F-883D-B36E85A19EB2}" dt="2026-06-17T09:20:14.435" v="1132" actId="478"/>
          <ac:spMkLst>
            <pc:docMk/>
            <pc:sldMk cId="515053006" sldId="289"/>
            <ac:spMk id="6" creationId="{66B92D08-7BA2-1FCD-3B81-F72DC3F0BCB3}"/>
          </ac:spMkLst>
        </pc:spChg>
        <pc:spChg chg="add del mod">
          <ac:chgData name="Ashok Gopalakrishnan" userId="d8b748a0ad7c7b3a" providerId="LiveId" clId="{59FD0868-84F1-432F-883D-B36E85A19EB2}" dt="2026-06-17T09:20:39.343" v="1136" actId="478"/>
          <ac:spMkLst>
            <pc:docMk/>
            <pc:sldMk cId="515053006" sldId="289"/>
            <ac:spMk id="10" creationId="{64199F7F-69DC-985A-755F-B626E721B1B9}"/>
          </ac:spMkLst>
        </pc:spChg>
        <pc:picChg chg="del">
          <ac:chgData name="Ashok Gopalakrishnan" userId="d8b748a0ad7c7b3a" providerId="LiveId" clId="{59FD0868-84F1-432F-883D-B36E85A19EB2}" dt="2026-06-17T09:20:08.494" v="1130" actId="478"/>
          <ac:picMkLst>
            <pc:docMk/>
            <pc:sldMk cId="515053006" sldId="289"/>
            <ac:picMk id="5" creationId="{7FA74232-B186-30E2-443A-EA1B4F19B3BE}"/>
          </ac:picMkLst>
        </pc:picChg>
        <pc:picChg chg="add mod">
          <ac:chgData name="Ashok Gopalakrishnan" userId="d8b748a0ad7c7b3a" providerId="LiveId" clId="{59FD0868-84F1-432F-883D-B36E85A19EB2}" dt="2026-06-17T09:20:51.899" v="1139" actId="14100"/>
          <ac:picMkLst>
            <pc:docMk/>
            <pc:sldMk cId="515053006" sldId="289"/>
            <ac:picMk id="8" creationId="{134F8A45-98AD-16C8-4BBD-87FE8D37810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A89068-4F22-4A50-9EC5-361A81471784}" type="datetimeFigureOut">
              <a:rPr lang="en-US" smtClean="0"/>
              <a:t>6/17/2026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8DEC7-CC73-4C0E-8A95-1824D3F357DE}" type="slidenum">
              <a:rPr lang="en-US" smtClean="0"/>
              <a:t>‹#›</a:t>
            </a:fld>
            <a:endParaRPr lang="en-US"/>
          </a:p>
        </p:txBody>
      </p:sp>
    </p:spTree>
    <p:extLst>
      <p:ext uri="{BB962C8B-B14F-4D97-AF65-F5344CB8AC3E}">
        <p14:creationId xmlns:p14="http://schemas.microsoft.com/office/powerpoint/2010/main" val="1820569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68DEC7-CC73-4C0E-8A95-1824D3F357DE}" type="slidenum">
              <a:rPr lang="en-US" smtClean="0"/>
              <a:t>12</a:t>
            </a:fld>
            <a:endParaRPr lang="en-US"/>
          </a:p>
        </p:txBody>
      </p:sp>
    </p:spTree>
    <p:extLst>
      <p:ext uri="{BB962C8B-B14F-4D97-AF65-F5344CB8AC3E}">
        <p14:creationId xmlns:p14="http://schemas.microsoft.com/office/powerpoint/2010/main" val="1438008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2BAA5-4E08-9207-39BD-0676704710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BB0B6E-5C1E-CC79-82C4-B94CCCA219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E5E53-91B8-F447-F980-CAB766FBDC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A247BC-C83D-8A5E-5913-E10EA866DBA8}"/>
              </a:ext>
            </a:extLst>
          </p:cNvPr>
          <p:cNvSpPr>
            <a:spLocks noGrp="1"/>
          </p:cNvSpPr>
          <p:nvPr>
            <p:ph type="sldNum" sz="quarter" idx="5"/>
          </p:nvPr>
        </p:nvSpPr>
        <p:spPr/>
        <p:txBody>
          <a:bodyPr/>
          <a:lstStyle/>
          <a:p>
            <a:fld id="{EE68DEC7-CC73-4C0E-8A95-1824D3F357DE}" type="slidenum">
              <a:rPr lang="en-US" smtClean="0"/>
              <a:t>13</a:t>
            </a:fld>
            <a:endParaRPr lang="en-US"/>
          </a:p>
        </p:txBody>
      </p:sp>
    </p:spTree>
    <p:extLst>
      <p:ext uri="{BB962C8B-B14F-4D97-AF65-F5344CB8AC3E}">
        <p14:creationId xmlns:p14="http://schemas.microsoft.com/office/powerpoint/2010/main" val="38625393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CDE29-E2F2-2FC1-D0FE-2708FCE165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2BC8D8-1511-9B92-7893-565069947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DD3FB9-667F-DA44-D865-23595855DD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EDCAF4-BFEE-5734-96EE-25A47F52F5C0}"/>
              </a:ext>
            </a:extLst>
          </p:cNvPr>
          <p:cNvSpPr>
            <a:spLocks noGrp="1"/>
          </p:cNvSpPr>
          <p:nvPr>
            <p:ph type="sldNum" sz="quarter" idx="5"/>
          </p:nvPr>
        </p:nvSpPr>
        <p:spPr/>
        <p:txBody>
          <a:bodyPr/>
          <a:lstStyle/>
          <a:p>
            <a:fld id="{EE68DEC7-CC73-4C0E-8A95-1824D3F357DE}" type="slidenum">
              <a:rPr lang="en-US" smtClean="0"/>
              <a:t>14</a:t>
            </a:fld>
            <a:endParaRPr lang="en-US"/>
          </a:p>
        </p:txBody>
      </p:sp>
    </p:spTree>
    <p:extLst>
      <p:ext uri="{BB962C8B-B14F-4D97-AF65-F5344CB8AC3E}">
        <p14:creationId xmlns:p14="http://schemas.microsoft.com/office/powerpoint/2010/main" val="27669628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5E37F-869B-3681-A9B9-60D1A56E7F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69D9B-D4B9-E50E-5381-04F99832EF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2A832F-3BBC-80D6-2739-590E29D00E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8AA710-8BF6-3E3C-CD36-175232823B76}"/>
              </a:ext>
            </a:extLst>
          </p:cNvPr>
          <p:cNvSpPr>
            <a:spLocks noGrp="1"/>
          </p:cNvSpPr>
          <p:nvPr>
            <p:ph type="sldNum" sz="quarter" idx="5"/>
          </p:nvPr>
        </p:nvSpPr>
        <p:spPr/>
        <p:txBody>
          <a:bodyPr/>
          <a:lstStyle/>
          <a:p>
            <a:fld id="{EE68DEC7-CC73-4C0E-8A95-1824D3F357DE}" type="slidenum">
              <a:rPr lang="en-US" smtClean="0"/>
              <a:t>15</a:t>
            </a:fld>
            <a:endParaRPr lang="en-US"/>
          </a:p>
        </p:txBody>
      </p:sp>
    </p:spTree>
    <p:extLst>
      <p:ext uri="{BB962C8B-B14F-4D97-AF65-F5344CB8AC3E}">
        <p14:creationId xmlns:p14="http://schemas.microsoft.com/office/powerpoint/2010/main" val="3757509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4FE05-977B-89CC-576E-1C0C0974ED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8043DC-02A5-8715-EBF2-D854739300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0AD1B2-0957-4D97-4F83-1A16B93D61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F73E04-C974-8E91-5A2D-5926ECA32A5D}"/>
              </a:ext>
            </a:extLst>
          </p:cNvPr>
          <p:cNvSpPr>
            <a:spLocks noGrp="1"/>
          </p:cNvSpPr>
          <p:nvPr>
            <p:ph type="sldNum" sz="quarter" idx="5"/>
          </p:nvPr>
        </p:nvSpPr>
        <p:spPr/>
        <p:txBody>
          <a:bodyPr/>
          <a:lstStyle/>
          <a:p>
            <a:fld id="{EE68DEC7-CC73-4C0E-8A95-1824D3F357DE}" type="slidenum">
              <a:rPr lang="en-US" smtClean="0"/>
              <a:t>16</a:t>
            </a:fld>
            <a:endParaRPr lang="en-US"/>
          </a:p>
        </p:txBody>
      </p:sp>
    </p:spTree>
    <p:extLst>
      <p:ext uri="{BB962C8B-B14F-4D97-AF65-F5344CB8AC3E}">
        <p14:creationId xmlns:p14="http://schemas.microsoft.com/office/powerpoint/2010/main" val="4170997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A3C88-8346-BEB6-7110-F136C3D0B7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2733F-A71E-5EA2-C11D-D411B96A64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958A06-CBB7-A42A-646F-73944EF6EF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027B7C-7582-E764-7728-904CEDED8B16}"/>
              </a:ext>
            </a:extLst>
          </p:cNvPr>
          <p:cNvSpPr>
            <a:spLocks noGrp="1"/>
          </p:cNvSpPr>
          <p:nvPr>
            <p:ph type="sldNum" sz="quarter" idx="5"/>
          </p:nvPr>
        </p:nvSpPr>
        <p:spPr/>
        <p:txBody>
          <a:bodyPr/>
          <a:lstStyle/>
          <a:p>
            <a:fld id="{EE68DEC7-CC73-4C0E-8A95-1824D3F357DE}" type="slidenum">
              <a:rPr lang="en-US" smtClean="0"/>
              <a:t>17</a:t>
            </a:fld>
            <a:endParaRPr lang="en-US"/>
          </a:p>
        </p:txBody>
      </p:sp>
    </p:spTree>
    <p:extLst>
      <p:ext uri="{BB962C8B-B14F-4D97-AF65-F5344CB8AC3E}">
        <p14:creationId xmlns:p14="http://schemas.microsoft.com/office/powerpoint/2010/main" val="3653289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3728B-F376-60A9-9DD6-9C6F80477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0C5FCC-5D6E-62F9-8C49-F55DB72F7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E999F-1811-EB03-19F0-6D81CA18AB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96B9B-AA50-CA3D-F082-89214689D39D}"/>
              </a:ext>
            </a:extLst>
          </p:cNvPr>
          <p:cNvSpPr>
            <a:spLocks noGrp="1"/>
          </p:cNvSpPr>
          <p:nvPr>
            <p:ph type="sldNum" sz="quarter" idx="5"/>
          </p:nvPr>
        </p:nvSpPr>
        <p:spPr/>
        <p:txBody>
          <a:bodyPr/>
          <a:lstStyle/>
          <a:p>
            <a:fld id="{EE68DEC7-CC73-4C0E-8A95-1824D3F357DE}" type="slidenum">
              <a:rPr lang="en-US" smtClean="0"/>
              <a:t>18</a:t>
            </a:fld>
            <a:endParaRPr lang="en-US"/>
          </a:p>
        </p:txBody>
      </p:sp>
    </p:spTree>
    <p:extLst>
      <p:ext uri="{BB962C8B-B14F-4D97-AF65-F5344CB8AC3E}">
        <p14:creationId xmlns:p14="http://schemas.microsoft.com/office/powerpoint/2010/main" val="14026073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CBE7A-9248-67AB-BB2C-0F2DD1C76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78E505-9D64-8DC5-6FF4-77CDADEC75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B52FBA-2FBD-9923-A533-FC79074363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63EA75-4D72-91C7-AAD6-429FF30ECE6A}"/>
              </a:ext>
            </a:extLst>
          </p:cNvPr>
          <p:cNvSpPr>
            <a:spLocks noGrp="1"/>
          </p:cNvSpPr>
          <p:nvPr>
            <p:ph type="sldNum" sz="quarter" idx="5"/>
          </p:nvPr>
        </p:nvSpPr>
        <p:spPr/>
        <p:txBody>
          <a:bodyPr/>
          <a:lstStyle/>
          <a:p>
            <a:fld id="{EE68DEC7-CC73-4C0E-8A95-1824D3F357DE}" type="slidenum">
              <a:rPr lang="en-US" smtClean="0"/>
              <a:t>19</a:t>
            </a:fld>
            <a:endParaRPr lang="en-US"/>
          </a:p>
        </p:txBody>
      </p:sp>
    </p:spTree>
    <p:extLst>
      <p:ext uri="{BB962C8B-B14F-4D97-AF65-F5344CB8AC3E}">
        <p14:creationId xmlns:p14="http://schemas.microsoft.com/office/powerpoint/2010/main" val="3236724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EB922-8A20-3B1C-CEC4-C77CDE0A36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8006AC-8AC1-132B-07DB-A32F4D0145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F99C1-21BA-7D75-7A44-E9E2A0BF3D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707010-2E62-D785-0D5D-A28DB673C28C}"/>
              </a:ext>
            </a:extLst>
          </p:cNvPr>
          <p:cNvSpPr>
            <a:spLocks noGrp="1"/>
          </p:cNvSpPr>
          <p:nvPr>
            <p:ph type="sldNum" sz="quarter" idx="5"/>
          </p:nvPr>
        </p:nvSpPr>
        <p:spPr/>
        <p:txBody>
          <a:bodyPr/>
          <a:lstStyle/>
          <a:p>
            <a:fld id="{EE68DEC7-CC73-4C0E-8A95-1824D3F357DE}" type="slidenum">
              <a:rPr lang="en-US" smtClean="0"/>
              <a:t>20</a:t>
            </a:fld>
            <a:endParaRPr lang="en-US"/>
          </a:p>
        </p:txBody>
      </p:sp>
    </p:spTree>
    <p:extLst>
      <p:ext uri="{BB962C8B-B14F-4D97-AF65-F5344CB8AC3E}">
        <p14:creationId xmlns:p14="http://schemas.microsoft.com/office/powerpoint/2010/main" val="2284660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4F71-9D6C-8085-BD74-95A92765B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316CC-0DE1-2B48-0683-DFDC8DE305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EE3E30-16E6-E28B-723E-B11626393F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E5E102-29B4-EE83-E38C-6B841E6AB425}"/>
              </a:ext>
            </a:extLst>
          </p:cNvPr>
          <p:cNvSpPr>
            <a:spLocks noGrp="1"/>
          </p:cNvSpPr>
          <p:nvPr>
            <p:ph type="sldNum" sz="quarter" idx="5"/>
          </p:nvPr>
        </p:nvSpPr>
        <p:spPr/>
        <p:txBody>
          <a:bodyPr/>
          <a:lstStyle/>
          <a:p>
            <a:fld id="{EE68DEC7-CC73-4C0E-8A95-1824D3F357DE}" type="slidenum">
              <a:rPr lang="en-US" smtClean="0"/>
              <a:t>21</a:t>
            </a:fld>
            <a:endParaRPr lang="en-US"/>
          </a:p>
        </p:txBody>
      </p:sp>
    </p:spTree>
    <p:extLst>
      <p:ext uri="{BB962C8B-B14F-4D97-AF65-F5344CB8AC3E}">
        <p14:creationId xmlns:p14="http://schemas.microsoft.com/office/powerpoint/2010/main" val="3909782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1CF21-AF17-F4C3-47F7-193D49EF9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870453-4108-6240-D133-FBB1FE49C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1138E4-0511-F059-10B1-40249D680F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0E92E8-D494-B0EE-3366-3EA5DE850E7A}"/>
              </a:ext>
            </a:extLst>
          </p:cNvPr>
          <p:cNvSpPr>
            <a:spLocks noGrp="1"/>
          </p:cNvSpPr>
          <p:nvPr>
            <p:ph type="sldNum" sz="quarter" idx="5"/>
          </p:nvPr>
        </p:nvSpPr>
        <p:spPr/>
        <p:txBody>
          <a:bodyPr/>
          <a:lstStyle/>
          <a:p>
            <a:fld id="{EE68DEC7-CC73-4C0E-8A95-1824D3F357DE}" type="slidenum">
              <a:rPr lang="en-US" smtClean="0"/>
              <a:t>22</a:t>
            </a:fld>
            <a:endParaRPr lang="en-US"/>
          </a:p>
        </p:txBody>
      </p:sp>
    </p:spTree>
    <p:extLst>
      <p:ext uri="{BB962C8B-B14F-4D97-AF65-F5344CB8AC3E}">
        <p14:creationId xmlns:p14="http://schemas.microsoft.com/office/powerpoint/2010/main" val="36409318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4AF2D-5864-9295-77FB-B90C3FCB8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E662B5-CD60-05AA-DDCA-5CE72CDA9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922714-AD5B-0DC9-27D3-EAF236A367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247263-6670-4FF6-B0D5-56E7E0CEBF36}"/>
              </a:ext>
            </a:extLst>
          </p:cNvPr>
          <p:cNvSpPr>
            <a:spLocks noGrp="1"/>
          </p:cNvSpPr>
          <p:nvPr>
            <p:ph type="sldNum" sz="quarter" idx="5"/>
          </p:nvPr>
        </p:nvSpPr>
        <p:spPr/>
        <p:txBody>
          <a:bodyPr/>
          <a:lstStyle/>
          <a:p>
            <a:fld id="{EE68DEC7-CC73-4C0E-8A95-1824D3F357DE}" type="slidenum">
              <a:rPr lang="en-US" smtClean="0"/>
              <a:t>23</a:t>
            </a:fld>
            <a:endParaRPr lang="en-US"/>
          </a:p>
        </p:txBody>
      </p:sp>
    </p:spTree>
    <p:extLst>
      <p:ext uri="{BB962C8B-B14F-4D97-AF65-F5344CB8AC3E}">
        <p14:creationId xmlns:p14="http://schemas.microsoft.com/office/powerpoint/2010/main" val="1010319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F9FCF-8EDE-46B7-FA86-60E79E5801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23B9F-9531-BF64-EC63-4A56622E79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20BFE9-74AB-111C-B36D-151EFD8053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630F0A-B7D9-5F42-6330-4F2EC5760BFD}"/>
              </a:ext>
            </a:extLst>
          </p:cNvPr>
          <p:cNvSpPr>
            <a:spLocks noGrp="1"/>
          </p:cNvSpPr>
          <p:nvPr>
            <p:ph type="sldNum" sz="quarter" idx="5"/>
          </p:nvPr>
        </p:nvSpPr>
        <p:spPr/>
        <p:txBody>
          <a:bodyPr/>
          <a:lstStyle/>
          <a:p>
            <a:fld id="{EE68DEC7-CC73-4C0E-8A95-1824D3F357DE}" type="slidenum">
              <a:rPr lang="en-US" smtClean="0"/>
              <a:t>24</a:t>
            </a:fld>
            <a:endParaRPr lang="en-US"/>
          </a:p>
        </p:txBody>
      </p:sp>
    </p:spTree>
    <p:extLst>
      <p:ext uri="{BB962C8B-B14F-4D97-AF65-F5344CB8AC3E}">
        <p14:creationId xmlns:p14="http://schemas.microsoft.com/office/powerpoint/2010/main" val="3458810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981D9-920B-C901-3DC1-1C60FC39B3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DADF2-EF16-B809-A7D8-1E3F26324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376BB-C168-B7B0-0690-E6653DB8D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B60C9C-C546-4989-0C99-810A6C8EFB0E}"/>
              </a:ext>
            </a:extLst>
          </p:cNvPr>
          <p:cNvSpPr>
            <a:spLocks noGrp="1"/>
          </p:cNvSpPr>
          <p:nvPr>
            <p:ph type="sldNum" sz="quarter" idx="5"/>
          </p:nvPr>
        </p:nvSpPr>
        <p:spPr/>
        <p:txBody>
          <a:bodyPr/>
          <a:lstStyle/>
          <a:p>
            <a:fld id="{EE68DEC7-CC73-4C0E-8A95-1824D3F357DE}" type="slidenum">
              <a:rPr lang="en-US" smtClean="0"/>
              <a:t>25</a:t>
            </a:fld>
            <a:endParaRPr lang="en-US"/>
          </a:p>
        </p:txBody>
      </p:sp>
    </p:spTree>
    <p:extLst>
      <p:ext uri="{BB962C8B-B14F-4D97-AF65-F5344CB8AC3E}">
        <p14:creationId xmlns:p14="http://schemas.microsoft.com/office/powerpoint/2010/main" val="217790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7797-665B-453C-A6A9-AD6CBF354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549471-2F82-A3B7-4589-54674007C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5CFDF-63BC-D44D-287A-9EA597FA99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0F35BC-ECED-ED20-B19B-0967E0045764}"/>
              </a:ext>
            </a:extLst>
          </p:cNvPr>
          <p:cNvSpPr>
            <a:spLocks noGrp="1"/>
          </p:cNvSpPr>
          <p:nvPr>
            <p:ph type="sldNum" sz="quarter" idx="5"/>
          </p:nvPr>
        </p:nvSpPr>
        <p:spPr/>
        <p:txBody>
          <a:bodyPr/>
          <a:lstStyle/>
          <a:p>
            <a:fld id="{EE68DEC7-CC73-4C0E-8A95-1824D3F357DE}" type="slidenum">
              <a:rPr lang="en-US" smtClean="0"/>
              <a:t>26</a:t>
            </a:fld>
            <a:endParaRPr lang="en-US"/>
          </a:p>
        </p:txBody>
      </p:sp>
    </p:spTree>
    <p:extLst>
      <p:ext uri="{BB962C8B-B14F-4D97-AF65-F5344CB8AC3E}">
        <p14:creationId xmlns:p14="http://schemas.microsoft.com/office/powerpoint/2010/main" val="31810910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3BB33-8A11-143B-872C-E3189F0F9A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44FC54-3789-793D-1778-E68D3B538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C4D2C-4B51-E17B-D215-53AF3A25AE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0470FB-6047-C392-8AFF-53FC0F07D980}"/>
              </a:ext>
            </a:extLst>
          </p:cNvPr>
          <p:cNvSpPr>
            <a:spLocks noGrp="1"/>
          </p:cNvSpPr>
          <p:nvPr>
            <p:ph type="sldNum" sz="quarter" idx="5"/>
          </p:nvPr>
        </p:nvSpPr>
        <p:spPr/>
        <p:txBody>
          <a:bodyPr/>
          <a:lstStyle/>
          <a:p>
            <a:fld id="{EE68DEC7-CC73-4C0E-8A95-1824D3F357DE}" type="slidenum">
              <a:rPr lang="en-US" smtClean="0"/>
              <a:t>27</a:t>
            </a:fld>
            <a:endParaRPr lang="en-US"/>
          </a:p>
        </p:txBody>
      </p:sp>
    </p:spTree>
    <p:extLst>
      <p:ext uri="{BB962C8B-B14F-4D97-AF65-F5344CB8AC3E}">
        <p14:creationId xmlns:p14="http://schemas.microsoft.com/office/powerpoint/2010/main" val="13879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803E2-A740-F524-CED5-4A8D3872F5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764866-7302-35AE-D2F0-808A4374E6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EB7880-6A8E-88D2-39C8-8794F29B4A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75556-2F2D-79D7-CCF7-D5D0BFF2E075}"/>
              </a:ext>
            </a:extLst>
          </p:cNvPr>
          <p:cNvSpPr>
            <a:spLocks noGrp="1"/>
          </p:cNvSpPr>
          <p:nvPr>
            <p:ph type="sldNum" sz="quarter" idx="5"/>
          </p:nvPr>
        </p:nvSpPr>
        <p:spPr/>
        <p:txBody>
          <a:bodyPr/>
          <a:lstStyle/>
          <a:p>
            <a:fld id="{EE68DEC7-CC73-4C0E-8A95-1824D3F357DE}" type="slidenum">
              <a:rPr lang="en-US" smtClean="0"/>
              <a:t>28</a:t>
            </a:fld>
            <a:endParaRPr lang="en-US"/>
          </a:p>
        </p:txBody>
      </p:sp>
    </p:spTree>
    <p:extLst>
      <p:ext uri="{BB962C8B-B14F-4D97-AF65-F5344CB8AC3E}">
        <p14:creationId xmlns:p14="http://schemas.microsoft.com/office/powerpoint/2010/main" val="1643237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8E66D-A75B-0784-1F86-2C7494B798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AEC7D-D77D-88B0-10A2-0ED5E930C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57A29-F764-F9C0-56BA-7BE85FCCE4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7D4212-518D-11B3-1732-FF4BAB4EF67A}"/>
              </a:ext>
            </a:extLst>
          </p:cNvPr>
          <p:cNvSpPr>
            <a:spLocks noGrp="1"/>
          </p:cNvSpPr>
          <p:nvPr>
            <p:ph type="sldNum" sz="quarter" idx="5"/>
          </p:nvPr>
        </p:nvSpPr>
        <p:spPr/>
        <p:txBody>
          <a:bodyPr/>
          <a:lstStyle/>
          <a:p>
            <a:fld id="{EE68DEC7-CC73-4C0E-8A95-1824D3F357DE}" type="slidenum">
              <a:rPr lang="en-US" smtClean="0"/>
              <a:t>29</a:t>
            </a:fld>
            <a:endParaRPr lang="en-US"/>
          </a:p>
        </p:txBody>
      </p:sp>
    </p:spTree>
    <p:extLst>
      <p:ext uri="{BB962C8B-B14F-4D97-AF65-F5344CB8AC3E}">
        <p14:creationId xmlns:p14="http://schemas.microsoft.com/office/powerpoint/2010/main" val="538241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6CC2D-BD2D-C031-74C1-2803B92A4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98EA5-AF90-C9B9-62A7-C4F471F042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92DE5-02C7-0CCB-360C-481C6A4977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1C4DB8-9E45-7D71-AED7-1E96025BE3AF}"/>
              </a:ext>
            </a:extLst>
          </p:cNvPr>
          <p:cNvSpPr>
            <a:spLocks noGrp="1"/>
          </p:cNvSpPr>
          <p:nvPr>
            <p:ph type="sldNum" sz="quarter" idx="5"/>
          </p:nvPr>
        </p:nvSpPr>
        <p:spPr/>
        <p:txBody>
          <a:bodyPr/>
          <a:lstStyle/>
          <a:p>
            <a:fld id="{EE68DEC7-CC73-4C0E-8A95-1824D3F357DE}" type="slidenum">
              <a:rPr lang="en-US" smtClean="0"/>
              <a:t>30</a:t>
            </a:fld>
            <a:endParaRPr lang="en-US"/>
          </a:p>
        </p:txBody>
      </p:sp>
    </p:spTree>
    <p:extLst>
      <p:ext uri="{BB962C8B-B14F-4D97-AF65-F5344CB8AC3E}">
        <p14:creationId xmlns:p14="http://schemas.microsoft.com/office/powerpoint/2010/main" val="372534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8F1F3E-1674-5628-0A28-446F4E123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FFA8AF-C869-46CA-3AF6-ACEB97C520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B11327-7D0C-6F9A-A3F5-3F6A858D97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270EF3-EC11-09CE-98DD-AD23B1B783C5}"/>
              </a:ext>
            </a:extLst>
          </p:cNvPr>
          <p:cNvSpPr>
            <a:spLocks noGrp="1"/>
          </p:cNvSpPr>
          <p:nvPr>
            <p:ph type="sldNum" sz="quarter" idx="5"/>
          </p:nvPr>
        </p:nvSpPr>
        <p:spPr/>
        <p:txBody>
          <a:bodyPr/>
          <a:lstStyle/>
          <a:p>
            <a:fld id="{EE68DEC7-CC73-4C0E-8A95-1824D3F357DE}" type="slidenum">
              <a:rPr lang="en-US" smtClean="0"/>
              <a:t>31</a:t>
            </a:fld>
            <a:endParaRPr lang="en-US"/>
          </a:p>
        </p:txBody>
      </p:sp>
    </p:spTree>
    <p:extLst>
      <p:ext uri="{BB962C8B-B14F-4D97-AF65-F5344CB8AC3E}">
        <p14:creationId xmlns:p14="http://schemas.microsoft.com/office/powerpoint/2010/main" val="30625983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08E79-D1EF-CCEB-CC1F-03C0E02DF6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8D05E-9003-0C00-DDEC-7FE6C76A42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DB59A0-16D9-F266-C46E-BE443CF4A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7C2F7D-0763-3C6A-4DF3-B3BF58F57BB3}"/>
              </a:ext>
            </a:extLst>
          </p:cNvPr>
          <p:cNvSpPr>
            <a:spLocks noGrp="1"/>
          </p:cNvSpPr>
          <p:nvPr>
            <p:ph type="sldNum" sz="quarter" idx="5"/>
          </p:nvPr>
        </p:nvSpPr>
        <p:spPr/>
        <p:txBody>
          <a:bodyPr/>
          <a:lstStyle/>
          <a:p>
            <a:fld id="{EE68DEC7-CC73-4C0E-8A95-1824D3F357DE}" type="slidenum">
              <a:rPr lang="en-US" smtClean="0"/>
              <a:t>32</a:t>
            </a:fld>
            <a:endParaRPr lang="en-US"/>
          </a:p>
        </p:txBody>
      </p:sp>
    </p:spTree>
    <p:extLst>
      <p:ext uri="{BB962C8B-B14F-4D97-AF65-F5344CB8AC3E}">
        <p14:creationId xmlns:p14="http://schemas.microsoft.com/office/powerpoint/2010/main" val="743793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7B412-442E-A3F7-C441-18BF20722A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E3287E1-69A8-0684-2A68-C2F1E5EF8F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EBC54F3-BA82-7FAB-3D9E-FD7E54FE1522}"/>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2B626BEA-B2C7-83A8-9712-3E4796632D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83CC1-5683-F247-F8CC-0ED545D97F4E}"/>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3786958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E318-800B-D2F1-6B63-659D6B8981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DA9A94-5C52-3531-6DA1-69F8FA512EA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F91EBA-BA85-805E-590A-7DB652751D43}"/>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A386E004-D958-E680-1613-AD1F2927FE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8A6487-92B6-8106-D403-108EA5759E0F}"/>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1945395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A8806-A8A8-6FB6-A9E5-C5792B9C17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53C5A32-6787-25CA-A070-28E2AABD1DC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1CDB5C-0307-DD6B-DDE0-2611940205BD}"/>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99B5C260-2259-9628-CEF5-0C670A2296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AFCC92-AFAF-FA28-A728-D8AD77862C36}"/>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1048586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CD5AC-3DDF-6DF2-BBC1-BFE81B6435E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E9C417-B355-D9C4-C1EF-4E71215588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F030AFB-590F-01E4-C9B8-98EE91966CE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E18A67-C170-4B7B-B3E6-AEE59747FFD3}"/>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6" name="Footer Placeholder 5">
            <a:extLst>
              <a:ext uri="{FF2B5EF4-FFF2-40B4-BE49-F238E27FC236}">
                <a16:creationId xmlns:a16="http://schemas.microsoft.com/office/drawing/2014/main" id="{553BA25E-902C-F1D3-067C-283046F606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8F90FA-F2F7-55B8-E6D6-8348A136F33E}"/>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108920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916A5-E7DF-74F0-5704-AA4F17F45A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7DE8589-6A8A-EAFD-5F35-39E7750691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7DEE70-FDB7-1CEC-9FCA-3FE9242B330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846079-BE04-17ED-82CA-A91F2A1BC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F30CF8-FA29-CAE5-AF6B-FE2DC8B9449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81A7B1-B439-B37C-922C-E02F5F9853A3}"/>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8" name="Footer Placeholder 7">
            <a:extLst>
              <a:ext uri="{FF2B5EF4-FFF2-40B4-BE49-F238E27FC236}">
                <a16:creationId xmlns:a16="http://schemas.microsoft.com/office/drawing/2014/main" id="{D104CD59-6530-A0B9-C712-F45DE19DCE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3442AC-7C5E-84E6-981E-E3A0A2FD10C1}"/>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2947836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76859-1732-F555-A59B-1CCD12B735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DBD516C-DB82-3941-5937-C1F7D6335B49}"/>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4" name="Footer Placeholder 3">
            <a:extLst>
              <a:ext uri="{FF2B5EF4-FFF2-40B4-BE49-F238E27FC236}">
                <a16:creationId xmlns:a16="http://schemas.microsoft.com/office/drawing/2014/main" id="{C7F50D4B-14CA-A841-3AF3-7951EDA6B4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6FA7CB5-A9AF-D2E5-10B7-6B782DA9AD99}"/>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2636616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CCC509-328D-7CE0-27FD-3C5C3EA42BAD}"/>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3" name="Footer Placeholder 2">
            <a:extLst>
              <a:ext uri="{FF2B5EF4-FFF2-40B4-BE49-F238E27FC236}">
                <a16:creationId xmlns:a16="http://schemas.microsoft.com/office/drawing/2014/main" id="{CE5D7444-4491-3075-9B2B-E3C5A20C6E3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205C738-CB63-59D0-C04F-05C4D1D9B4F1}"/>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607697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A64-D1E7-4CA6-4084-CD5C6CEED6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F5C712-9411-08CC-8AC1-EDCCBD3EF6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815F8CF-3E27-0464-BABE-8A8E7B6BFD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F6359E-C9D7-8286-D427-4847AE8889C2}"/>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6" name="Footer Placeholder 5">
            <a:extLst>
              <a:ext uri="{FF2B5EF4-FFF2-40B4-BE49-F238E27FC236}">
                <a16:creationId xmlns:a16="http://schemas.microsoft.com/office/drawing/2014/main" id="{27A624C2-9DA0-4DA9-91F7-C6CA41423C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4CE5916-4B82-5839-A9FD-BA8460E5348A}"/>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2414530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D693E-6963-A1FF-E73F-258A4BBEB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898AA10-22B4-442A-650B-1790FE204D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EE6A131-FBD9-4987-71BA-EFB6CE01E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48BD1A-5831-090A-6B2F-EA26BCA50E96}"/>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6" name="Footer Placeholder 5">
            <a:extLst>
              <a:ext uri="{FF2B5EF4-FFF2-40B4-BE49-F238E27FC236}">
                <a16:creationId xmlns:a16="http://schemas.microsoft.com/office/drawing/2014/main" id="{3C4B7444-325B-9633-0C1D-6BB707658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8B4DD1-E77C-AEBF-A1A1-05D902DD6A2A}"/>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2038328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B233-B0F5-9CB2-DF85-057165EF16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E9E15E-3545-7D21-A723-9BA7B528BCF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10BCE3-2385-F6CB-E81C-3BE2CB83E372}"/>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57C815E2-F685-0191-92D7-B64039EC45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9B3DC-EA78-80D7-3A25-4A7BB8558218}"/>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1502498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F41BE1-D63E-F6AC-F847-218B235FCD9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E0002A-9AF8-0077-BB09-083DA3CD8C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DE7F5B-93CA-38FD-9886-6505DFA71C4C}"/>
              </a:ext>
            </a:extLst>
          </p:cNvPr>
          <p:cNvSpPr>
            <a:spLocks noGrp="1"/>
          </p:cNvSpPr>
          <p:nvPr>
            <p:ph type="dt" sz="half" idx="10"/>
          </p:nvPr>
        </p:nvSpPr>
        <p:spPr/>
        <p:txBody>
          <a:body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48746930-EB01-A43B-4C5F-D6360994EF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E643E-F255-D3E1-C579-731C1159DD7B}"/>
              </a:ext>
            </a:extLst>
          </p:cNvPr>
          <p:cNvSpPr>
            <a:spLocks noGrp="1"/>
          </p:cNvSpPr>
          <p:nvPr>
            <p:ph type="sldNum" sz="quarter" idx="12"/>
          </p:nvPr>
        </p:nvSpPr>
        <p:spPr/>
        <p:txBody>
          <a:bodyPr/>
          <a:lstStyle/>
          <a:p>
            <a:fld id="{4586A8C7-521F-40D0-867D-7FA5DB93287F}" type="slidenum">
              <a:rPr lang="en-US" smtClean="0"/>
              <a:t>‹#›</a:t>
            </a:fld>
            <a:endParaRPr lang="en-US"/>
          </a:p>
        </p:txBody>
      </p:sp>
    </p:spTree>
    <p:extLst>
      <p:ext uri="{BB962C8B-B14F-4D97-AF65-F5344CB8AC3E}">
        <p14:creationId xmlns:p14="http://schemas.microsoft.com/office/powerpoint/2010/main" val="3746195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E1A64A-A9E1-FEA7-6468-AD6C483CF2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BE1384-573F-75C2-43B5-2EC71C5DC0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BFA000-756D-5E60-0E60-0444B6C3A9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D0AF58-8697-4B18-B516-E288830CB199}" type="datetimeFigureOut">
              <a:rPr lang="en-US" smtClean="0"/>
              <a:t>6/17/2026</a:t>
            </a:fld>
            <a:endParaRPr lang="en-US"/>
          </a:p>
        </p:txBody>
      </p:sp>
      <p:sp>
        <p:nvSpPr>
          <p:cNvPr id="5" name="Footer Placeholder 4">
            <a:extLst>
              <a:ext uri="{FF2B5EF4-FFF2-40B4-BE49-F238E27FC236}">
                <a16:creationId xmlns:a16="http://schemas.microsoft.com/office/drawing/2014/main" id="{3F78E23C-6CFC-25B6-B468-6FE4400FDD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EBCDB6E-82FF-F796-77AE-F5B5D86F6B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86A8C7-521F-40D0-867D-7FA5DB93287F}" type="slidenum">
              <a:rPr lang="en-US" smtClean="0"/>
              <a:t>‹#›</a:t>
            </a:fld>
            <a:endParaRPr lang="en-US"/>
          </a:p>
        </p:txBody>
      </p:sp>
    </p:spTree>
    <p:extLst>
      <p:ext uri="{BB962C8B-B14F-4D97-AF65-F5344CB8AC3E}">
        <p14:creationId xmlns:p14="http://schemas.microsoft.com/office/powerpoint/2010/main" val="3032819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6B926-3FF3-5255-EE53-665D9A535594}"/>
              </a:ext>
            </a:extLst>
          </p:cNvPr>
          <p:cNvSpPr>
            <a:spLocks noGrp="1"/>
          </p:cNvSpPr>
          <p:nvPr>
            <p:ph type="ctrTitle"/>
          </p:nvPr>
        </p:nvSpPr>
        <p:spPr>
          <a:xfrm>
            <a:off x="1543665" y="571757"/>
            <a:ext cx="8642555" cy="853921"/>
          </a:xfrm>
        </p:spPr>
        <p:txBody>
          <a:bodyPr>
            <a:normAutofit fontScale="90000"/>
          </a:bodyPr>
          <a:lstStyle/>
          <a:p>
            <a:r>
              <a:rPr lang="en-US" dirty="0">
                <a:latin typeface="Arial Black" panose="020B0A04020102020204" pitchFamily="34" charset="0"/>
              </a:rPr>
              <a:t>DATA VISUALIZATION</a:t>
            </a:r>
          </a:p>
        </p:txBody>
      </p:sp>
      <p:sp>
        <p:nvSpPr>
          <p:cNvPr id="3" name="Subtitle 2">
            <a:extLst>
              <a:ext uri="{FF2B5EF4-FFF2-40B4-BE49-F238E27FC236}">
                <a16:creationId xmlns:a16="http://schemas.microsoft.com/office/drawing/2014/main" id="{AE8D4311-F6C1-71E2-C8BA-BB4E7EF5D293}"/>
              </a:ext>
            </a:extLst>
          </p:cNvPr>
          <p:cNvSpPr>
            <a:spLocks noGrp="1"/>
          </p:cNvSpPr>
          <p:nvPr>
            <p:ph type="subTitle" idx="1"/>
          </p:nvPr>
        </p:nvSpPr>
        <p:spPr>
          <a:xfrm>
            <a:off x="447367" y="4831071"/>
            <a:ext cx="11080955" cy="1655762"/>
          </a:xfrm>
        </p:spPr>
        <p:txBody>
          <a:bodyPr>
            <a:normAutofit/>
          </a:bodyPr>
          <a:lstStyle/>
          <a:p>
            <a:r>
              <a:rPr lang="en-US" dirty="0">
                <a:latin typeface="Arial Black" panose="020B0A04020102020204" pitchFamily="34" charset="0"/>
              </a:rPr>
              <a:t>Dr Ashok Gopalakrishnan</a:t>
            </a:r>
          </a:p>
          <a:p>
            <a:r>
              <a:rPr lang="en-US" sz="2000" dirty="0">
                <a:latin typeface="Arial Black" panose="020B0A04020102020204" pitchFamily="34" charset="0"/>
              </a:rPr>
              <a:t>Retired Scientist from NASA, Google Scholar, Alumni of IIT Bombay</a:t>
            </a:r>
          </a:p>
          <a:p>
            <a:r>
              <a:rPr lang="en-US" sz="2000" dirty="0">
                <a:latin typeface="Arial Black" panose="020B0A04020102020204" pitchFamily="34" charset="0"/>
              </a:rPr>
              <a:t>Oxford University &amp; Georgia Tech, USA</a:t>
            </a:r>
          </a:p>
        </p:txBody>
      </p:sp>
      <p:pic>
        <p:nvPicPr>
          <p:cNvPr id="5" name="Picture 4">
            <a:extLst>
              <a:ext uri="{FF2B5EF4-FFF2-40B4-BE49-F238E27FC236}">
                <a16:creationId xmlns:a16="http://schemas.microsoft.com/office/drawing/2014/main" id="{877B5FF9-B9AB-4AC5-0F6C-C2DFF4434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058" y="1503781"/>
            <a:ext cx="10038736" cy="3249186"/>
          </a:xfrm>
          <a:prstGeom prst="rect">
            <a:avLst/>
          </a:prstGeom>
        </p:spPr>
      </p:pic>
    </p:spTree>
    <p:extLst>
      <p:ext uri="{BB962C8B-B14F-4D97-AF65-F5344CB8AC3E}">
        <p14:creationId xmlns:p14="http://schemas.microsoft.com/office/powerpoint/2010/main" val="4063910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56DFA-8B79-EA46-6DC2-AAE6FB78472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34F8A45-98AD-16C8-4BBD-87FE8D378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36"/>
            <a:ext cx="12192000" cy="6863735"/>
          </a:xfrm>
          <a:prstGeom prst="rect">
            <a:avLst/>
          </a:prstGeom>
        </p:spPr>
      </p:pic>
    </p:spTree>
    <p:extLst>
      <p:ext uri="{BB962C8B-B14F-4D97-AF65-F5344CB8AC3E}">
        <p14:creationId xmlns:p14="http://schemas.microsoft.com/office/powerpoint/2010/main" val="515053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FA85DC-00A0-628A-8149-4370F2FFE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B7CDB0-852E-542D-0557-8117C27F6D79}"/>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pic>
        <p:nvPicPr>
          <p:cNvPr id="8" name="Picture 7">
            <a:extLst>
              <a:ext uri="{FF2B5EF4-FFF2-40B4-BE49-F238E27FC236}">
                <a16:creationId xmlns:a16="http://schemas.microsoft.com/office/drawing/2014/main" id="{1A79E30C-1657-2C32-1F1A-5AB9DB636A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03" y="1160454"/>
            <a:ext cx="10019071" cy="5450254"/>
          </a:xfrm>
          <a:prstGeom prst="rect">
            <a:avLst/>
          </a:prstGeom>
        </p:spPr>
      </p:pic>
    </p:spTree>
    <p:extLst>
      <p:ext uri="{BB962C8B-B14F-4D97-AF65-F5344CB8AC3E}">
        <p14:creationId xmlns:p14="http://schemas.microsoft.com/office/powerpoint/2010/main" val="177739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A1361-B9D9-5327-18BB-BFB128202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12C9E-B094-D7F0-ED14-3FA27365C63B}"/>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68999A5C-2938-AD20-A557-BBA3EA45A655}"/>
              </a:ext>
            </a:extLst>
          </p:cNvPr>
          <p:cNvSpPr txBox="1"/>
          <p:nvPr/>
        </p:nvSpPr>
        <p:spPr>
          <a:xfrm>
            <a:off x="1071715" y="1402225"/>
            <a:ext cx="10304207" cy="2616101"/>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Data Visualization</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Definition:</a:t>
            </a:r>
            <a:r>
              <a:rPr lang="en-US" dirty="0">
                <a:effectLst/>
                <a:latin typeface="Arial Black" panose="020B0A04020102020204" pitchFamily="34" charset="0"/>
              </a:rPr>
              <a:t> The process of representing data graphically to reveal patterns, trends, and insights that raw numbers alone cannot show.</a:t>
            </a:r>
          </a:p>
          <a:p>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Purpose:</a:t>
            </a:r>
            <a:endParaRPr lang="en-US"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dirty="0">
                <a:effectLst/>
                <a:latin typeface="Arial Black" panose="020B0A04020102020204" pitchFamily="34" charset="0"/>
              </a:rPr>
              <a:t>Simplifies complex datasets.</a:t>
            </a:r>
            <a:endParaRPr lang="en-US" dirty="0">
              <a:latin typeface="Arial Black" panose="020B0A04020102020204" pitchFamily="34" charset="0"/>
            </a:endParaRPr>
          </a:p>
          <a:p>
            <a:pPr marL="742950" lvl="1" indent="-285750">
              <a:buFont typeface="Arial" panose="020B0604020202020204" pitchFamily="34" charset="0"/>
              <a:buChar char="•"/>
            </a:pPr>
            <a:r>
              <a:rPr lang="en-US" dirty="0">
                <a:effectLst/>
                <a:latin typeface="Arial Black" panose="020B0A04020102020204" pitchFamily="34" charset="0"/>
              </a:rPr>
              <a:t>Helps communicate findings clearly.</a:t>
            </a:r>
            <a:endParaRPr lang="en-US" dirty="0">
              <a:latin typeface="Arial Black" panose="020B0A04020102020204" pitchFamily="34" charset="0"/>
            </a:endParaRPr>
          </a:p>
          <a:p>
            <a:pPr marL="742950" lvl="1" indent="-285750">
              <a:buFont typeface="Arial" panose="020B0604020202020204" pitchFamily="34" charset="0"/>
              <a:buChar char="•"/>
            </a:pPr>
            <a:r>
              <a:rPr lang="en-US" dirty="0">
                <a:effectLst/>
                <a:latin typeface="Arial Black" panose="020B0A04020102020204" pitchFamily="34" charset="0"/>
              </a:rPr>
              <a:t>Supports decision‑making and storytelling.</a:t>
            </a:r>
            <a:endParaRPr lang="en-US" dirty="0">
              <a:latin typeface="Arial Black" panose="020B0A04020102020204" pitchFamily="34" charset="0"/>
            </a:endParaRPr>
          </a:p>
        </p:txBody>
      </p:sp>
      <p:sp>
        <p:nvSpPr>
          <p:cNvPr id="6" name="TextBox 5">
            <a:extLst>
              <a:ext uri="{FF2B5EF4-FFF2-40B4-BE49-F238E27FC236}">
                <a16:creationId xmlns:a16="http://schemas.microsoft.com/office/drawing/2014/main" id="{5C8B835C-C373-6A81-B9F4-C13CF5B52093}"/>
              </a:ext>
            </a:extLst>
          </p:cNvPr>
          <p:cNvSpPr txBox="1"/>
          <p:nvPr/>
        </p:nvSpPr>
        <p:spPr>
          <a:xfrm>
            <a:off x="1366683" y="4255446"/>
            <a:ext cx="9419303" cy="1200329"/>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Examples in STEM:</a:t>
            </a:r>
          </a:p>
          <a:p>
            <a:pPr marL="285750" indent="-285750">
              <a:buFont typeface="Arial" panose="020B0604020202020204" pitchFamily="34" charset="0"/>
              <a:buChar char="•"/>
            </a:pPr>
            <a:r>
              <a:rPr lang="en-US" dirty="0">
                <a:effectLst/>
                <a:latin typeface="Arial Black" panose="020B0A04020102020204" pitchFamily="34" charset="0"/>
              </a:rPr>
              <a:t>Plotting solar flare intensity vs. time.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Showing spacecraft telemetry trends.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Visualizing Titanic survival rates by gender/class.</a:t>
            </a:r>
            <a:endParaRPr lang="en-US" dirty="0">
              <a:latin typeface="Arial Black" panose="020B0A04020102020204" pitchFamily="34" charset="0"/>
            </a:endParaRPr>
          </a:p>
        </p:txBody>
      </p:sp>
    </p:spTree>
    <p:extLst>
      <p:ext uri="{BB962C8B-B14F-4D97-AF65-F5344CB8AC3E}">
        <p14:creationId xmlns:p14="http://schemas.microsoft.com/office/powerpoint/2010/main" val="1839889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D871E-13E9-4F79-38AC-ABACAFFE48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7C451-29CF-FFDC-66FE-39D8D922C29A}"/>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D663506B-E0B8-2330-E683-B8A5AAC3386A}"/>
              </a:ext>
            </a:extLst>
          </p:cNvPr>
          <p:cNvSpPr txBox="1"/>
          <p:nvPr/>
        </p:nvSpPr>
        <p:spPr>
          <a:xfrm>
            <a:off x="1435509" y="1307800"/>
            <a:ext cx="9517625" cy="4555093"/>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Matplotlib</a:t>
            </a:r>
          </a:p>
          <a:p>
            <a:pPr>
              <a:buNone/>
            </a:pPr>
            <a:endParaRPr lang="en-US" b="1" dirty="0"/>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Overview:</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The foundational Python library for creating static, interactive, and animated plots.</a:t>
            </a:r>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Strengths:</a:t>
            </a:r>
            <a:r>
              <a:rPr lang="en-US" dirty="0">
                <a:effectLst/>
                <a:latin typeface="Arial Black" panose="020B0A04020102020204" pitchFamily="34" charset="0"/>
              </a:rPr>
              <a:t> Fine‑grained control over every element (axes, labels, colors).</a:t>
            </a:r>
            <a:endParaRPr lang="en-US" dirty="0">
              <a:latin typeface="Arial Black" panose="020B0A04020102020204" pitchFamily="34" charset="0"/>
            </a:endParaRP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Example:</a:t>
            </a:r>
            <a:endParaRPr lang="en-US" dirty="0">
              <a:solidFill>
                <a:srgbClr val="FF0000"/>
              </a:solidFill>
              <a:latin typeface="Arial Black" panose="020B0A04020102020204" pitchFamily="34" charset="0"/>
            </a:endParaRPr>
          </a:p>
          <a:p>
            <a:r>
              <a:rPr lang="en-US" dirty="0"/>
              <a:t>python</a:t>
            </a:r>
          </a:p>
          <a:p>
            <a:r>
              <a:rPr lang="en-US" dirty="0">
                <a:effectLst/>
                <a:latin typeface="Courier New" panose="02070309020205020404" pitchFamily="49" charset="0"/>
              </a:rPr>
              <a:t>import </a:t>
            </a:r>
            <a:r>
              <a:rPr lang="en-US" dirty="0" err="1">
                <a:effectLst/>
                <a:latin typeface="Courier New" panose="02070309020205020404" pitchFamily="49" charset="0"/>
              </a:rPr>
              <a:t>matplotlib.pyplot</a:t>
            </a:r>
            <a:r>
              <a:rPr lang="en-US" dirty="0">
                <a:effectLst/>
                <a:latin typeface="Courier New" panose="02070309020205020404" pitchFamily="49" charset="0"/>
              </a:rPr>
              <a:t> as </a:t>
            </a:r>
            <a:r>
              <a:rPr lang="en-US" dirty="0" err="1">
                <a:effectLst/>
                <a:latin typeface="Courier New" panose="02070309020205020404" pitchFamily="49" charset="0"/>
              </a:rPr>
              <a:t>plt</a:t>
            </a:r>
            <a:endParaRPr lang="en-US" dirty="0">
              <a:effectLst/>
              <a:latin typeface="Courier New" panose="02070309020205020404" pitchFamily="49" charset="0"/>
            </a:endParaRPr>
          </a:p>
          <a:p>
            <a:r>
              <a:rPr lang="en-US" dirty="0">
                <a:effectLst/>
                <a:latin typeface="Courier New" panose="02070309020205020404" pitchFamily="49" charset="0"/>
              </a:rPr>
              <a:t>ages = [22, 35, 58, 42, 29]</a:t>
            </a:r>
          </a:p>
          <a:p>
            <a:r>
              <a:rPr lang="en-US" dirty="0">
                <a:effectLst/>
                <a:latin typeface="Courier New" panose="02070309020205020404" pitchFamily="49" charset="0"/>
              </a:rPr>
              <a:t>fares = [7.25, 71.83, 8.05, 27.72, 21.07]</a:t>
            </a:r>
          </a:p>
          <a:p>
            <a:r>
              <a:rPr lang="en-US" dirty="0" err="1">
                <a:effectLst/>
                <a:latin typeface="Courier New" panose="02070309020205020404" pitchFamily="49" charset="0"/>
              </a:rPr>
              <a:t>plt.scatter</a:t>
            </a:r>
            <a:r>
              <a:rPr lang="en-US" dirty="0">
                <a:effectLst/>
                <a:latin typeface="Courier New" panose="02070309020205020404" pitchFamily="49" charset="0"/>
              </a:rPr>
              <a:t>(ages, fares)</a:t>
            </a:r>
          </a:p>
          <a:p>
            <a:r>
              <a:rPr lang="en-US" dirty="0" err="1">
                <a:effectLst/>
                <a:latin typeface="Courier New" panose="02070309020205020404" pitchFamily="49" charset="0"/>
              </a:rPr>
              <a:t>plt.xlabel</a:t>
            </a:r>
            <a:r>
              <a:rPr lang="en-US" dirty="0">
                <a:effectLst/>
                <a:latin typeface="Courier New" panose="02070309020205020404" pitchFamily="49" charset="0"/>
              </a:rPr>
              <a:t>("Age")</a:t>
            </a:r>
          </a:p>
          <a:p>
            <a:r>
              <a:rPr lang="en-US" dirty="0" err="1">
                <a:effectLst/>
                <a:latin typeface="Courier New" panose="02070309020205020404" pitchFamily="49" charset="0"/>
              </a:rPr>
              <a:t>plt.ylabel</a:t>
            </a:r>
            <a:r>
              <a:rPr lang="en-US" dirty="0">
                <a:effectLst/>
                <a:latin typeface="Courier New" panose="02070309020205020404" pitchFamily="49" charset="0"/>
              </a:rPr>
              <a:t>("Fare")</a:t>
            </a:r>
          </a:p>
          <a:p>
            <a:r>
              <a:rPr lang="en-US" dirty="0" err="1">
                <a:effectLst/>
                <a:latin typeface="Courier New" panose="02070309020205020404" pitchFamily="49" charset="0"/>
              </a:rPr>
              <a:t>plt.title</a:t>
            </a:r>
            <a:r>
              <a:rPr lang="en-US" dirty="0">
                <a:effectLst/>
                <a:latin typeface="Courier New" panose="02070309020205020404" pitchFamily="49" charset="0"/>
              </a:rPr>
              <a:t>("Age vs Fare (Titanic)")</a:t>
            </a:r>
          </a:p>
          <a:p>
            <a:r>
              <a:rPr lang="en-US" dirty="0" err="1">
                <a:effectLst/>
                <a:latin typeface="Courier New" panose="02070309020205020404" pitchFamily="49" charset="0"/>
              </a:rPr>
              <a:t>plt.show</a:t>
            </a:r>
            <a:r>
              <a:rPr lang="en-US" dirty="0">
                <a:effectLst/>
                <a:latin typeface="Courier New" panose="02070309020205020404" pitchFamily="49" charset="0"/>
              </a:rPr>
              <a:t>()</a:t>
            </a:r>
          </a:p>
        </p:txBody>
      </p:sp>
    </p:spTree>
    <p:extLst>
      <p:ext uri="{BB962C8B-B14F-4D97-AF65-F5344CB8AC3E}">
        <p14:creationId xmlns:p14="http://schemas.microsoft.com/office/powerpoint/2010/main" val="3670242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5E2C2-41B9-3C5D-44B1-800FBAF6C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F85544-AAA3-3C00-F1E2-9D327EA33B8A}"/>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BA6C4696-8AF3-57DA-4685-411F225B21EC}"/>
              </a:ext>
            </a:extLst>
          </p:cNvPr>
          <p:cNvSpPr txBox="1"/>
          <p:nvPr/>
        </p:nvSpPr>
        <p:spPr>
          <a:xfrm>
            <a:off x="1091380" y="1798565"/>
            <a:ext cx="10009239" cy="3693319"/>
          </a:xfrm>
          <a:prstGeom prst="rect">
            <a:avLst/>
          </a:prstGeom>
          <a:noFill/>
        </p:spPr>
        <p:txBody>
          <a:bodyPr wrap="square">
            <a:spAutoFit/>
          </a:bodyPr>
          <a:lstStyle/>
          <a:p>
            <a:pPr algn="ctr">
              <a:buNone/>
            </a:pPr>
            <a:r>
              <a:rPr lang="en-US" sz="2000" b="1" dirty="0">
                <a:solidFill>
                  <a:srgbClr val="FF0000"/>
                </a:solidFill>
                <a:latin typeface="Arial Black" panose="020B0A04020102020204" pitchFamily="34" charset="0"/>
              </a:rPr>
              <a:t>Seaborn</a:t>
            </a:r>
          </a:p>
          <a:p>
            <a:pPr algn="just">
              <a:buNone/>
            </a:pPr>
            <a:endParaRPr lang="en-US" b="1"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Overview:</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Built on Matplotlib, but higher‑level and aesthetically pleasing.</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Strengths:</a:t>
            </a:r>
            <a:r>
              <a:rPr lang="en-US" dirty="0">
                <a:effectLst/>
                <a:latin typeface="Arial Black" panose="020B0A04020102020204" pitchFamily="34" charset="0"/>
              </a:rPr>
              <a:t> Simplifies statistical plots, integrates well with Pandas </a:t>
            </a:r>
            <a:r>
              <a:rPr lang="en-US" dirty="0" err="1">
                <a:effectLst/>
                <a:latin typeface="Arial Black" panose="020B0A04020102020204" pitchFamily="34" charset="0"/>
              </a:rPr>
              <a:t>DataFrames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Example:</a:t>
            </a:r>
            <a:endParaRPr lang="en-US" dirty="0">
              <a:solidFill>
                <a:srgbClr val="FF0000"/>
              </a:solidFill>
              <a:latin typeface="Arial Black" panose="020B0A04020102020204" pitchFamily="34" charset="0"/>
            </a:endParaRPr>
          </a:p>
          <a:p>
            <a:r>
              <a:rPr lang="en-US" dirty="0"/>
              <a:t>python</a:t>
            </a:r>
          </a:p>
          <a:p>
            <a:r>
              <a:rPr lang="en-US" dirty="0">
                <a:effectLst/>
                <a:latin typeface="Courier New" panose="02070309020205020404" pitchFamily="49" charset="0"/>
              </a:rPr>
              <a:t>import seaborn as </a:t>
            </a:r>
            <a:r>
              <a:rPr lang="en-US" dirty="0" err="1">
                <a:effectLst/>
                <a:latin typeface="Courier New" panose="02070309020205020404" pitchFamily="49" charset="0"/>
              </a:rPr>
              <a:t>sns</a:t>
            </a:r>
            <a:endParaRPr lang="en-US" dirty="0">
              <a:effectLst/>
              <a:latin typeface="Courier New" panose="02070309020205020404" pitchFamily="49" charset="0"/>
            </a:endParaRPr>
          </a:p>
          <a:p>
            <a:r>
              <a:rPr lang="en-US" dirty="0">
                <a:effectLst/>
                <a:latin typeface="Courier New" panose="02070309020205020404" pitchFamily="49" charset="0"/>
              </a:rPr>
              <a:t>import pandas as pd</a:t>
            </a:r>
          </a:p>
          <a:p>
            <a:r>
              <a:rPr lang="en-US" dirty="0" err="1">
                <a:effectLst/>
                <a:latin typeface="Courier New" panose="02070309020205020404" pitchFamily="49" charset="0"/>
              </a:rPr>
              <a:t>df</a:t>
            </a:r>
            <a:r>
              <a:rPr lang="en-US" dirty="0">
                <a:effectLst/>
                <a:latin typeface="Courier New" panose="02070309020205020404" pitchFamily="49" charset="0"/>
              </a:rPr>
              <a:t> = </a:t>
            </a:r>
            <a:r>
              <a:rPr lang="en-US" dirty="0" err="1">
                <a:effectLst/>
                <a:latin typeface="Courier New" panose="02070309020205020404" pitchFamily="49" charset="0"/>
              </a:rPr>
              <a:t>pd.DataFrame</a:t>
            </a:r>
            <a:r>
              <a:rPr lang="en-US" dirty="0">
                <a:effectLst/>
                <a:latin typeface="Courier New" panose="02070309020205020404" pitchFamily="49" charset="0"/>
              </a:rPr>
              <a:t>({"Age":[22,35,58,42,29],</a:t>
            </a:r>
          </a:p>
          <a:p>
            <a:r>
              <a:rPr lang="en-US" dirty="0">
                <a:effectLst/>
                <a:latin typeface="Courier New" panose="02070309020205020404" pitchFamily="49" charset="0"/>
              </a:rPr>
              <a:t>                   "Fare":[7.25,71.83,8.05,27.72,21.07],</a:t>
            </a:r>
          </a:p>
          <a:p>
            <a:r>
              <a:rPr lang="en-US" dirty="0">
                <a:effectLst/>
                <a:latin typeface="Courier New" panose="02070309020205020404" pitchFamily="49" charset="0"/>
              </a:rPr>
              <a:t>                   "Survived":[0,1,0,1,1]})</a:t>
            </a:r>
          </a:p>
          <a:p>
            <a:r>
              <a:rPr lang="en-US" dirty="0" err="1">
                <a:effectLst/>
                <a:latin typeface="Courier New" panose="02070309020205020404" pitchFamily="49" charset="0"/>
              </a:rPr>
              <a:t>sns.scatterplot</a:t>
            </a:r>
            <a:r>
              <a:rPr lang="en-US" dirty="0">
                <a:effectLst/>
                <a:latin typeface="Courier New" panose="02070309020205020404" pitchFamily="49" charset="0"/>
              </a:rPr>
              <a:t>(x="Age", y="Fare", hue="Survived", data=</a:t>
            </a:r>
            <a:r>
              <a:rPr lang="en-US" dirty="0" err="1">
                <a:effectLst/>
                <a:latin typeface="Courier New" panose="02070309020205020404" pitchFamily="49" charset="0"/>
              </a:rPr>
              <a:t>df</a:t>
            </a:r>
            <a:r>
              <a:rPr lang="en-US" dirty="0">
                <a:effectLst/>
                <a:latin typeface="Courier New" panose="02070309020205020404" pitchFamily="49" charset="0"/>
              </a:rPr>
              <a:t>)</a:t>
            </a:r>
          </a:p>
        </p:txBody>
      </p:sp>
    </p:spTree>
    <p:extLst>
      <p:ext uri="{BB962C8B-B14F-4D97-AF65-F5344CB8AC3E}">
        <p14:creationId xmlns:p14="http://schemas.microsoft.com/office/powerpoint/2010/main" val="109221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C8693-C7C7-FAC5-D407-D9AC287BD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38729-62B8-A9AC-E666-5CDEE9FC541B}"/>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graphicFrame>
        <p:nvGraphicFramePr>
          <p:cNvPr id="3" name="Table 2">
            <a:extLst>
              <a:ext uri="{FF2B5EF4-FFF2-40B4-BE49-F238E27FC236}">
                <a16:creationId xmlns:a16="http://schemas.microsoft.com/office/drawing/2014/main" id="{A2169C6D-1F8A-E748-1653-710A797BE92D}"/>
              </a:ext>
            </a:extLst>
          </p:cNvPr>
          <p:cNvGraphicFramePr>
            <a:graphicFrameLocks noGrp="1"/>
          </p:cNvGraphicFramePr>
          <p:nvPr>
            <p:extLst>
              <p:ext uri="{D42A27DB-BD31-4B8C-83A1-F6EECF244321}">
                <p14:modId xmlns:p14="http://schemas.microsoft.com/office/powerpoint/2010/main" val="62651733"/>
              </p:ext>
            </p:extLst>
          </p:nvPr>
        </p:nvGraphicFramePr>
        <p:xfrm>
          <a:off x="838200" y="2397521"/>
          <a:ext cx="10515600" cy="3291840"/>
        </p:xfrm>
        <a:graphic>
          <a:graphicData uri="http://schemas.openxmlformats.org/drawingml/2006/table">
            <a:tbl>
              <a:tblPr/>
              <a:tblGrid>
                <a:gridCol w="3505200">
                  <a:extLst>
                    <a:ext uri="{9D8B030D-6E8A-4147-A177-3AD203B41FA5}">
                      <a16:colId xmlns:a16="http://schemas.microsoft.com/office/drawing/2014/main" val="3249922813"/>
                    </a:ext>
                  </a:extLst>
                </a:gridCol>
                <a:gridCol w="3505200">
                  <a:extLst>
                    <a:ext uri="{9D8B030D-6E8A-4147-A177-3AD203B41FA5}">
                      <a16:colId xmlns:a16="http://schemas.microsoft.com/office/drawing/2014/main" val="573013471"/>
                    </a:ext>
                  </a:extLst>
                </a:gridCol>
                <a:gridCol w="3505200">
                  <a:extLst>
                    <a:ext uri="{9D8B030D-6E8A-4147-A177-3AD203B41FA5}">
                      <a16:colId xmlns:a16="http://schemas.microsoft.com/office/drawing/2014/main" val="3607437773"/>
                    </a:ext>
                  </a:extLst>
                </a:gridCol>
              </a:tblGrid>
              <a:tr h="0">
                <a:tc>
                  <a:txBody>
                    <a:bodyPr/>
                    <a:lstStyle/>
                    <a:p>
                      <a:pPr>
                        <a:buNone/>
                      </a:pPr>
                      <a:r>
                        <a:rPr lang="en-US" dirty="0">
                          <a:solidFill>
                            <a:srgbClr val="FF0000"/>
                          </a:solidFill>
                          <a:latin typeface="Arial Black" panose="020B0A04020102020204" pitchFamily="34" charset="0"/>
                        </a:rPr>
                        <a:t>Plot Type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Purpose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Example</a:t>
                      </a:r>
                    </a:p>
                  </a:txBody>
                  <a:tcPr anchor="ctr">
                    <a:lnL>
                      <a:noFill/>
                    </a:lnL>
                    <a:lnR>
                      <a:noFill/>
                    </a:lnR>
                    <a:lnT>
                      <a:noFill/>
                    </a:lnT>
                    <a:lnB>
                      <a:noFill/>
                    </a:lnB>
                    <a:noFill/>
                  </a:tcPr>
                </a:tc>
                <a:extLst>
                  <a:ext uri="{0D108BD9-81ED-4DB2-BD59-A6C34878D82A}">
                    <a16:rowId xmlns:a16="http://schemas.microsoft.com/office/drawing/2014/main" val="3415019180"/>
                  </a:ext>
                </a:extLst>
              </a:tr>
              <a:tr h="0">
                <a:tc>
                  <a:txBody>
                    <a:bodyPr/>
                    <a:lstStyle/>
                    <a:p>
                      <a:pPr>
                        <a:buNone/>
                      </a:pPr>
                      <a:r>
                        <a:rPr lang="en-US" b="1">
                          <a:latin typeface="Arial Black" panose="020B0A04020102020204" pitchFamily="34" charset="0"/>
                        </a:rPr>
                        <a:t>Bar Chart</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Compare categories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Survival counts by gender</a:t>
                      </a:r>
                    </a:p>
                  </a:txBody>
                  <a:tcPr anchor="ctr">
                    <a:lnL>
                      <a:noFill/>
                    </a:lnL>
                    <a:lnR>
                      <a:noFill/>
                    </a:lnR>
                    <a:lnT>
                      <a:noFill/>
                    </a:lnT>
                    <a:lnB>
                      <a:noFill/>
                    </a:lnB>
                    <a:noFill/>
                  </a:tcPr>
                </a:tc>
                <a:extLst>
                  <a:ext uri="{0D108BD9-81ED-4DB2-BD59-A6C34878D82A}">
                    <a16:rowId xmlns:a16="http://schemas.microsoft.com/office/drawing/2014/main" val="1983930764"/>
                  </a:ext>
                </a:extLst>
              </a:tr>
              <a:tr h="0">
                <a:tc>
                  <a:txBody>
                    <a:bodyPr/>
                    <a:lstStyle/>
                    <a:p>
                      <a:pPr>
                        <a:buNone/>
                      </a:pPr>
                      <a:r>
                        <a:rPr lang="en-US" b="1" dirty="0">
                          <a:latin typeface="Arial Black" panose="020B0A04020102020204" pitchFamily="34" charset="0"/>
                        </a:rPr>
                        <a:t>Histogram</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Show distribution</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Age distribution of passengers</a:t>
                      </a:r>
                    </a:p>
                  </a:txBody>
                  <a:tcPr anchor="ctr">
                    <a:lnL>
                      <a:noFill/>
                    </a:lnL>
                    <a:lnR>
                      <a:noFill/>
                    </a:lnR>
                    <a:lnT>
                      <a:noFill/>
                    </a:lnT>
                    <a:lnB>
                      <a:noFill/>
                    </a:lnB>
                    <a:noFill/>
                  </a:tcPr>
                </a:tc>
                <a:extLst>
                  <a:ext uri="{0D108BD9-81ED-4DB2-BD59-A6C34878D82A}">
                    <a16:rowId xmlns:a16="http://schemas.microsoft.com/office/drawing/2014/main" val="3632033406"/>
                  </a:ext>
                </a:extLst>
              </a:tr>
              <a:tr h="0">
                <a:tc>
                  <a:txBody>
                    <a:bodyPr/>
                    <a:lstStyle/>
                    <a:p>
                      <a:pPr>
                        <a:buNone/>
                      </a:pPr>
                      <a:r>
                        <a:rPr lang="en-US" b="1">
                          <a:latin typeface="Arial Black" panose="020B0A04020102020204" pitchFamily="34" charset="0"/>
                        </a:rPr>
                        <a:t>Scatter Plot</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Show relationships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Age vs. Fare, color‑coded by survival</a:t>
                      </a:r>
                    </a:p>
                  </a:txBody>
                  <a:tcPr anchor="ctr">
                    <a:lnL>
                      <a:noFill/>
                    </a:lnL>
                    <a:lnR>
                      <a:noFill/>
                    </a:lnR>
                    <a:lnT>
                      <a:noFill/>
                    </a:lnT>
                    <a:lnB>
                      <a:noFill/>
                    </a:lnB>
                    <a:noFill/>
                  </a:tcPr>
                </a:tc>
                <a:extLst>
                  <a:ext uri="{0D108BD9-81ED-4DB2-BD59-A6C34878D82A}">
                    <a16:rowId xmlns:a16="http://schemas.microsoft.com/office/drawing/2014/main" val="2551887254"/>
                  </a:ext>
                </a:extLst>
              </a:tr>
              <a:tr h="0">
                <a:tc>
                  <a:txBody>
                    <a:bodyPr/>
                    <a:lstStyle/>
                    <a:p>
                      <a:pPr>
                        <a:buNone/>
                      </a:pPr>
                      <a:r>
                        <a:rPr lang="en-US" b="1" dirty="0">
                          <a:latin typeface="Arial Black" panose="020B0A04020102020204" pitchFamily="34" charset="0"/>
                        </a:rPr>
                        <a:t>Line Plot</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Show trends over time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Solar flux intensity vs. time</a:t>
                      </a:r>
                    </a:p>
                  </a:txBody>
                  <a:tcPr anchor="ctr">
                    <a:lnL>
                      <a:noFill/>
                    </a:lnL>
                    <a:lnR>
                      <a:noFill/>
                    </a:lnR>
                    <a:lnT>
                      <a:noFill/>
                    </a:lnT>
                    <a:lnB>
                      <a:noFill/>
                    </a:lnB>
                    <a:noFill/>
                  </a:tcPr>
                </a:tc>
                <a:extLst>
                  <a:ext uri="{0D108BD9-81ED-4DB2-BD59-A6C34878D82A}">
                    <a16:rowId xmlns:a16="http://schemas.microsoft.com/office/drawing/2014/main" val="1347126651"/>
                  </a:ext>
                </a:extLst>
              </a:tr>
              <a:tr h="0">
                <a:tc>
                  <a:txBody>
                    <a:bodyPr/>
                    <a:lstStyle/>
                    <a:p>
                      <a:pPr>
                        <a:buNone/>
                      </a:pPr>
                      <a:r>
                        <a:rPr lang="en-US" b="1">
                          <a:latin typeface="Arial Black" panose="020B0A04020102020204" pitchFamily="34" charset="0"/>
                        </a:rPr>
                        <a:t>Heatmap</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Show correlations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Titanic features correlation matrix</a:t>
                      </a:r>
                    </a:p>
                  </a:txBody>
                  <a:tcPr anchor="ctr">
                    <a:lnL>
                      <a:noFill/>
                    </a:lnL>
                    <a:lnR>
                      <a:noFill/>
                    </a:lnR>
                    <a:lnT>
                      <a:noFill/>
                    </a:lnT>
                    <a:lnB>
                      <a:noFill/>
                    </a:lnB>
                    <a:noFill/>
                  </a:tcPr>
                </a:tc>
                <a:extLst>
                  <a:ext uri="{0D108BD9-81ED-4DB2-BD59-A6C34878D82A}">
                    <a16:rowId xmlns:a16="http://schemas.microsoft.com/office/drawing/2014/main" val="3504098623"/>
                  </a:ext>
                </a:extLst>
              </a:tr>
            </a:tbl>
          </a:graphicData>
        </a:graphic>
      </p:graphicFrame>
      <p:sp>
        <p:nvSpPr>
          <p:cNvPr id="6" name="TextBox 5">
            <a:extLst>
              <a:ext uri="{FF2B5EF4-FFF2-40B4-BE49-F238E27FC236}">
                <a16:creationId xmlns:a16="http://schemas.microsoft.com/office/drawing/2014/main" id="{E9F2E0B6-06BF-6762-8F44-8FF0E0356A9F}"/>
              </a:ext>
            </a:extLst>
          </p:cNvPr>
          <p:cNvSpPr txBox="1"/>
          <p:nvPr/>
        </p:nvSpPr>
        <p:spPr>
          <a:xfrm>
            <a:off x="4336026" y="1564701"/>
            <a:ext cx="3519948" cy="369332"/>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Common Graphs &amp; Plots</a:t>
            </a:r>
          </a:p>
        </p:txBody>
      </p:sp>
      <p:sp>
        <p:nvSpPr>
          <p:cNvPr id="8" name="TextBox 7">
            <a:extLst>
              <a:ext uri="{FF2B5EF4-FFF2-40B4-BE49-F238E27FC236}">
                <a16:creationId xmlns:a16="http://schemas.microsoft.com/office/drawing/2014/main" id="{45E41478-BFA4-B4DF-4025-387E82464D5E}"/>
              </a:ext>
            </a:extLst>
          </p:cNvPr>
          <p:cNvSpPr txBox="1"/>
          <p:nvPr/>
        </p:nvSpPr>
        <p:spPr>
          <a:xfrm>
            <a:off x="902108" y="5964377"/>
            <a:ext cx="10225548" cy="646331"/>
          </a:xfrm>
          <a:prstGeom prst="rect">
            <a:avLst/>
          </a:prstGeom>
          <a:noFill/>
        </p:spPr>
        <p:txBody>
          <a:bodyPr wrap="square">
            <a:spAutoFit/>
          </a:bodyPr>
          <a:lstStyle/>
          <a:p>
            <a:pPr algn="ctr"/>
            <a:r>
              <a:rPr lang="en-US" dirty="0">
                <a:solidFill>
                  <a:srgbClr val="FF0000"/>
                </a:solidFill>
                <a:latin typeface="Arial Black" panose="020B0A04020102020204" pitchFamily="34" charset="0"/>
              </a:rPr>
              <a:t>“When we visualize data, we don’t just see numbers — we see meaning, motion, and discovery.”</a:t>
            </a:r>
          </a:p>
        </p:txBody>
      </p:sp>
    </p:spTree>
    <p:extLst>
      <p:ext uri="{BB962C8B-B14F-4D97-AF65-F5344CB8AC3E}">
        <p14:creationId xmlns:p14="http://schemas.microsoft.com/office/powerpoint/2010/main" val="2754937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70A47-EA8D-BC0B-A7A0-D9FCF717E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52E952-19D0-1F19-63BA-F3C7D4361151}"/>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8DDEBF0B-7250-D836-72FE-C553DBE2A6BC}"/>
              </a:ext>
            </a:extLst>
          </p:cNvPr>
          <p:cNvSpPr txBox="1"/>
          <p:nvPr/>
        </p:nvSpPr>
        <p:spPr>
          <a:xfrm>
            <a:off x="422785" y="1101213"/>
            <a:ext cx="5142274" cy="743409"/>
          </a:xfrm>
          <a:prstGeom prst="rect">
            <a:avLst/>
          </a:prstGeom>
          <a:noFill/>
        </p:spPr>
        <p:txBody>
          <a:bodyPr wrap="square">
            <a:spAutoFit/>
          </a:bodyPr>
          <a:lstStyle/>
          <a:p>
            <a:pPr algn="l">
              <a:lnSpc>
                <a:spcPts val="2625"/>
              </a:lnSpc>
              <a:buNone/>
            </a:pPr>
            <a:r>
              <a:rPr lang="en-US" sz="2000" b="1" i="0" dirty="0">
                <a:solidFill>
                  <a:srgbClr val="0070C0"/>
                </a:solidFill>
                <a:effectLst/>
                <a:latin typeface="Arial Black" panose="020B0A04020102020204" pitchFamily="34" charset="0"/>
              </a:rPr>
              <a:t>Types of Data Visualization Charts: </a:t>
            </a:r>
          </a:p>
          <a:p>
            <a:pPr algn="ctr">
              <a:lnSpc>
                <a:spcPts val="2625"/>
              </a:lnSpc>
              <a:buNone/>
            </a:pPr>
            <a:r>
              <a:rPr lang="en-US" sz="2000" b="1" i="0" dirty="0">
                <a:solidFill>
                  <a:srgbClr val="0070C0"/>
                </a:solidFill>
                <a:effectLst/>
                <a:latin typeface="Arial Black" panose="020B0A04020102020204" pitchFamily="34" charset="0"/>
              </a:rPr>
              <a:t>From Basic to Advanced</a:t>
            </a:r>
          </a:p>
        </p:txBody>
      </p:sp>
      <p:sp>
        <p:nvSpPr>
          <p:cNvPr id="8" name="TextBox 7">
            <a:extLst>
              <a:ext uri="{FF2B5EF4-FFF2-40B4-BE49-F238E27FC236}">
                <a16:creationId xmlns:a16="http://schemas.microsoft.com/office/drawing/2014/main" id="{E8185CB6-7CFC-B56D-D97B-D5CA746D8778}"/>
              </a:ext>
            </a:extLst>
          </p:cNvPr>
          <p:cNvSpPr txBox="1"/>
          <p:nvPr/>
        </p:nvSpPr>
        <p:spPr>
          <a:xfrm>
            <a:off x="324465" y="2255679"/>
            <a:ext cx="4778477" cy="4665380"/>
          </a:xfrm>
          <a:prstGeom prst="rect">
            <a:avLst/>
          </a:prstGeom>
          <a:noFill/>
        </p:spPr>
        <p:txBody>
          <a:bodyPr wrap="square">
            <a:spAutoFit/>
          </a:bodyPr>
          <a:lstStyle/>
          <a:p>
            <a:pPr algn="ctr" fontAlgn="base">
              <a:lnSpc>
                <a:spcPts val="2100"/>
              </a:lnSpc>
              <a:buNone/>
            </a:pPr>
            <a:r>
              <a:rPr lang="en-US" sz="1600" b="1" i="0" dirty="0">
                <a:solidFill>
                  <a:srgbClr val="FF0000"/>
                </a:solidFill>
                <a:effectLst/>
                <a:latin typeface="Arial Black" panose="020B0A04020102020204" pitchFamily="34" charset="0"/>
              </a:rPr>
              <a:t>Basic Charts for Data Visualization</a:t>
            </a:r>
          </a:p>
          <a:p>
            <a:pPr algn="just" fontAlgn="base">
              <a:lnSpc>
                <a:spcPts val="2100"/>
              </a:lnSpc>
              <a:buNone/>
            </a:pPr>
            <a:endParaRPr lang="en-US" sz="1600" b="1" i="0" dirty="0">
              <a:solidFill>
                <a:srgbClr val="273239"/>
              </a:solidFill>
              <a:effectLst/>
              <a:latin typeface="Arial Black" panose="020B0A04020102020204" pitchFamily="34" charset="0"/>
            </a:endParaRPr>
          </a:p>
          <a:p>
            <a:pPr algn="just" rtl="0" fontAlgn="base">
              <a:spcAft>
                <a:spcPts val="750"/>
              </a:spcAft>
              <a:buNone/>
            </a:pPr>
            <a:r>
              <a:rPr lang="en-US" sz="1600" b="0" i="0" dirty="0">
                <a:solidFill>
                  <a:srgbClr val="273239"/>
                </a:solidFill>
                <a:effectLst/>
                <a:latin typeface="Arial Black" panose="020B0A04020102020204" pitchFamily="34" charset="0"/>
              </a:rPr>
              <a:t>Basic charts are best suited for displaying simple comparisons, trends over time and basic relationships within the data. These charts are easy to understand and ideal for communicating insights to a broad audience.</a:t>
            </a:r>
          </a:p>
          <a:p>
            <a:pPr algn="just" fontAlgn="base">
              <a:lnSpc>
                <a:spcPts val="2100"/>
              </a:lnSpc>
              <a:spcBef>
                <a:spcPts val="1800"/>
              </a:spcBef>
              <a:spcAft>
                <a:spcPts val="1800"/>
              </a:spcAft>
              <a:buNone/>
            </a:pPr>
            <a:r>
              <a:rPr lang="en-US" sz="1600" b="1" i="0" dirty="0">
                <a:solidFill>
                  <a:srgbClr val="FF0000"/>
                </a:solidFill>
                <a:effectLst/>
                <a:latin typeface="Arial Black" panose="020B0A04020102020204" pitchFamily="34" charset="0"/>
              </a:rPr>
              <a:t>1. Bar Charts</a:t>
            </a:r>
          </a:p>
          <a:p>
            <a:pPr algn="just" rtl="0" fontAlgn="base">
              <a:spcAft>
                <a:spcPts val="750"/>
              </a:spcAft>
              <a:buNone/>
            </a:pPr>
            <a:r>
              <a:rPr lang="en-US" sz="1600" b="0" i="0" dirty="0">
                <a:solidFill>
                  <a:srgbClr val="273239"/>
                </a:solidFill>
                <a:effectLst/>
                <a:latin typeface="Arial Black" panose="020B0A04020102020204" pitchFamily="34" charset="0"/>
              </a:rPr>
              <a:t>Bar charts are used to compare values across different categories using rectangular bars. X-axis shows categories while Y-axis represents values. Common types include horizontal, stacked and grouped bar charts.</a:t>
            </a:r>
          </a:p>
        </p:txBody>
      </p:sp>
      <p:pic>
        <p:nvPicPr>
          <p:cNvPr id="10" name="Picture 9">
            <a:extLst>
              <a:ext uri="{FF2B5EF4-FFF2-40B4-BE49-F238E27FC236}">
                <a16:creationId xmlns:a16="http://schemas.microsoft.com/office/drawing/2014/main" id="{701BB17F-043D-2F90-7092-5073B0B97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690" y="1294018"/>
            <a:ext cx="6096000" cy="3606590"/>
          </a:xfrm>
          <a:prstGeom prst="rect">
            <a:avLst/>
          </a:prstGeom>
        </p:spPr>
      </p:pic>
      <p:sp>
        <p:nvSpPr>
          <p:cNvPr id="12" name="TextBox 11">
            <a:extLst>
              <a:ext uri="{FF2B5EF4-FFF2-40B4-BE49-F238E27FC236}">
                <a16:creationId xmlns:a16="http://schemas.microsoft.com/office/drawing/2014/main" id="{10B4CE47-A534-8741-C8D4-01EEE3D96C53}"/>
              </a:ext>
            </a:extLst>
          </p:cNvPr>
          <p:cNvSpPr txBox="1"/>
          <p:nvPr/>
        </p:nvSpPr>
        <p:spPr>
          <a:xfrm>
            <a:off x="6381135" y="5033363"/>
            <a:ext cx="5486400" cy="1887696"/>
          </a:xfrm>
          <a:prstGeom prst="rect">
            <a:avLst/>
          </a:prstGeom>
          <a:noFill/>
        </p:spPr>
        <p:txBody>
          <a:bodyPr wrap="square">
            <a:spAutoFit/>
          </a:bodyPr>
          <a:lstStyle/>
          <a:p>
            <a:pPr algn="l" rtl="0" fontAlgn="base">
              <a:spcAft>
                <a:spcPts val="750"/>
              </a:spcAft>
              <a:buNone/>
            </a:pPr>
            <a:r>
              <a:rPr lang="en-US" sz="1600" b="1" i="0" dirty="0">
                <a:solidFill>
                  <a:srgbClr val="FF0000"/>
                </a:solidFill>
                <a:effectLst/>
                <a:latin typeface="Arial Black" panose="020B0A04020102020204" pitchFamily="34" charset="0"/>
              </a:rPr>
              <a:t>When to Use:</a:t>
            </a:r>
            <a:endParaRPr lang="en-US" sz="1600" b="0" i="0" dirty="0">
              <a:solidFill>
                <a:srgbClr val="FF0000"/>
              </a:solidFill>
              <a:effectLst/>
              <a:latin typeface="Arial Black" panose="020B0A04020102020204" pitchFamily="34" charset="0"/>
            </a:endParaRPr>
          </a:p>
          <a:p>
            <a:pPr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To compare different categories</a:t>
            </a:r>
          </a:p>
          <a:p>
            <a:pPr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To rank values from highest to lowest</a:t>
            </a:r>
          </a:p>
          <a:p>
            <a:pPr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To show relationships between multiple variables</a:t>
            </a:r>
          </a:p>
        </p:txBody>
      </p:sp>
    </p:spTree>
    <p:extLst>
      <p:ext uri="{BB962C8B-B14F-4D97-AF65-F5344CB8AC3E}">
        <p14:creationId xmlns:p14="http://schemas.microsoft.com/office/powerpoint/2010/main" val="125137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36365-B0CC-6DCF-2195-F603EE420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A32B7C-52B2-1D60-B499-6C1A6244FC21}"/>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2670A2B1-1868-6EB4-AC67-4818E05764DD}"/>
              </a:ext>
            </a:extLst>
          </p:cNvPr>
          <p:cNvSpPr txBox="1"/>
          <p:nvPr/>
        </p:nvSpPr>
        <p:spPr>
          <a:xfrm>
            <a:off x="221226" y="1349570"/>
            <a:ext cx="5225845" cy="743409"/>
          </a:xfrm>
          <a:prstGeom prst="rect">
            <a:avLst/>
          </a:prstGeom>
          <a:noFill/>
        </p:spPr>
        <p:txBody>
          <a:bodyPr wrap="square">
            <a:spAutoFit/>
          </a:bodyPr>
          <a:lstStyle/>
          <a:p>
            <a:pPr algn="l">
              <a:lnSpc>
                <a:spcPts val="2625"/>
              </a:lnSpc>
              <a:buNone/>
            </a:pPr>
            <a:r>
              <a:rPr lang="en-US" sz="2000" b="1" i="0" dirty="0">
                <a:solidFill>
                  <a:srgbClr val="0070C0"/>
                </a:solidFill>
                <a:effectLst/>
                <a:latin typeface="Arial Black" panose="020B0A04020102020204" pitchFamily="34" charset="0"/>
              </a:rPr>
              <a:t>Types of Data Visualization Charts </a:t>
            </a:r>
          </a:p>
          <a:p>
            <a:pPr algn="ctr">
              <a:lnSpc>
                <a:spcPts val="2625"/>
              </a:lnSpc>
              <a:buNone/>
            </a:pPr>
            <a:r>
              <a:rPr lang="en-US" sz="2000" b="1" i="0" dirty="0">
                <a:solidFill>
                  <a:srgbClr val="0070C0"/>
                </a:solidFill>
                <a:effectLst/>
                <a:latin typeface="Arial Black" panose="020B0A04020102020204" pitchFamily="34" charset="0"/>
              </a:rPr>
              <a:t>From Basic to Advanced</a:t>
            </a:r>
          </a:p>
        </p:txBody>
      </p:sp>
      <p:sp>
        <p:nvSpPr>
          <p:cNvPr id="4" name="TextBox 3">
            <a:extLst>
              <a:ext uri="{FF2B5EF4-FFF2-40B4-BE49-F238E27FC236}">
                <a16:creationId xmlns:a16="http://schemas.microsoft.com/office/drawing/2014/main" id="{249BF982-6D8B-5994-11AA-988AF1E40E6C}"/>
              </a:ext>
            </a:extLst>
          </p:cNvPr>
          <p:cNvSpPr txBox="1"/>
          <p:nvPr/>
        </p:nvSpPr>
        <p:spPr>
          <a:xfrm>
            <a:off x="442452" y="2827880"/>
            <a:ext cx="4021393" cy="2254463"/>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2. Line Charts</a:t>
            </a:r>
          </a:p>
          <a:p>
            <a:pPr algn="just" rtl="0" fontAlgn="base">
              <a:spcAft>
                <a:spcPts val="750"/>
              </a:spcAft>
              <a:buNone/>
            </a:pPr>
            <a:r>
              <a:rPr lang="en-US" b="0" i="0" dirty="0">
                <a:solidFill>
                  <a:srgbClr val="273239"/>
                </a:solidFill>
                <a:effectLst/>
                <a:latin typeface="Arial Black" panose="020B0A04020102020204" pitchFamily="34" charset="0"/>
              </a:rPr>
              <a:t>Line charts show how values change over time by connecting data points with lines. They help visualize trends like increases, decreases or stability</a:t>
            </a:r>
            <a:r>
              <a:rPr lang="en-US" b="0" i="0" dirty="0">
                <a:solidFill>
                  <a:srgbClr val="273239"/>
                </a:solidFill>
                <a:effectLst/>
                <a:latin typeface="Nunito" pitchFamily="2" charset="0"/>
              </a:rPr>
              <a:t>.</a:t>
            </a:r>
          </a:p>
        </p:txBody>
      </p:sp>
      <p:pic>
        <p:nvPicPr>
          <p:cNvPr id="7" name="Picture 6">
            <a:extLst>
              <a:ext uri="{FF2B5EF4-FFF2-40B4-BE49-F238E27FC236}">
                <a16:creationId xmlns:a16="http://schemas.microsoft.com/office/drawing/2014/main" id="{30D404A7-7EEA-8B01-CF94-CF4EFED2EB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023046"/>
            <a:ext cx="4812890" cy="3609668"/>
          </a:xfrm>
          <a:prstGeom prst="rect">
            <a:avLst/>
          </a:prstGeom>
        </p:spPr>
      </p:pic>
      <p:sp>
        <p:nvSpPr>
          <p:cNvPr id="11" name="TextBox 10">
            <a:extLst>
              <a:ext uri="{FF2B5EF4-FFF2-40B4-BE49-F238E27FC236}">
                <a16:creationId xmlns:a16="http://schemas.microsoft.com/office/drawing/2014/main" id="{300F15FA-B889-98ED-109F-D07E94E4D281}"/>
              </a:ext>
            </a:extLst>
          </p:cNvPr>
          <p:cNvSpPr txBox="1"/>
          <p:nvPr/>
        </p:nvSpPr>
        <p:spPr>
          <a:xfrm>
            <a:off x="5073445" y="4632714"/>
            <a:ext cx="6445045" cy="1990288"/>
          </a:xfrm>
          <a:prstGeom prst="rect">
            <a:avLst/>
          </a:prstGeom>
          <a:noFill/>
        </p:spPr>
        <p:txBody>
          <a:bodyPr wrap="square">
            <a:spAutoFit/>
          </a:bodyPr>
          <a:lstStyle/>
          <a:p>
            <a:pPr algn="l" rtl="0" fontAlgn="base">
              <a:spcAft>
                <a:spcPts val="750"/>
              </a:spcAft>
              <a:buNone/>
            </a:pPr>
            <a:r>
              <a:rPr lang="en-US" sz="1600" b="1" i="0" dirty="0">
                <a:solidFill>
                  <a:srgbClr val="FF0000"/>
                </a:solidFill>
                <a:effectLst/>
                <a:latin typeface="Arial Black" panose="020B0A04020102020204" pitchFamily="34" charset="0"/>
              </a:rPr>
              <a:t>When to Use</a:t>
            </a:r>
          </a:p>
          <a:p>
            <a:pPr algn="l" rtl="0" fontAlgn="base">
              <a:spcAft>
                <a:spcPts val="750"/>
              </a:spcAft>
              <a:buNone/>
            </a:pPr>
            <a:endParaRPr lang="en-US" sz="1600" b="0" i="0" dirty="0">
              <a:solidFill>
                <a:srgbClr val="273239"/>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To track changes over time</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To compare trends across multiple data series</a:t>
            </a:r>
          </a:p>
          <a:p>
            <a:pPr marL="285750" indent="-285750" algn="l" fontAlgn="base">
              <a:spcAft>
                <a:spcPts val="1800"/>
              </a:spcAft>
              <a:buFont typeface="Arial" panose="020B0604020202020204" pitchFamily="34" charset="0"/>
              <a:buChar char="•"/>
            </a:pPr>
            <a:r>
              <a:rPr lang="en-US" sz="1600" b="0" i="0" dirty="0">
                <a:solidFill>
                  <a:srgbClr val="273239"/>
                </a:solidFill>
                <a:effectLst/>
                <a:latin typeface="Arial Black" panose="020B0A04020102020204" pitchFamily="34" charset="0"/>
              </a:rPr>
              <a:t>For time series analysis</a:t>
            </a:r>
          </a:p>
        </p:txBody>
      </p:sp>
    </p:spTree>
    <p:extLst>
      <p:ext uri="{BB962C8B-B14F-4D97-AF65-F5344CB8AC3E}">
        <p14:creationId xmlns:p14="http://schemas.microsoft.com/office/powerpoint/2010/main" val="222554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1BD8D-859D-CFA3-0C42-5AEC689A4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8B2E6-DFF3-1FA1-44BD-85B23E702E4B}"/>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6" name="TextBox 5">
            <a:extLst>
              <a:ext uri="{FF2B5EF4-FFF2-40B4-BE49-F238E27FC236}">
                <a16:creationId xmlns:a16="http://schemas.microsoft.com/office/drawing/2014/main" id="{DAA7B3E1-6FE1-ADB3-95D6-EA66F0F7A8BA}"/>
              </a:ext>
            </a:extLst>
          </p:cNvPr>
          <p:cNvSpPr txBox="1"/>
          <p:nvPr/>
        </p:nvSpPr>
        <p:spPr>
          <a:xfrm>
            <a:off x="757084" y="2719725"/>
            <a:ext cx="3824748" cy="2254463"/>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3. Pie Charts</a:t>
            </a:r>
          </a:p>
          <a:p>
            <a:pPr algn="just" rtl="0" fontAlgn="base">
              <a:spcAft>
                <a:spcPts val="750"/>
              </a:spcAft>
              <a:buNone/>
            </a:pPr>
            <a:r>
              <a:rPr lang="en-US" b="0" i="0" dirty="0">
                <a:solidFill>
                  <a:srgbClr val="273239"/>
                </a:solidFill>
                <a:effectLst/>
                <a:latin typeface="Arial Black" panose="020B0A04020102020204" pitchFamily="34" charset="0"/>
              </a:rPr>
              <a:t>Pie charts are round charts divided into slices, where each slice shows a part of the whole. The size of each slice represents its percentage.</a:t>
            </a:r>
          </a:p>
        </p:txBody>
      </p:sp>
      <p:pic>
        <p:nvPicPr>
          <p:cNvPr id="9" name="Picture 8">
            <a:extLst>
              <a:ext uri="{FF2B5EF4-FFF2-40B4-BE49-F238E27FC236}">
                <a16:creationId xmlns:a16="http://schemas.microsoft.com/office/drawing/2014/main" id="{C357BD2D-8137-6A90-671B-7E5A167347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29084" y="1236149"/>
            <a:ext cx="4853859" cy="3837296"/>
          </a:xfrm>
          <a:prstGeom prst="rect">
            <a:avLst/>
          </a:prstGeom>
        </p:spPr>
      </p:pic>
      <p:sp>
        <p:nvSpPr>
          <p:cNvPr id="12" name="TextBox 11">
            <a:extLst>
              <a:ext uri="{FF2B5EF4-FFF2-40B4-BE49-F238E27FC236}">
                <a16:creationId xmlns:a16="http://schemas.microsoft.com/office/drawing/2014/main" id="{5C4A956E-9677-8916-8001-28D4C0053BCD}"/>
              </a:ext>
            </a:extLst>
          </p:cNvPr>
          <p:cNvSpPr txBox="1"/>
          <p:nvPr/>
        </p:nvSpPr>
        <p:spPr>
          <a:xfrm>
            <a:off x="3303638" y="5353954"/>
            <a:ext cx="8465575" cy="1256754"/>
          </a:xfrm>
          <a:prstGeom prst="rect">
            <a:avLst/>
          </a:prstGeom>
          <a:noFill/>
        </p:spPr>
        <p:txBody>
          <a:bodyPr wrap="square">
            <a:spAutoFit/>
          </a:bodyPr>
          <a:lstStyle/>
          <a:p>
            <a:pPr algn="l" rtl="0" fontAlgn="base">
              <a:spcAft>
                <a:spcPts val="750"/>
              </a:spcAft>
              <a:buNone/>
            </a:pPr>
            <a:r>
              <a:rPr lang="en-US" b="1" i="0" dirty="0">
                <a:solidFill>
                  <a:srgbClr val="FF0000"/>
                </a:solidFill>
                <a:effectLst/>
                <a:latin typeface="Arial Black" panose="020B0A04020102020204" pitchFamily="34" charset="0"/>
              </a:rPr>
              <a:t>When to Use:</a:t>
            </a:r>
            <a:endParaRPr lang="en-US" b="0" i="0" dirty="0">
              <a:solidFill>
                <a:srgbClr val="FF0000"/>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show how different parts contribute to a whole</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highlight a dominant category</a:t>
            </a:r>
          </a:p>
        </p:txBody>
      </p:sp>
    </p:spTree>
    <p:extLst>
      <p:ext uri="{BB962C8B-B14F-4D97-AF65-F5344CB8AC3E}">
        <p14:creationId xmlns:p14="http://schemas.microsoft.com/office/powerpoint/2010/main" val="2278214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24A45-9CE7-DA38-156B-275B23BBF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9F123-964C-69E1-CFBD-C12E80D7FD45}"/>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9422DDF1-0079-A17F-0E3E-659EBABEA3F4}"/>
              </a:ext>
            </a:extLst>
          </p:cNvPr>
          <p:cNvSpPr txBox="1"/>
          <p:nvPr/>
        </p:nvSpPr>
        <p:spPr>
          <a:xfrm>
            <a:off x="1111045" y="2277274"/>
            <a:ext cx="3038168" cy="3354765"/>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4. Scatter Chart (Plots)</a:t>
            </a:r>
          </a:p>
          <a:p>
            <a:pPr algn="just" rtl="0" fontAlgn="base">
              <a:spcAft>
                <a:spcPts val="750"/>
              </a:spcAft>
              <a:buNone/>
            </a:pPr>
            <a:r>
              <a:rPr lang="en-US" b="0" i="0" dirty="0">
                <a:solidFill>
                  <a:srgbClr val="273239"/>
                </a:solidFill>
                <a:effectLst/>
                <a:latin typeface="Arial Black" panose="020B0A04020102020204" pitchFamily="34" charset="0"/>
              </a:rPr>
              <a:t>Scatter charts use dots to show relationship between two numerical variables. X-axis shows the independent variable and Y-axis shows the dependent variable.</a:t>
            </a:r>
          </a:p>
        </p:txBody>
      </p:sp>
      <p:pic>
        <p:nvPicPr>
          <p:cNvPr id="7" name="Picture 6">
            <a:extLst>
              <a:ext uri="{FF2B5EF4-FFF2-40B4-BE49-F238E27FC236}">
                <a16:creationId xmlns:a16="http://schemas.microsoft.com/office/drawing/2014/main" id="{456C282B-B4C6-16FD-E58E-594B87D06E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226" y="1237019"/>
            <a:ext cx="5860026" cy="4395020"/>
          </a:xfrm>
          <a:prstGeom prst="rect">
            <a:avLst/>
          </a:prstGeom>
        </p:spPr>
      </p:pic>
      <p:sp>
        <p:nvSpPr>
          <p:cNvPr id="10" name="TextBox 9">
            <a:extLst>
              <a:ext uri="{FF2B5EF4-FFF2-40B4-BE49-F238E27FC236}">
                <a16:creationId xmlns:a16="http://schemas.microsoft.com/office/drawing/2014/main" id="{583BEBEC-9B3B-B308-8E03-1B2F7A6573FB}"/>
              </a:ext>
            </a:extLst>
          </p:cNvPr>
          <p:cNvSpPr txBox="1"/>
          <p:nvPr/>
        </p:nvSpPr>
        <p:spPr>
          <a:xfrm>
            <a:off x="4424518" y="5442444"/>
            <a:ext cx="7236542" cy="1256754"/>
          </a:xfrm>
          <a:prstGeom prst="rect">
            <a:avLst/>
          </a:prstGeom>
          <a:noFill/>
        </p:spPr>
        <p:txBody>
          <a:bodyPr wrap="square">
            <a:spAutoFit/>
          </a:bodyPr>
          <a:lstStyle/>
          <a:p>
            <a:pPr algn="ctr" rtl="0" fontAlgn="base">
              <a:spcAft>
                <a:spcPts val="750"/>
              </a:spcAft>
              <a:buNone/>
            </a:pPr>
            <a:r>
              <a:rPr lang="en-US" b="1" i="0" dirty="0">
                <a:solidFill>
                  <a:srgbClr val="FF0000"/>
                </a:solidFill>
                <a:effectLst/>
                <a:latin typeface="Arial Black" panose="020B0A04020102020204" pitchFamily="34" charset="0"/>
              </a:rPr>
              <a:t>When to Use:</a:t>
            </a:r>
            <a:endParaRPr lang="en-US" b="0" i="0" dirty="0">
              <a:solidFill>
                <a:srgbClr val="FF0000"/>
              </a:solidFill>
              <a:effectLst/>
              <a:latin typeface="Arial Black" panose="020B0A04020102020204" pitchFamily="34" charset="0"/>
            </a:endParaRP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observe relationships between two variables</a:t>
            </a:r>
          </a:p>
          <a:p>
            <a:pPr marL="285750" indent="-285750"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detect patterns, clusters or outliers in data</a:t>
            </a:r>
          </a:p>
        </p:txBody>
      </p:sp>
    </p:spTree>
    <p:extLst>
      <p:ext uri="{BB962C8B-B14F-4D97-AF65-F5344CB8AC3E}">
        <p14:creationId xmlns:p14="http://schemas.microsoft.com/office/powerpoint/2010/main" val="22640766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4CF34A-F560-4F5C-F0E7-4361A06321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92B1D-FCCE-40E1-B522-FA9D0E7E9552}"/>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2F64260E-C811-A46D-288C-70659B972CB8}"/>
              </a:ext>
            </a:extLst>
          </p:cNvPr>
          <p:cNvSpPr txBox="1"/>
          <p:nvPr/>
        </p:nvSpPr>
        <p:spPr>
          <a:xfrm>
            <a:off x="609600" y="1696321"/>
            <a:ext cx="3048000" cy="3362459"/>
          </a:xfrm>
          <a:prstGeom prst="rect">
            <a:avLst/>
          </a:prstGeom>
          <a:noFill/>
        </p:spPr>
        <p:txBody>
          <a:bodyPr wrap="square">
            <a:spAutoFit/>
          </a:bodyPr>
          <a:lstStyle/>
          <a:p>
            <a:pPr algn="just" fontAlgn="base">
              <a:lnSpc>
                <a:spcPts val="2100"/>
              </a:lnSpc>
              <a:spcBef>
                <a:spcPts val="1800"/>
              </a:spcBef>
              <a:spcAft>
                <a:spcPts val="1800"/>
              </a:spcAft>
              <a:buNone/>
            </a:pPr>
            <a:r>
              <a:rPr lang="en-US" b="1" i="0" dirty="0">
                <a:solidFill>
                  <a:srgbClr val="FF0000"/>
                </a:solidFill>
                <a:effectLst/>
                <a:latin typeface="Arial Black" panose="020B0A04020102020204" pitchFamily="34" charset="0"/>
              </a:rPr>
              <a:t>5. ﻿Histogram</a:t>
            </a:r>
          </a:p>
          <a:p>
            <a:pPr algn="just" rtl="0" fontAlgn="base">
              <a:spcAft>
                <a:spcPts val="750"/>
              </a:spcAft>
              <a:buNone/>
            </a:pPr>
            <a:r>
              <a:rPr lang="en-US" b="0" i="0" dirty="0">
                <a:solidFill>
                  <a:srgbClr val="273239"/>
                </a:solidFill>
                <a:effectLst/>
                <a:latin typeface="Arial Black" panose="020B0A04020102020204" pitchFamily="34" charset="0"/>
              </a:rPr>
              <a:t>A histogram displays the distribution of numerical data by grouping values into intervals (bins) and showing their frequency as bars. It helps reveal the shape, spread and patterns in the data.</a:t>
            </a:r>
          </a:p>
        </p:txBody>
      </p:sp>
      <p:pic>
        <p:nvPicPr>
          <p:cNvPr id="8" name="Picture 7">
            <a:extLst>
              <a:ext uri="{FF2B5EF4-FFF2-40B4-BE49-F238E27FC236}">
                <a16:creationId xmlns:a16="http://schemas.microsoft.com/office/drawing/2014/main" id="{871E638C-9875-22AF-CC6D-8E9FBE0312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1496" y="1143000"/>
            <a:ext cx="7226709" cy="4572000"/>
          </a:xfrm>
          <a:prstGeom prst="rect">
            <a:avLst/>
          </a:prstGeom>
        </p:spPr>
      </p:pic>
      <p:sp>
        <p:nvSpPr>
          <p:cNvPr id="11" name="TextBox 10">
            <a:extLst>
              <a:ext uri="{FF2B5EF4-FFF2-40B4-BE49-F238E27FC236}">
                <a16:creationId xmlns:a16="http://schemas.microsoft.com/office/drawing/2014/main" id="{0DB6D3AD-EAB5-5CAF-E337-EF1D28146BF4}"/>
              </a:ext>
            </a:extLst>
          </p:cNvPr>
          <p:cNvSpPr txBox="1"/>
          <p:nvPr/>
        </p:nvSpPr>
        <p:spPr>
          <a:xfrm>
            <a:off x="786579" y="5353954"/>
            <a:ext cx="6499123" cy="1256754"/>
          </a:xfrm>
          <a:prstGeom prst="rect">
            <a:avLst/>
          </a:prstGeom>
          <a:noFill/>
        </p:spPr>
        <p:txBody>
          <a:bodyPr wrap="square">
            <a:spAutoFit/>
          </a:bodyPr>
          <a:lstStyle/>
          <a:p>
            <a:pPr algn="l" rtl="0" fontAlgn="base">
              <a:spcAft>
                <a:spcPts val="750"/>
              </a:spcAft>
              <a:buNone/>
            </a:pPr>
            <a:r>
              <a:rPr lang="en-US" b="1" i="0" dirty="0">
                <a:solidFill>
                  <a:srgbClr val="FF0000"/>
                </a:solidFill>
                <a:effectLst/>
                <a:latin typeface="Arial Black" panose="020B0A04020102020204" pitchFamily="34" charset="0"/>
              </a:rPr>
              <a:t>When to Use:</a:t>
            </a:r>
            <a:endParaRPr lang="en-US" b="0" i="0" dirty="0">
              <a:solidFill>
                <a:srgbClr val="FF0000"/>
              </a:solidFill>
              <a:effectLst/>
              <a:latin typeface="Arial Black" panose="020B0A04020102020204" pitchFamily="34" charset="0"/>
            </a:endParaRPr>
          </a:p>
          <a:p>
            <a:pPr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visualize the distribution of numerical data</a:t>
            </a:r>
          </a:p>
          <a:p>
            <a:pPr algn="l" fontAlgn="base">
              <a:spcAft>
                <a:spcPts val="1800"/>
              </a:spcAft>
              <a:buFont typeface="Arial" panose="020B0604020202020204" pitchFamily="34" charset="0"/>
              <a:buChar char="•"/>
            </a:pPr>
            <a:r>
              <a:rPr lang="en-US" b="0" i="0" dirty="0">
                <a:solidFill>
                  <a:srgbClr val="273239"/>
                </a:solidFill>
                <a:effectLst/>
                <a:latin typeface="Arial Black" panose="020B0A04020102020204" pitchFamily="34" charset="0"/>
              </a:rPr>
              <a:t>To explore patterns, trends and outliers</a:t>
            </a:r>
          </a:p>
        </p:txBody>
      </p:sp>
    </p:spTree>
    <p:extLst>
      <p:ext uri="{BB962C8B-B14F-4D97-AF65-F5344CB8AC3E}">
        <p14:creationId xmlns:p14="http://schemas.microsoft.com/office/powerpoint/2010/main" val="11444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383CC-6A89-6BFA-3402-E9B76C1DA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DECBB7-104A-FAC2-A6CC-69F39E21A13E}"/>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417CC38C-CBE6-3653-8F0F-29D434467BCE}"/>
              </a:ext>
            </a:extLst>
          </p:cNvPr>
          <p:cNvSpPr txBox="1"/>
          <p:nvPr/>
        </p:nvSpPr>
        <p:spPr>
          <a:xfrm>
            <a:off x="2615380" y="1359000"/>
            <a:ext cx="6961239" cy="400110"/>
          </a:xfrm>
          <a:prstGeom prst="rect">
            <a:avLst/>
          </a:prstGeom>
          <a:noFill/>
        </p:spPr>
        <p:txBody>
          <a:bodyPr wrap="square">
            <a:spAutoFit/>
          </a:bodyPr>
          <a:lstStyle/>
          <a:p>
            <a:r>
              <a:rPr lang="en-US" sz="2000" dirty="0">
                <a:latin typeface="Arial Black" panose="020B0A04020102020204" pitchFamily="34" charset="0"/>
              </a:rPr>
              <a:t>Titanic Data Science Project — Complete Guide</a:t>
            </a:r>
          </a:p>
        </p:txBody>
      </p:sp>
      <p:sp>
        <p:nvSpPr>
          <p:cNvPr id="7" name="TextBox 6">
            <a:extLst>
              <a:ext uri="{FF2B5EF4-FFF2-40B4-BE49-F238E27FC236}">
                <a16:creationId xmlns:a16="http://schemas.microsoft.com/office/drawing/2014/main" id="{3AA9258A-F578-C50C-BAFA-BE192D3EB9B9}"/>
              </a:ext>
            </a:extLst>
          </p:cNvPr>
          <p:cNvSpPr txBox="1"/>
          <p:nvPr/>
        </p:nvSpPr>
        <p:spPr>
          <a:xfrm>
            <a:off x="953729" y="2086244"/>
            <a:ext cx="10510684" cy="3170099"/>
          </a:xfrm>
          <a:prstGeom prst="rect">
            <a:avLst/>
          </a:prstGeom>
          <a:noFill/>
        </p:spPr>
        <p:txBody>
          <a:bodyPr wrap="square">
            <a:spAutoFit/>
          </a:bodyPr>
          <a:lstStyle/>
          <a:p>
            <a:pPr algn="ctr">
              <a:buNone/>
            </a:pPr>
            <a:r>
              <a:rPr lang="en-US" sz="2000" b="1" dirty="0">
                <a:solidFill>
                  <a:srgbClr val="0070C0"/>
                </a:solidFill>
                <a:latin typeface="Arial Black" panose="020B0A04020102020204" pitchFamily="34" charset="0"/>
              </a:rPr>
              <a:t>Where to Get the Data</a:t>
            </a:r>
          </a:p>
          <a:p>
            <a:pPr algn="just">
              <a:buNone/>
            </a:pPr>
            <a:endParaRPr lang="en-US" b="1"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Primary Source:</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The </a:t>
            </a:r>
            <a:r>
              <a:rPr lang="en-US" i="1" dirty="0">
                <a:effectLst/>
                <a:latin typeface="Arial Black" panose="020B0A04020102020204" pitchFamily="34" charset="0"/>
              </a:rPr>
              <a:t>Titanic dataset</a:t>
            </a:r>
            <a:r>
              <a:rPr lang="en-US" dirty="0">
                <a:effectLst/>
                <a:latin typeface="Arial Black" panose="020B0A04020102020204" pitchFamily="34" charset="0"/>
              </a:rPr>
              <a:t> is publicly available on </a:t>
            </a:r>
            <a:r>
              <a:rPr lang="en-US" b="1" dirty="0">
                <a:effectLst/>
                <a:latin typeface="Arial Black" panose="020B0A04020102020204" pitchFamily="34" charset="0"/>
              </a:rPr>
              <a:t>Kaggle</a:t>
            </a:r>
            <a:r>
              <a:rPr lang="en-US" dirty="0">
                <a:effectLst/>
                <a:latin typeface="Arial Black" panose="020B0A04020102020204" pitchFamily="34" charset="0"/>
              </a:rPr>
              <a:t> under </a:t>
            </a:r>
            <a:r>
              <a:rPr lang="en-US" i="1" dirty="0">
                <a:effectLst/>
                <a:latin typeface="Arial Black" panose="020B0A04020102020204" pitchFamily="34" charset="0"/>
              </a:rPr>
              <a:t>“Titanic: Machine Learning from Disaster.”</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It contains training and test CSV files.</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You can download it free after creating a Kaggle account.</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File names: train.csv, test.csv, and gender_submission.csv.</a:t>
            </a:r>
          </a:p>
          <a:p>
            <a:pPr lvl="1" algn="just"/>
            <a:endParaRPr lang="en-US" dirty="0">
              <a:latin typeface="Arial Black" panose="020B0A04020102020204" pitchFamily="34" charset="0"/>
            </a:endParaRPr>
          </a:p>
          <a:p>
            <a:pPr marL="285750" indent="-285750" algn="just">
              <a:buFont typeface="Arial" panose="020B0604020202020204" pitchFamily="34" charset="0"/>
              <a:buChar char="•"/>
            </a:pPr>
            <a:r>
              <a:rPr lang="en-US" b="1" dirty="0">
                <a:solidFill>
                  <a:srgbClr val="FF0000"/>
                </a:solidFill>
                <a:effectLst/>
                <a:latin typeface="Arial Black" panose="020B0A04020102020204" pitchFamily="34" charset="0"/>
              </a:rPr>
              <a:t>Alternate Sources:</a:t>
            </a:r>
            <a:endParaRPr lang="en-US" dirty="0">
              <a:solidFill>
                <a:srgbClr val="FF0000"/>
              </a:solidFill>
              <a:latin typeface="Arial Black" panose="020B0A04020102020204" pitchFamily="34" charset="0"/>
            </a:endParaRPr>
          </a:p>
          <a:p>
            <a:pPr marL="742950" lvl="1" indent="-285750" algn="just">
              <a:buFont typeface="Arial" panose="020B0604020202020204" pitchFamily="34" charset="0"/>
              <a:buChar char="•"/>
            </a:pPr>
            <a:r>
              <a:rPr lang="en-US" dirty="0" err="1">
                <a:effectLst/>
                <a:latin typeface="Arial Black" panose="020B0A04020102020204" pitchFamily="34" charset="0"/>
              </a:rPr>
              <a:t>seaborn.load_dataset</a:t>
            </a:r>
            <a:r>
              <a:rPr lang="en-US" dirty="0">
                <a:effectLst/>
                <a:latin typeface="Arial Black" panose="020B0A04020102020204" pitchFamily="34" charset="0"/>
              </a:rPr>
              <a:t>("titanic") — built‑in dataset for quick exploration.</a:t>
            </a:r>
            <a:endParaRPr lang="en-US" dirty="0">
              <a:latin typeface="Arial Black" panose="020B0A04020102020204" pitchFamily="34" charset="0"/>
            </a:endParaRPr>
          </a:p>
          <a:p>
            <a:pPr marL="742950" lvl="1" indent="-285750" algn="just">
              <a:buFont typeface="Arial" panose="020B0604020202020204" pitchFamily="34" charset="0"/>
              <a:buChar char="•"/>
            </a:pPr>
            <a:r>
              <a:rPr lang="en-US" dirty="0">
                <a:effectLst/>
                <a:latin typeface="Arial Black" panose="020B0A04020102020204" pitchFamily="34" charset="0"/>
              </a:rPr>
              <a:t>GitHub repositories and open‑data portals often mirror the same dataset.</a:t>
            </a:r>
            <a:endParaRPr lang="en-US" dirty="0">
              <a:latin typeface="Arial Black" panose="020B0A04020102020204" pitchFamily="34" charset="0"/>
            </a:endParaRPr>
          </a:p>
        </p:txBody>
      </p:sp>
    </p:spTree>
    <p:extLst>
      <p:ext uri="{BB962C8B-B14F-4D97-AF65-F5344CB8AC3E}">
        <p14:creationId xmlns:p14="http://schemas.microsoft.com/office/powerpoint/2010/main" val="109793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E72C6-696D-971F-E68B-6AB4C7F326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A67C3E-D3E1-6A5A-0435-0724C3D796BB}"/>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9C191D57-B41B-740D-4CB0-074AA3444D6F}"/>
              </a:ext>
            </a:extLst>
          </p:cNvPr>
          <p:cNvSpPr txBox="1"/>
          <p:nvPr/>
        </p:nvSpPr>
        <p:spPr>
          <a:xfrm>
            <a:off x="2615380" y="1359000"/>
            <a:ext cx="6961239" cy="400110"/>
          </a:xfrm>
          <a:prstGeom prst="rect">
            <a:avLst/>
          </a:prstGeom>
          <a:noFill/>
        </p:spPr>
        <p:txBody>
          <a:bodyPr wrap="square">
            <a:spAutoFit/>
          </a:bodyPr>
          <a:lstStyle/>
          <a:p>
            <a:r>
              <a:rPr lang="en-US" sz="2000" dirty="0">
                <a:latin typeface="Arial Black" panose="020B0A04020102020204" pitchFamily="34" charset="0"/>
              </a:rPr>
              <a:t>Titanic Data Science Project — Complete Guide</a:t>
            </a:r>
          </a:p>
        </p:txBody>
      </p:sp>
      <p:graphicFrame>
        <p:nvGraphicFramePr>
          <p:cNvPr id="3" name="Table 2">
            <a:extLst>
              <a:ext uri="{FF2B5EF4-FFF2-40B4-BE49-F238E27FC236}">
                <a16:creationId xmlns:a16="http://schemas.microsoft.com/office/drawing/2014/main" id="{CECCEB3B-CCEA-CE8D-4BC9-0F5F2581E2E0}"/>
              </a:ext>
            </a:extLst>
          </p:cNvPr>
          <p:cNvGraphicFramePr>
            <a:graphicFrameLocks noGrp="1"/>
          </p:cNvGraphicFramePr>
          <p:nvPr>
            <p:extLst>
              <p:ext uri="{D42A27DB-BD31-4B8C-83A1-F6EECF244321}">
                <p14:modId xmlns:p14="http://schemas.microsoft.com/office/powerpoint/2010/main" val="4001246180"/>
              </p:ext>
            </p:extLst>
          </p:nvPr>
        </p:nvGraphicFramePr>
        <p:xfrm>
          <a:off x="838200" y="2675414"/>
          <a:ext cx="10515600" cy="3474720"/>
        </p:xfrm>
        <a:graphic>
          <a:graphicData uri="http://schemas.openxmlformats.org/drawingml/2006/table">
            <a:tbl>
              <a:tblPr/>
              <a:tblGrid>
                <a:gridCol w="3505200">
                  <a:extLst>
                    <a:ext uri="{9D8B030D-6E8A-4147-A177-3AD203B41FA5}">
                      <a16:colId xmlns:a16="http://schemas.microsoft.com/office/drawing/2014/main" val="3568672035"/>
                    </a:ext>
                  </a:extLst>
                </a:gridCol>
                <a:gridCol w="3505200">
                  <a:extLst>
                    <a:ext uri="{9D8B030D-6E8A-4147-A177-3AD203B41FA5}">
                      <a16:colId xmlns:a16="http://schemas.microsoft.com/office/drawing/2014/main" val="3908195397"/>
                    </a:ext>
                  </a:extLst>
                </a:gridCol>
                <a:gridCol w="3505200">
                  <a:extLst>
                    <a:ext uri="{9D8B030D-6E8A-4147-A177-3AD203B41FA5}">
                      <a16:colId xmlns:a16="http://schemas.microsoft.com/office/drawing/2014/main" val="3728771969"/>
                    </a:ext>
                  </a:extLst>
                </a:gridCol>
              </a:tblGrid>
              <a:tr h="0">
                <a:tc>
                  <a:txBody>
                    <a:bodyPr/>
                    <a:lstStyle/>
                    <a:p>
                      <a:pPr>
                        <a:buNone/>
                      </a:pPr>
                      <a:r>
                        <a:rPr lang="en-US">
                          <a:solidFill>
                            <a:srgbClr val="FF0000"/>
                          </a:solidFill>
                          <a:latin typeface="Arial Black" panose="020B0A04020102020204" pitchFamily="34" charset="0"/>
                        </a:rPr>
                        <a:t>Category</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Example Columns</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Description</a:t>
                      </a:r>
                    </a:p>
                  </a:txBody>
                  <a:tcPr anchor="ctr">
                    <a:lnL>
                      <a:noFill/>
                    </a:lnL>
                    <a:lnR>
                      <a:noFill/>
                    </a:lnR>
                    <a:lnT>
                      <a:noFill/>
                    </a:lnT>
                    <a:lnB>
                      <a:noFill/>
                    </a:lnB>
                    <a:noFill/>
                  </a:tcPr>
                </a:tc>
                <a:extLst>
                  <a:ext uri="{0D108BD9-81ED-4DB2-BD59-A6C34878D82A}">
                    <a16:rowId xmlns:a16="http://schemas.microsoft.com/office/drawing/2014/main" val="1495932060"/>
                  </a:ext>
                </a:extLst>
              </a:tr>
              <a:tr h="0">
                <a:tc>
                  <a:txBody>
                    <a:bodyPr/>
                    <a:lstStyle/>
                    <a:p>
                      <a:pPr>
                        <a:buNone/>
                      </a:pPr>
                      <a:r>
                        <a:rPr lang="en-US" b="1">
                          <a:latin typeface="Arial Black" panose="020B0A04020102020204" pitchFamily="34" charset="0"/>
                        </a:rPr>
                        <a:t>Demographic</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PassengerId, Name, Sex, Age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Basic passenger details</a:t>
                      </a:r>
                    </a:p>
                  </a:txBody>
                  <a:tcPr anchor="ctr">
                    <a:lnL>
                      <a:noFill/>
                    </a:lnL>
                    <a:lnR>
                      <a:noFill/>
                    </a:lnR>
                    <a:lnT>
                      <a:noFill/>
                    </a:lnT>
                    <a:lnB>
                      <a:noFill/>
                    </a:lnB>
                    <a:noFill/>
                  </a:tcPr>
                </a:tc>
                <a:extLst>
                  <a:ext uri="{0D108BD9-81ED-4DB2-BD59-A6C34878D82A}">
                    <a16:rowId xmlns:a16="http://schemas.microsoft.com/office/drawing/2014/main" val="2252791788"/>
                  </a:ext>
                </a:extLst>
              </a:tr>
              <a:tr h="0">
                <a:tc>
                  <a:txBody>
                    <a:bodyPr/>
                    <a:lstStyle/>
                    <a:p>
                      <a:pPr>
                        <a:buNone/>
                      </a:pPr>
                      <a:r>
                        <a:rPr lang="en-US" b="1">
                          <a:latin typeface="Arial Black" panose="020B0A04020102020204" pitchFamily="34" charset="0"/>
                        </a:rPr>
                        <a:t>Socio‑economic</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Pclass, Fare, Cabin, Embarked</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Ticket class, fare, and port of embarkation</a:t>
                      </a:r>
                    </a:p>
                  </a:txBody>
                  <a:tcPr anchor="ctr">
                    <a:lnL>
                      <a:noFill/>
                    </a:lnL>
                    <a:lnR>
                      <a:noFill/>
                    </a:lnR>
                    <a:lnT>
                      <a:noFill/>
                    </a:lnT>
                    <a:lnB>
                      <a:noFill/>
                    </a:lnB>
                    <a:noFill/>
                  </a:tcPr>
                </a:tc>
                <a:extLst>
                  <a:ext uri="{0D108BD9-81ED-4DB2-BD59-A6C34878D82A}">
                    <a16:rowId xmlns:a16="http://schemas.microsoft.com/office/drawing/2014/main" val="2101167067"/>
                  </a:ext>
                </a:extLst>
              </a:tr>
              <a:tr h="0">
                <a:tc>
                  <a:txBody>
                    <a:bodyPr/>
                    <a:lstStyle/>
                    <a:p>
                      <a:pPr>
                        <a:buNone/>
                      </a:pPr>
                      <a:r>
                        <a:rPr lang="en-US" b="1">
                          <a:latin typeface="Arial Black" panose="020B0A04020102020204" pitchFamily="34" charset="0"/>
                        </a:rPr>
                        <a:t>Family</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SibSp, Parch</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Number of siblings/spouses and parents/children aboard</a:t>
                      </a:r>
                    </a:p>
                  </a:txBody>
                  <a:tcPr anchor="ctr">
                    <a:lnL>
                      <a:noFill/>
                    </a:lnL>
                    <a:lnR>
                      <a:noFill/>
                    </a:lnR>
                    <a:lnT>
                      <a:noFill/>
                    </a:lnT>
                    <a:lnB>
                      <a:noFill/>
                    </a:lnB>
                    <a:noFill/>
                  </a:tcPr>
                </a:tc>
                <a:extLst>
                  <a:ext uri="{0D108BD9-81ED-4DB2-BD59-A6C34878D82A}">
                    <a16:rowId xmlns:a16="http://schemas.microsoft.com/office/drawing/2014/main" val="2859448438"/>
                  </a:ext>
                </a:extLst>
              </a:tr>
              <a:tr h="0">
                <a:tc>
                  <a:txBody>
                    <a:bodyPr/>
                    <a:lstStyle/>
                    <a:p>
                      <a:pPr>
                        <a:buNone/>
                      </a:pPr>
                      <a:r>
                        <a:rPr lang="en-US" b="1">
                          <a:latin typeface="Arial Black" panose="020B0A04020102020204" pitchFamily="34" charset="0"/>
                        </a:rPr>
                        <a:t>Outcome</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Survived</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Target variable (1 = Survived, 0 = Did not survive)</a:t>
                      </a:r>
                    </a:p>
                  </a:txBody>
                  <a:tcPr anchor="ctr">
                    <a:lnL>
                      <a:noFill/>
                    </a:lnL>
                    <a:lnR>
                      <a:noFill/>
                    </a:lnR>
                    <a:lnT>
                      <a:noFill/>
                    </a:lnT>
                    <a:lnB>
                      <a:noFill/>
                    </a:lnB>
                    <a:noFill/>
                  </a:tcPr>
                </a:tc>
                <a:extLst>
                  <a:ext uri="{0D108BD9-81ED-4DB2-BD59-A6C34878D82A}">
                    <a16:rowId xmlns:a16="http://schemas.microsoft.com/office/drawing/2014/main" val="1152166436"/>
                  </a:ext>
                </a:extLst>
              </a:tr>
            </a:tbl>
          </a:graphicData>
        </a:graphic>
      </p:graphicFrame>
      <p:sp>
        <p:nvSpPr>
          <p:cNvPr id="6" name="TextBox 5">
            <a:extLst>
              <a:ext uri="{FF2B5EF4-FFF2-40B4-BE49-F238E27FC236}">
                <a16:creationId xmlns:a16="http://schemas.microsoft.com/office/drawing/2014/main" id="{50235222-66ED-A49A-1B3F-8E550B07A9BD}"/>
              </a:ext>
            </a:extLst>
          </p:cNvPr>
          <p:cNvSpPr txBox="1"/>
          <p:nvPr/>
        </p:nvSpPr>
        <p:spPr>
          <a:xfrm>
            <a:off x="4689988" y="1944106"/>
            <a:ext cx="2271251" cy="400110"/>
          </a:xfrm>
          <a:prstGeom prst="rect">
            <a:avLst/>
          </a:prstGeom>
          <a:noFill/>
        </p:spPr>
        <p:txBody>
          <a:bodyPr wrap="square">
            <a:spAutoFit/>
          </a:bodyPr>
          <a:lstStyle/>
          <a:p>
            <a:pPr>
              <a:buNone/>
            </a:pPr>
            <a:r>
              <a:rPr lang="en-US" sz="2000" b="1" dirty="0">
                <a:solidFill>
                  <a:srgbClr val="0070C0"/>
                </a:solidFill>
                <a:latin typeface="Arial Black" panose="020B0A04020102020204" pitchFamily="34" charset="0"/>
              </a:rPr>
              <a:t>Type of Data</a:t>
            </a:r>
          </a:p>
        </p:txBody>
      </p:sp>
    </p:spTree>
    <p:extLst>
      <p:ext uri="{BB962C8B-B14F-4D97-AF65-F5344CB8AC3E}">
        <p14:creationId xmlns:p14="http://schemas.microsoft.com/office/powerpoint/2010/main" val="2858445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06740-5985-B552-9D5E-0E995B271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243021-5D2D-E9BB-5ACD-646CAD14C17E}"/>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5B26BB29-6283-9A44-EAB3-E88BF1CD2689}"/>
              </a:ext>
            </a:extLst>
          </p:cNvPr>
          <p:cNvSpPr txBox="1"/>
          <p:nvPr/>
        </p:nvSpPr>
        <p:spPr>
          <a:xfrm>
            <a:off x="2615380" y="1359000"/>
            <a:ext cx="6961239" cy="400110"/>
          </a:xfrm>
          <a:prstGeom prst="rect">
            <a:avLst/>
          </a:prstGeom>
          <a:noFill/>
        </p:spPr>
        <p:txBody>
          <a:bodyPr wrap="square">
            <a:spAutoFit/>
          </a:bodyPr>
          <a:lstStyle/>
          <a:p>
            <a:r>
              <a:rPr lang="en-US" sz="2000" dirty="0">
                <a:latin typeface="Arial Black" panose="020B0A04020102020204" pitchFamily="34" charset="0"/>
              </a:rPr>
              <a:t>Titanic Data Science Project — Complete Guide</a:t>
            </a:r>
          </a:p>
        </p:txBody>
      </p:sp>
      <p:sp>
        <p:nvSpPr>
          <p:cNvPr id="10" name="TextBox 9">
            <a:extLst>
              <a:ext uri="{FF2B5EF4-FFF2-40B4-BE49-F238E27FC236}">
                <a16:creationId xmlns:a16="http://schemas.microsoft.com/office/drawing/2014/main" id="{45449D12-9601-AE45-272A-46A24F3E7751}"/>
              </a:ext>
            </a:extLst>
          </p:cNvPr>
          <p:cNvSpPr txBox="1"/>
          <p:nvPr/>
        </p:nvSpPr>
        <p:spPr>
          <a:xfrm>
            <a:off x="1061884" y="2016897"/>
            <a:ext cx="10274710" cy="2616101"/>
          </a:xfrm>
          <a:prstGeom prst="rect">
            <a:avLst/>
          </a:prstGeom>
          <a:noFill/>
        </p:spPr>
        <p:txBody>
          <a:bodyPr wrap="square">
            <a:spAutoFit/>
          </a:bodyPr>
          <a:lstStyle/>
          <a:p>
            <a:pPr algn="ctr">
              <a:buNone/>
            </a:pPr>
            <a:r>
              <a:rPr lang="en-US" sz="2000" b="1" dirty="0">
                <a:latin typeface="Arial Black" panose="020B0A04020102020204" pitchFamily="34" charset="0"/>
              </a:rPr>
              <a:t>How to Apply the Data</a:t>
            </a:r>
          </a:p>
          <a:p>
            <a:pPr algn="just">
              <a:buNone/>
            </a:pPr>
            <a:r>
              <a:rPr lang="en-US" b="1" dirty="0">
                <a:solidFill>
                  <a:srgbClr val="FF0000"/>
                </a:solidFill>
                <a:effectLst/>
                <a:latin typeface="Arial Black" panose="020B0A04020102020204" pitchFamily="34" charset="0"/>
              </a:rPr>
              <a:t>Step‑by‑Step Workflow:</a:t>
            </a:r>
          </a:p>
          <a:p>
            <a:pPr algn="just">
              <a:buNone/>
            </a:pPr>
            <a:endParaRPr lang="en-US" dirty="0">
              <a:latin typeface="Arial Black" panose="020B0A04020102020204" pitchFamily="34" charset="0"/>
            </a:endParaRPr>
          </a:p>
          <a:p>
            <a:pPr algn="just"/>
            <a:r>
              <a:rPr lang="en-US" b="1" dirty="0">
                <a:effectLst/>
                <a:latin typeface="Arial Black" panose="020B0A04020102020204" pitchFamily="34" charset="0"/>
              </a:rPr>
              <a:t>Import Libraries</a:t>
            </a:r>
            <a:r>
              <a:rPr lang="en-US" dirty="0">
                <a:effectLst/>
                <a:latin typeface="Arial Black" panose="020B0A04020102020204" pitchFamily="34" charset="0"/>
              </a:rPr>
              <a:t> pandas, </a:t>
            </a:r>
            <a:r>
              <a:rPr lang="en-US" dirty="0" err="1">
                <a:effectLst/>
                <a:latin typeface="Arial Black" panose="020B0A04020102020204" pitchFamily="34" charset="0"/>
              </a:rPr>
              <a:t>numpy</a:t>
            </a:r>
            <a:r>
              <a:rPr lang="en-US" dirty="0">
                <a:effectLst/>
                <a:latin typeface="Arial Black" panose="020B0A04020102020204" pitchFamily="34" charset="0"/>
              </a:rPr>
              <a:t>, matplotlib, seaborn, </a:t>
            </a:r>
            <a:r>
              <a:rPr lang="en-US" dirty="0" err="1">
                <a:effectLst/>
                <a:latin typeface="Arial Black" panose="020B0A04020102020204" pitchFamily="34" charset="0"/>
              </a:rPr>
              <a:t>sklearn</a:t>
            </a:r>
            <a:r>
              <a:rPr lang="en-US" dirty="0">
                <a:effectLst/>
                <a:latin typeface="Arial Black" panose="020B0A04020102020204" pitchFamily="34" charset="0"/>
              </a:rPr>
              <a:t>.</a:t>
            </a:r>
            <a:endParaRPr lang="en-US" dirty="0">
              <a:latin typeface="Arial Black" panose="020B0A04020102020204" pitchFamily="34" charset="0"/>
            </a:endParaRPr>
          </a:p>
          <a:p>
            <a:pPr algn="just"/>
            <a:endParaRPr lang="en-US" b="1" dirty="0">
              <a:effectLst/>
              <a:latin typeface="Arial Black" panose="020B0A04020102020204" pitchFamily="34" charset="0"/>
            </a:endParaRPr>
          </a:p>
          <a:p>
            <a:pPr algn="just"/>
            <a:r>
              <a:rPr lang="en-US" b="1" dirty="0">
                <a:solidFill>
                  <a:srgbClr val="FF0000"/>
                </a:solidFill>
                <a:effectLst/>
                <a:latin typeface="Arial Black" panose="020B0A04020102020204" pitchFamily="34" charset="0"/>
              </a:rPr>
              <a:t>Load Data</a:t>
            </a:r>
            <a:endParaRPr lang="en-US" dirty="0">
              <a:solidFill>
                <a:srgbClr val="FF0000"/>
              </a:solidFill>
              <a:latin typeface="Arial Black" panose="020B0A04020102020204" pitchFamily="34" charset="0"/>
            </a:endParaRPr>
          </a:p>
          <a:p>
            <a:r>
              <a:rPr lang="en-US" dirty="0"/>
              <a:t>python</a:t>
            </a:r>
          </a:p>
          <a:p>
            <a:r>
              <a:rPr lang="en-US" dirty="0">
                <a:effectLst/>
                <a:latin typeface="Courier New" panose="02070309020205020404" pitchFamily="49" charset="0"/>
              </a:rPr>
              <a:t>import pandas as pd</a:t>
            </a:r>
          </a:p>
          <a:p>
            <a:r>
              <a:rPr lang="en-US" dirty="0" err="1">
                <a:effectLst/>
                <a:latin typeface="Courier New" panose="02070309020205020404" pitchFamily="49" charset="0"/>
              </a:rPr>
              <a:t>df</a:t>
            </a:r>
            <a:r>
              <a:rPr lang="en-US" dirty="0">
                <a:effectLst/>
                <a:latin typeface="Courier New" panose="02070309020205020404" pitchFamily="49" charset="0"/>
              </a:rPr>
              <a:t> = </a:t>
            </a:r>
            <a:r>
              <a:rPr lang="en-US" dirty="0" err="1">
                <a:effectLst/>
                <a:latin typeface="Courier New" panose="02070309020205020404" pitchFamily="49" charset="0"/>
              </a:rPr>
              <a:t>pd.read_csv</a:t>
            </a:r>
            <a:r>
              <a:rPr lang="en-US" dirty="0">
                <a:effectLst/>
                <a:latin typeface="Courier New" panose="02070309020205020404" pitchFamily="49" charset="0"/>
              </a:rPr>
              <a:t>("train.csv")</a:t>
            </a:r>
          </a:p>
        </p:txBody>
      </p:sp>
      <p:sp>
        <p:nvSpPr>
          <p:cNvPr id="12" name="TextBox 11">
            <a:extLst>
              <a:ext uri="{FF2B5EF4-FFF2-40B4-BE49-F238E27FC236}">
                <a16:creationId xmlns:a16="http://schemas.microsoft.com/office/drawing/2014/main" id="{9B90A641-B507-85A8-E493-7CDBA668B0B4}"/>
              </a:ext>
            </a:extLst>
          </p:cNvPr>
          <p:cNvSpPr txBox="1"/>
          <p:nvPr/>
        </p:nvSpPr>
        <p:spPr>
          <a:xfrm>
            <a:off x="1140540" y="5214316"/>
            <a:ext cx="6853086" cy="923330"/>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Explore</a:t>
            </a:r>
            <a:endParaRPr lang="en-US"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df.info() and </a:t>
            </a:r>
            <a:r>
              <a:rPr lang="en-US" dirty="0" err="1">
                <a:effectLst/>
                <a:latin typeface="Arial Black" panose="020B0A04020102020204" pitchFamily="34" charset="0"/>
              </a:rPr>
              <a:t>df.describe</a:t>
            </a:r>
            <a:r>
              <a:rPr lang="en-US" dirty="0">
                <a:effectLst/>
                <a:latin typeface="Arial Black" panose="020B0A04020102020204" pitchFamily="34" charset="0"/>
              </a:rPr>
              <a:t>() for structure.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Visualize survival by gender/class using Seaborn.</a:t>
            </a:r>
            <a:endParaRPr lang="en-US" dirty="0">
              <a:latin typeface="Arial Black" panose="020B0A04020102020204" pitchFamily="34" charset="0"/>
            </a:endParaRPr>
          </a:p>
        </p:txBody>
      </p:sp>
    </p:spTree>
    <p:extLst>
      <p:ext uri="{BB962C8B-B14F-4D97-AF65-F5344CB8AC3E}">
        <p14:creationId xmlns:p14="http://schemas.microsoft.com/office/powerpoint/2010/main" val="2641218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1E5CA-07E5-D131-2A59-5F1373D289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37873-CDCF-B507-A09B-EE965E0513BF}"/>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FD4EA40F-9E7B-2921-E4BB-7455A3F0E13A}"/>
              </a:ext>
            </a:extLst>
          </p:cNvPr>
          <p:cNvSpPr txBox="1"/>
          <p:nvPr/>
        </p:nvSpPr>
        <p:spPr>
          <a:xfrm>
            <a:off x="2615380" y="1359000"/>
            <a:ext cx="6961239" cy="400110"/>
          </a:xfrm>
          <a:prstGeom prst="rect">
            <a:avLst/>
          </a:prstGeom>
          <a:noFill/>
        </p:spPr>
        <p:txBody>
          <a:bodyPr wrap="square">
            <a:spAutoFit/>
          </a:bodyPr>
          <a:lstStyle/>
          <a:p>
            <a:r>
              <a:rPr lang="en-US" sz="2000" dirty="0">
                <a:latin typeface="Arial Black" panose="020B0A04020102020204" pitchFamily="34" charset="0"/>
              </a:rPr>
              <a:t>Titanic Data Science Project — Complete Guide</a:t>
            </a:r>
          </a:p>
        </p:txBody>
      </p:sp>
      <p:sp>
        <p:nvSpPr>
          <p:cNvPr id="5" name="TextBox 4">
            <a:extLst>
              <a:ext uri="{FF2B5EF4-FFF2-40B4-BE49-F238E27FC236}">
                <a16:creationId xmlns:a16="http://schemas.microsoft.com/office/drawing/2014/main" id="{77B8B843-D414-7ED5-0CD8-323AF8ED1771}"/>
              </a:ext>
            </a:extLst>
          </p:cNvPr>
          <p:cNvSpPr txBox="1"/>
          <p:nvPr/>
        </p:nvSpPr>
        <p:spPr>
          <a:xfrm>
            <a:off x="1332269" y="1759110"/>
            <a:ext cx="9311148" cy="2585323"/>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Clean</a:t>
            </a:r>
          </a:p>
          <a:p>
            <a:pPr>
              <a:buNone/>
            </a:pP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Handle missing values (Age, Cabin, Embarked).</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Convert categorical data to numeric (e.g., Sex, Embarked).</a:t>
            </a:r>
            <a:endParaRPr lang="en-US" dirty="0">
              <a:latin typeface="Arial Black" panose="020B0A04020102020204" pitchFamily="34" charset="0"/>
            </a:endParaRPr>
          </a:p>
          <a:p>
            <a:pPr>
              <a:buNone/>
            </a:pPr>
            <a:endParaRPr lang="en-US" b="1" dirty="0">
              <a:solidFill>
                <a:srgbClr val="FF0000"/>
              </a:solidFill>
              <a:effectLst/>
              <a:latin typeface="Arial Black" panose="020B0A04020102020204" pitchFamily="34" charset="0"/>
            </a:endParaRPr>
          </a:p>
          <a:p>
            <a:pPr>
              <a:buNone/>
            </a:pPr>
            <a:r>
              <a:rPr lang="en-US" b="1" dirty="0">
                <a:solidFill>
                  <a:srgbClr val="FF0000"/>
                </a:solidFill>
                <a:effectLst/>
                <a:latin typeface="Arial Black" panose="020B0A04020102020204" pitchFamily="34" charset="0"/>
              </a:rPr>
              <a:t>Model</a:t>
            </a:r>
          </a:p>
          <a:p>
            <a:pPr>
              <a:buNone/>
            </a:pP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Split into training/testing sets.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Apply </a:t>
            </a:r>
            <a:r>
              <a:rPr lang="en-US" b="1" dirty="0">
                <a:effectLst/>
                <a:latin typeface="Arial Black" panose="020B0A04020102020204" pitchFamily="34" charset="0"/>
              </a:rPr>
              <a:t>Logistic Regression</a:t>
            </a:r>
            <a:r>
              <a:rPr lang="en-US" dirty="0">
                <a:effectLst/>
                <a:latin typeface="Arial Black" panose="020B0A04020102020204" pitchFamily="34" charset="0"/>
              </a:rPr>
              <a:t>, </a:t>
            </a:r>
            <a:r>
              <a:rPr lang="en-US" b="1" dirty="0">
                <a:effectLst/>
                <a:latin typeface="Arial Black" panose="020B0A04020102020204" pitchFamily="34" charset="0"/>
              </a:rPr>
              <a:t>Decision Tree</a:t>
            </a:r>
            <a:r>
              <a:rPr lang="en-US" dirty="0">
                <a:effectLst/>
                <a:latin typeface="Arial Black" panose="020B0A04020102020204" pitchFamily="34" charset="0"/>
              </a:rPr>
              <a:t>, or </a:t>
            </a:r>
            <a:r>
              <a:rPr lang="en-US" b="1" dirty="0">
                <a:effectLst/>
                <a:latin typeface="Arial Black" panose="020B0A04020102020204" pitchFamily="34" charset="0"/>
              </a:rPr>
              <a:t>Random Forest</a:t>
            </a:r>
            <a:r>
              <a:rPr lang="en-US" dirty="0">
                <a:effectLst/>
                <a:latin typeface="Arial Black" panose="020B0A04020102020204" pitchFamily="34" charset="0"/>
              </a:rPr>
              <a:t>.</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C649A73E-F75C-E02C-8DFE-EB9EDB219B29}"/>
              </a:ext>
            </a:extLst>
          </p:cNvPr>
          <p:cNvSpPr txBox="1"/>
          <p:nvPr/>
        </p:nvSpPr>
        <p:spPr>
          <a:xfrm>
            <a:off x="570270" y="4640741"/>
            <a:ext cx="10844981" cy="2031325"/>
          </a:xfrm>
          <a:prstGeom prst="rect">
            <a:avLst/>
          </a:prstGeom>
          <a:noFill/>
        </p:spPr>
        <p:txBody>
          <a:bodyPr wrap="square">
            <a:spAutoFit/>
          </a:bodyPr>
          <a:lstStyle/>
          <a:p>
            <a:pPr algn="just">
              <a:buNone/>
            </a:pPr>
            <a:r>
              <a:rPr lang="en-US" b="1" dirty="0">
                <a:solidFill>
                  <a:srgbClr val="FF0000"/>
                </a:solidFill>
                <a:effectLst/>
                <a:latin typeface="Arial Black" panose="020B0A04020102020204" pitchFamily="34" charset="0"/>
              </a:rPr>
              <a:t>Predict &amp; Evaluate:</a:t>
            </a:r>
            <a:endParaRPr lang="en-US"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Measure accuracy, precision, recall.</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Visualize confusion matrix and ROC curve.</a:t>
            </a:r>
            <a:endParaRPr lang="en-US" dirty="0">
              <a:latin typeface="Arial Black" panose="020B0A04020102020204" pitchFamily="34" charset="0"/>
            </a:endParaRPr>
          </a:p>
          <a:p>
            <a:pPr algn="just">
              <a:buNone/>
            </a:pPr>
            <a:endParaRPr lang="en-US" b="1" dirty="0">
              <a:solidFill>
                <a:srgbClr val="FF0000"/>
              </a:solidFill>
              <a:effectLst/>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Communicate Insights:</a:t>
            </a:r>
            <a:endParaRPr lang="en-US"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Females and first‑class passengers had higher survival rates.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Fare and age influenced outcomes.</a:t>
            </a:r>
            <a:endParaRPr lang="en-US" dirty="0">
              <a:latin typeface="Arial Black" panose="020B0A04020102020204" pitchFamily="34" charset="0"/>
            </a:endParaRPr>
          </a:p>
        </p:txBody>
      </p:sp>
    </p:spTree>
    <p:extLst>
      <p:ext uri="{BB962C8B-B14F-4D97-AF65-F5344CB8AC3E}">
        <p14:creationId xmlns:p14="http://schemas.microsoft.com/office/powerpoint/2010/main" val="3608047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0D68-E3DF-AF63-CBE5-A8C460CA5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FA06F-A680-7992-637C-CC620E0CCAFD}"/>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848374DA-8390-E78A-9BFC-77C8454536D3}"/>
              </a:ext>
            </a:extLst>
          </p:cNvPr>
          <p:cNvSpPr txBox="1"/>
          <p:nvPr/>
        </p:nvSpPr>
        <p:spPr>
          <a:xfrm>
            <a:off x="2615380" y="1359000"/>
            <a:ext cx="6961239" cy="400110"/>
          </a:xfrm>
          <a:prstGeom prst="rect">
            <a:avLst/>
          </a:prstGeom>
          <a:noFill/>
        </p:spPr>
        <p:txBody>
          <a:bodyPr wrap="square">
            <a:spAutoFit/>
          </a:bodyPr>
          <a:lstStyle/>
          <a:p>
            <a:r>
              <a:rPr lang="en-US" sz="2000" dirty="0">
                <a:latin typeface="Arial Black" panose="020B0A04020102020204" pitchFamily="34" charset="0"/>
              </a:rPr>
              <a:t>Titanic Data Science Project — Complete Guide</a:t>
            </a:r>
          </a:p>
        </p:txBody>
      </p:sp>
      <p:sp>
        <p:nvSpPr>
          <p:cNvPr id="6" name="TextBox 5">
            <a:extLst>
              <a:ext uri="{FF2B5EF4-FFF2-40B4-BE49-F238E27FC236}">
                <a16:creationId xmlns:a16="http://schemas.microsoft.com/office/drawing/2014/main" id="{4020E705-DFC7-CE42-FFD6-CC641B9F4FFA}"/>
              </a:ext>
            </a:extLst>
          </p:cNvPr>
          <p:cNvSpPr txBox="1"/>
          <p:nvPr/>
        </p:nvSpPr>
        <p:spPr>
          <a:xfrm>
            <a:off x="860320" y="1809394"/>
            <a:ext cx="10255046" cy="4801314"/>
          </a:xfrm>
          <a:prstGeom prst="rect">
            <a:avLst/>
          </a:prstGeom>
          <a:noFill/>
        </p:spPr>
        <p:txBody>
          <a:bodyPr wrap="square">
            <a:spAutoFit/>
          </a:bodyPr>
          <a:lstStyle/>
          <a:p>
            <a:pPr algn="ctr">
              <a:buNone/>
            </a:pPr>
            <a:r>
              <a:rPr lang="en-US" sz="2000" b="1" dirty="0">
                <a:solidFill>
                  <a:srgbClr val="0070C0"/>
                </a:solidFill>
                <a:latin typeface="Arial Black" panose="020B0A04020102020204" pitchFamily="34" charset="0"/>
              </a:rPr>
              <a:t>Teaching Notes for the Workflow</a:t>
            </a:r>
          </a:p>
          <a:p>
            <a:pPr algn="just">
              <a:buNone/>
            </a:pPr>
            <a:endParaRPr lang="en-US" b="1"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Seven Steps in the Titanic Project</a:t>
            </a:r>
          </a:p>
          <a:p>
            <a:pPr algn="just">
              <a:buNone/>
            </a:pP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Get the Data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Download from Kaggle (train.csv, test.csv) or use Seaborn’s built‑in Titanic dataset.</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Explore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Use Pandas, Matplotlib, Seaborn to understand distributions and relationships.</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Clean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Handle missing values (Age, Cabin, Embarked), encode categorical variables.</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Model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Train algorithms like Logistic Regression, Decision Trees, or Random Forest.</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Predict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Generate survival predictions for test data.</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Evaluate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Measure accuracy, precision, recall; visualize confusion matrix and ROC curve.</a:t>
            </a:r>
            <a:endParaRPr lang="en-US" dirty="0">
              <a:latin typeface="Arial Black" panose="020B0A04020102020204" pitchFamily="34" charset="0"/>
            </a:endParaRPr>
          </a:p>
          <a:p>
            <a:pPr marL="342900" indent="-342900" algn="just">
              <a:buFont typeface="+mj-lt"/>
              <a:buAutoNum type="arabicPeriod"/>
            </a:pPr>
            <a:r>
              <a:rPr lang="en-US" b="1" dirty="0">
                <a:solidFill>
                  <a:srgbClr val="FF0000"/>
                </a:solidFill>
                <a:effectLst/>
                <a:latin typeface="Arial Black" panose="020B0A04020102020204" pitchFamily="34" charset="0"/>
              </a:rPr>
              <a:t>Communicate (💬)</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Share insights: survival patterns by gender, class, age, and fare.</a:t>
            </a:r>
            <a:endParaRPr lang="en-US" dirty="0">
              <a:latin typeface="Arial Black" panose="020B0A04020102020204" pitchFamily="34" charset="0"/>
            </a:endParaRPr>
          </a:p>
        </p:txBody>
      </p:sp>
    </p:spTree>
    <p:extLst>
      <p:ext uri="{BB962C8B-B14F-4D97-AF65-F5344CB8AC3E}">
        <p14:creationId xmlns:p14="http://schemas.microsoft.com/office/powerpoint/2010/main" val="3582028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C2FB-A88D-9E5B-EC14-EB4C9725D29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A3E035-80E5-6DCD-1B7B-4450E1DD9072}"/>
              </a:ext>
            </a:extLst>
          </p:cNvPr>
          <p:cNvSpPr txBox="1"/>
          <p:nvPr/>
        </p:nvSpPr>
        <p:spPr>
          <a:xfrm>
            <a:off x="442452" y="255637"/>
            <a:ext cx="11425083" cy="6494085"/>
          </a:xfrm>
          <a:prstGeom prst="rect">
            <a:avLst/>
          </a:prstGeom>
          <a:noFill/>
        </p:spPr>
        <p:txBody>
          <a:bodyPr wrap="square">
            <a:spAutoFit/>
          </a:bodyPr>
          <a:lstStyle/>
          <a:p>
            <a:pPr algn="ctr">
              <a:buNone/>
            </a:pPr>
            <a:r>
              <a:rPr lang="en-US" sz="1600" b="1" dirty="0">
                <a:solidFill>
                  <a:srgbClr val="002060"/>
                </a:solidFill>
                <a:latin typeface="Arial Black" panose="020B0A04020102020204" pitchFamily="34" charset="0"/>
              </a:rPr>
              <a:t>Titanic Data Science Project — Student Worksheet</a:t>
            </a:r>
          </a:p>
          <a:p>
            <a:pPr>
              <a:buNone/>
            </a:pPr>
            <a:endParaRPr lang="en-US" sz="1600" b="1" dirty="0">
              <a:solidFill>
                <a:srgbClr val="002060"/>
              </a:solidFill>
              <a:latin typeface="Arial Black" panose="020B0A04020102020204" pitchFamily="34" charset="0"/>
            </a:endParaRPr>
          </a:p>
          <a:p>
            <a:pPr algn="ctr">
              <a:buNone/>
            </a:pPr>
            <a:r>
              <a:rPr lang="en-US" sz="1600" b="1" dirty="0">
                <a:solidFill>
                  <a:srgbClr val="FF0000"/>
                </a:solidFill>
                <a:latin typeface="Arial Black" panose="020B0A04020102020204" pitchFamily="34" charset="0"/>
              </a:rPr>
              <a:t>Step‑by‑Step Workflow</a:t>
            </a:r>
          </a:p>
          <a:p>
            <a:pPr>
              <a:buNone/>
            </a:pPr>
            <a:endParaRPr lang="en-US" sz="1600" b="1" dirty="0">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Get the Data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Load train.csv from Kaggle or Seaborn dataset.</a:t>
            </a:r>
            <a:endParaRPr lang="en-US" sz="1600" dirty="0">
              <a:latin typeface="Arial Black" panose="020B0A04020102020204" pitchFamily="34" charset="0"/>
            </a:endParaRPr>
          </a:p>
          <a:p>
            <a:pPr marL="742950" lvl="1" indent="-285750">
              <a:buFont typeface="+mj-lt"/>
              <a:buAutoNum type="arabicPeriod"/>
            </a:pPr>
            <a:r>
              <a:rPr lang="en-US" sz="1600" i="1" dirty="0">
                <a:solidFill>
                  <a:srgbClr val="0070C0"/>
                </a:solidFill>
                <a:effectLst/>
                <a:latin typeface="Arial Black" panose="020B0A04020102020204" pitchFamily="34" charset="0"/>
              </a:rPr>
              <a:t>Task:</a:t>
            </a:r>
            <a:r>
              <a:rPr lang="en-US" sz="1600" dirty="0">
                <a:solidFill>
                  <a:srgbClr val="0070C0"/>
                </a:solidFill>
                <a:effectLst/>
                <a:latin typeface="Arial Black" panose="020B0A04020102020204" pitchFamily="34" charset="0"/>
              </a:rPr>
              <a:t> Count survivors vs. non‑survivors.</a:t>
            </a:r>
            <a:endParaRPr lang="en-US" sz="1600" dirty="0">
              <a:solidFill>
                <a:srgbClr val="0070C0"/>
              </a:solidFill>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Explore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Use Pandas + Seaborn for quick plots.</a:t>
            </a:r>
            <a:endParaRPr lang="en-US" sz="1600" dirty="0">
              <a:latin typeface="Arial Black" panose="020B0A04020102020204" pitchFamily="34" charset="0"/>
            </a:endParaRPr>
          </a:p>
          <a:p>
            <a:pPr marL="742950" lvl="1" indent="-285750">
              <a:buFont typeface="+mj-lt"/>
              <a:buAutoNum type="arabicPeriod"/>
            </a:pPr>
            <a:r>
              <a:rPr lang="en-US" sz="1600" i="1" dirty="0">
                <a:solidFill>
                  <a:srgbClr val="0070C0"/>
                </a:solidFill>
                <a:effectLst/>
                <a:latin typeface="Arial Black" panose="020B0A04020102020204" pitchFamily="34" charset="0"/>
              </a:rPr>
              <a:t>Task:</a:t>
            </a:r>
            <a:r>
              <a:rPr lang="en-US" sz="1600" dirty="0">
                <a:solidFill>
                  <a:srgbClr val="0070C0"/>
                </a:solidFill>
                <a:effectLst/>
                <a:latin typeface="Arial Black" panose="020B0A04020102020204" pitchFamily="34" charset="0"/>
              </a:rPr>
              <a:t> Plot survival by gender and class</a:t>
            </a:r>
            <a:r>
              <a:rPr lang="en-US" sz="1600" dirty="0">
                <a:effectLst/>
                <a:latin typeface="Arial Black" panose="020B0A04020102020204" pitchFamily="34" charset="0"/>
              </a:rPr>
              <a:t>.</a:t>
            </a:r>
            <a:endParaRPr lang="en-US" sz="1600" dirty="0">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Clean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Fill missing values (Age, Embarked).</a:t>
            </a:r>
            <a:endParaRPr lang="en-US" sz="1600" dirty="0">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Encode categorical variables (Sex, Embarked).</a:t>
            </a:r>
            <a:endParaRPr lang="en-US" sz="1600" dirty="0">
              <a:latin typeface="Arial Black" panose="020B0A04020102020204" pitchFamily="34" charset="0"/>
            </a:endParaRPr>
          </a:p>
          <a:p>
            <a:pPr marL="742950" lvl="1" indent="-285750">
              <a:buFont typeface="+mj-lt"/>
              <a:buAutoNum type="arabicPeriod"/>
            </a:pPr>
            <a:r>
              <a:rPr lang="en-US" sz="1600" i="1" dirty="0">
                <a:solidFill>
                  <a:srgbClr val="0070C0"/>
                </a:solidFill>
                <a:effectLst/>
                <a:latin typeface="Arial Black" panose="020B0A04020102020204" pitchFamily="34" charset="0"/>
              </a:rPr>
              <a:t>Task:</a:t>
            </a:r>
            <a:r>
              <a:rPr lang="en-US" sz="1600" dirty="0">
                <a:solidFill>
                  <a:srgbClr val="0070C0"/>
                </a:solidFill>
                <a:effectLst/>
                <a:latin typeface="Arial Black" panose="020B0A04020102020204" pitchFamily="34" charset="0"/>
              </a:rPr>
              <a:t> Check for remaining nulls.</a:t>
            </a:r>
            <a:endParaRPr lang="en-US" sz="1600" dirty="0">
              <a:solidFill>
                <a:srgbClr val="0070C0"/>
              </a:solidFill>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Model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Train Logistic Regression or Decision Tree.</a:t>
            </a:r>
            <a:endParaRPr lang="en-US" sz="1600" dirty="0">
              <a:latin typeface="Arial Black" panose="020B0A04020102020204" pitchFamily="34" charset="0"/>
            </a:endParaRPr>
          </a:p>
          <a:p>
            <a:pPr marL="742950" lvl="1" indent="-285750">
              <a:buFont typeface="+mj-lt"/>
              <a:buAutoNum type="arabicPeriod"/>
            </a:pPr>
            <a:r>
              <a:rPr lang="en-US" sz="1600" i="1" dirty="0">
                <a:effectLst/>
                <a:latin typeface="Arial Black" panose="020B0A04020102020204" pitchFamily="34" charset="0"/>
              </a:rPr>
              <a:t>Task:</a:t>
            </a:r>
            <a:r>
              <a:rPr lang="en-US" sz="1600" dirty="0">
                <a:effectLst/>
                <a:latin typeface="Arial Black" panose="020B0A04020102020204" pitchFamily="34" charset="0"/>
              </a:rPr>
              <a:t> </a:t>
            </a:r>
            <a:r>
              <a:rPr lang="en-US" sz="1600" dirty="0">
                <a:solidFill>
                  <a:srgbClr val="0070C0"/>
                </a:solidFill>
                <a:effectLst/>
                <a:latin typeface="Arial Black" panose="020B0A04020102020204" pitchFamily="34" charset="0"/>
              </a:rPr>
              <a:t>Interpret coefficients — which features matter most?</a:t>
            </a:r>
            <a:endParaRPr lang="en-US" sz="1600" dirty="0">
              <a:solidFill>
                <a:srgbClr val="0070C0"/>
              </a:solidFill>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Predict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Generate survival predictions.</a:t>
            </a:r>
            <a:endParaRPr lang="en-US" sz="1600" dirty="0">
              <a:latin typeface="Arial Black" panose="020B0A04020102020204" pitchFamily="34" charset="0"/>
            </a:endParaRPr>
          </a:p>
          <a:p>
            <a:pPr marL="742950" lvl="1" indent="-285750">
              <a:buFont typeface="+mj-lt"/>
              <a:buAutoNum type="arabicPeriod"/>
            </a:pPr>
            <a:r>
              <a:rPr lang="en-US" sz="1600" i="1" dirty="0">
                <a:effectLst/>
                <a:latin typeface="Arial Black" panose="020B0A04020102020204" pitchFamily="34" charset="0"/>
              </a:rPr>
              <a:t>Task:</a:t>
            </a:r>
            <a:r>
              <a:rPr lang="en-US" sz="1600" dirty="0">
                <a:effectLst/>
                <a:latin typeface="Arial Black" panose="020B0A04020102020204" pitchFamily="34" charset="0"/>
              </a:rPr>
              <a:t> </a:t>
            </a:r>
            <a:r>
              <a:rPr lang="en-US" sz="1600" dirty="0">
                <a:solidFill>
                  <a:srgbClr val="0070C0"/>
                </a:solidFill>
                <a:effectLst/>
                <a:latin typeface="Arial Black" panose="020B0A04020102020204" pitchFamily="34" charset="0"/>
              </a:rPr>
              <a:t>Compare predicted vs. actual for 10 passengers</a:t>
            </a:r>
            <a:r>
              <a:rPr lang="en-US" sz="1600" dirty="0">
                <a:effectLst/>
                <a:latin typeface="Arial Black" panose="020B0A04020102020204" pitchFamily="34" charset="0"/>
              </a:rPr>
              <a:t>.</a:t>
            </a:r>
            <a:endParaRPr lang="en-US" sz="1600" dirty="0">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Evaluate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Accuracy, confusion matrix, ROC curve.</a:t>
            </a:r>
            <a:endParaRPr lang="en-US" sz="1600" dirty="0">
              <a:latin typeface="Arial Black" panose="020B0A04020102020204" pitchFamily="34" charset="0"/>
            </a:endParaRPr>
          </a:p>
          <a:p>
            <a:pPr marL="742950" lvl="1" indent="-285750">
              <a:buFont typeface="+mj-lt"/>
              <a:buAutoNum type="arabicPeriod"/>
            </a:pPr>
            <a:r>
              <a:rPr lang="en-US" sz="1600" i="1" dirty="0">
                <a:effectLst/>
                <a:latin typeface="Arial Black" panose="020B0A04020102020204" pitchFamily="34" charset="0"/>
              </a:rPr>
              <a:t>Task:</a:t>
            </a:r>
            <a:r>
              <a:rPr lang="en-US" sz="1600" dirty="0">
                <a:effectLst/>
                <a:latin typeface="Arial Black" panose="020B0A04020102020204" pitchFamily="34" charset="0"/>
              </a:rPr>
              <a:t> </a:t>
            </a:r>
            <a:r>
              <a:rPr lang="en-US" sz="1600" dirty="0">
                <a:solidFill>
                  <a:srgbClr val="0070C0"/>
                </a:solidFill>
                <a:effectLst/>
                <a:latin typeface="Arial Black" panose="020B0A04020102020204" pitchFamily="34" charset="0"/>
              </a:rPr>
              <a:t>Discuss what the confusion matrix shows.</a:t>
            </a:r>
            <a:endParaRPr lang="en-US" sz="1600" dirty="0">
              <a:solidFill>
                <a:srgbClr val="0070C0"/>
              </a:solidFill>
              <a:latin typeface="Arial Black" panose="020B0A04020102020204" pitchFamily="34" charset="0"/>
            </a:endParaRPr>
          </a:p>
          <a:p>
            <a:pPr>
              <a:buFont typeface="+mj-lt"/>
              <a:buAutoNum type="arabicPeriod"/>
            </a:pPr>
            <a:r>
              <a:rPr lang="en-US" sz="1600" b="1" dirty="0">
                <a:solidFill>
                  <a:srgbClr val="FF0000"/>
                </a:solidFill>
                <a:effectLst/>
                <a:latin typeface="Arial Black" panose="020B0A04020102020204" pitchFamily="34" charset="0"/>
              </a:rPr>
              <a:t>Communicate (💬)</a:t>
            </a:r>
            <a:endParaRPr lang="en-US" sz="1600" dirty="0">
              <a:solidFill>
                <a:srgbClr val="FF0000"/>
              </a:solidFill>
              <a:latin typeface="Arial Black" panose="020B0A04020102020204" pitchFamily="34" charset="0"/>
            </a:endParaRPr>
          </a:p>
          <a:p>
            <a:pPr marL="742950" lvl="1" indent="-285750">
              <a:buFont typeface="+mj-lt"/>
              <a:buAutoNum type="arabicPeriod"/>
            </a:pPr>
            <a:r>
              <a:rPr lang="en-US" sz="1600" dirty="0">
                <a:effectLst/>
                <a:latin typeface="Arial Black" panose="020B0A04020102020204" pitchFamily="34" charset="0"/>
              </a:rPr>
              <a:t>Visualize insights (e.g., gender vs. survival).</a:t>
            </a:r>
            <a:endParaRPr lang="en-US" sz="1600" dirty="0">
              <a:latin typeface="Arial Black" panose="020B0A04020102020204" pitchFamily="34" charset="0"/>
            </a:endParaRPr>
          </a:p>
          <a:p>
            <a:pPr marL="742950" lvl="1" indent="-285750">
              <a:buFont typeface="+mj-lt"/>
              <a:buAutoNum type="arabicPeriod"/>
            </a:pPr>
            <a:r>
              <a:rPr lang="en-US" sz="1600" i="1" dirty="0">
                <a:effectLst/>
                <a:latin typeface="Arial Black" panose="020B0A04020102020204" pitchFamily="34" charset="0"/>
              </a:rPr>
              <a:t>Task:</a:t>
            </a:r>
            <a:r>
              <a:rPr lang="en-US" sz="1600" dirty="0">
                <a:effectLst/>
                <a:latin typeface="Arial Black" panose="020B0A04020102020204" pitchFamily="34" charset="0"/>
              </a:rPr>
              <a:t> </a:t>
            </a:r>
            <a:r>
              <a:rPr lang="en-US" sz="1600" dirty="0">
                <a:solidFill>
                  <a:srgbClr val="0070C0"/>
                </a:solidFill>
                <a:effectLst/>
                <a:latin typeface="Arial Black" panose="020B0A04020102020204" pitchFamily="34" charset="0"/>
              </a:rPr>
              <a:t>Write a short summary of findings.</a:t>
            </a:r>
            <a:endParaRPr lang="en-US" sz="1600"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41284888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F6A6B-5667-9E73-7559-BCCC46C7B4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A890C1-9600-04C9-513C-580659FEAFB0}"/>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2BAA41A5-01F4-F7A8-7721-B828F9FE780A}"/>
              </a:ext>
            </a:extLst>
          </p:cNvPr>
          <p:cNvSpPr txBox="1"/>
          <p:nvPr/>
        </p:nvSpPr>
        <p:spPr>
          <a:xfrm>
            <a:off x="997974" y="1285086"/>
            <a:ext cx="10196052"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Python Basics — Syntax &amp; Core Concepts</a:t>
            </a:r>
          </a:p>
          <a:p>
            <a:pPr>
              <a:buNone/>
            </a:pPr>
            <a:r>
              <a:rPr lang="en-US" b="1" dirty="0">
                <a:latin typeface="Arial Black" panose="020B0A04020102020204" pitchFamily="34" charset="0"/>
              </a:rPr>
              <a:t>1️⃣ </a:t>
            </a:r>
            <a:r>
              <a:rPr lang="en-US" b="1" dirty="0">
                <a:solidFill>
                  <a:srgbClr val="FF0000"/>
                </a:solidFill>
                <a:latin typeface="Arial Black" panose="020B0A04020102020204" pitchFamily="34" charset="0"/>
              </a:rPr>
              <a:t>Syntax Essentials</a:t>
            </a:r>
          </a:p>
          <a:p>
            <a:pPr marL="285750" indent="-285750">
              <a:buFont typeface="Arial" panose="020B0604020202020204" pitchFamily="34" charset="0"/>
              <a:buChar char="•"/>
            </a:pPr>
            <a:r>
              <a:rPr lang="en-US" b="1" dirty="0">
                <a:solidFill>
                  <a:srgbClr val="FF0000"/>
                </a:solidFill>
                <a:effectLst/>
                <a:latin typeface="Arial Black" panose="020B0A04020102020204" pitchFamily="34" charset="0"/>
              </a:rPr>
              <a:t>Indentation: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Python uses indentation (spaces) instead of braces {} to define code blocks.</a:t>
            </a:r>
            <a:endParaRPr lang="en-US" dirty="0">
              <a:latin typeface="Arial Black" panose="020B0A04020102020204" pitchFamily="34" charset="0"/>
            </a:endParaRPr>
          </a:p>
          <a:p>
            <a:r>
              <a:rPr lang="en-US" dirty="0"/>
              <a:t>python</a:t>
            </a:r>
          </a:p>
          <a:p>
            <a:r>
              <a:rPr lang="en-US" dirty="0">
                <a:effectLst/>
                <a:latin typeface="Courier New" panose="02070309020205020404" pitchFamily="49" charset="0"/>
              </a:rPr>
              <a:t>if True:</a:t>
            </a:r>
          </a:p>
          <a:p>
            <a:r>
              <a:rPr lang="en-US" dirty="0">
                <a:effectLst/>
                <a:latin typeface="Courier New" panose="02070309020205020404" pitchFamily="49" charset="0"/>
              </a:rPr>
              <a:t>    print("Hello, World!")</a:t>
            </a:r>
          </a:p>
        </p:txBody>
      </p:sp>
      <p:sp>
        <p:nvSpPr>
          <p:cNvPr id="8" name="TextBox 7">
            <a:extLst>
              <a:ext uri="{FF2B5EF4-FFF2-40B4-BE49-F238E27FC236}">
                <a16:creationId xmlns:a16="http://schemas.microsoft.com/office/drawing/2014/main" id="{E15F835B-CAB0-4BC3-0858-FF1EE7B4D763}"/>
              </a:ext>
            </a:extLst>
          </p:cNvPr>
          <p:cNvSpPr txBox="1"/>
          <p:nvPr/>
        </p:nvSpPr>
        <p:spPr>
          <a:xfrm>
            <a:off x="1307690" y="3429000"/>
            <a:ext cx="9473382" cy="2308324"/>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Case Sensitivity: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Variable names are case‑sensitive (Name ≠ name).</a:t>
            </a:r>
            <a:endParaRPr lang="en-US" dirty="0">
              <a:latin typeface="Arial Black" panose="020B0A04020102020204" pitchFamily="34" charset="0"/>
            </a:endParaRPr>
          </a:p>
          <a:p>
            <a:pPr>
              <a:buNone/>
            </a:pPr>
            <a:r>
              <a:rPr lang="en-US" b="1" dirty="0">
                <a:solidFill>
                  <a:srgbClr val="FF0000"/>
                </a:solidFill>
                <a:effectLst/>
                <a:latin typeface="Arial Black" panose="020B0A04020102020204" pitchFamily="34" charset="0"/>
              </a:rPr>
              <a:t>Comments:</a:t>
            </a:r>
            <a:endParaRPr lang="en-US" dirty="0">
              <a:solidFill>
                <a:srgbClr val="FF0000"/>
              </a:solidFill>
              <a:latin typeface="Arial Black" panose="020B0A04020102020204" pitchFamily="34" charset="0"/>
            </a:endParaRPr>
          </a:p>
          <a:p>
            <a:r>
              <a:rPr lang="en-US" dirty="0">
                <a:effectLst/>
              </a:rPr>
              <a:t>Single‑line → </a:t>
            </a:r>
            <a:r>
              <a:rPr lang="en-US" dirty="0">
                <a:effectLst/>
                <a:latin typeface="Courier New" panose="02070309020205020404" pitchFamily="49" charset="0"/>
              </a:rPr>
              <a:t># This is a comment</a:t>
            </a:r>
            <a:endParaRPr lang="en-US" dirty="0"/>
          </a:p>
          <a:p>
            <a:r>
              <a:rPr lang="en-US" dirty="0">
                <a:effectLst/>
              </a:rPr>
              <a:t>Multi‑line → triple quotes</a:t>
            </a:r>
            <a:endParaRPr lang="en-US" dirty="0"/>
          </a:p>
          <a:p>
            <a:r>
              <a:rPr lang="en-US" dirty="0"/>
              <a:t>python</a:t>
            </a:r>
          </a:p>
          <a:p>
            <a:r>
              <a:rPr lang="en-US" dirty="0">
                <a:effectLst/>
                <a:latin typeface="Courier New" panose="02070309020205020404" pitchFamily="49" charset="0"/>
              </a:rPr>
              <a:t>"""</a:t>
            </a:r>
          </a:p>
          <a:p>
            <a:r>
              <a:rPr lang="en-US" dirty="0">
                <a:effectLst/>
                <a:latin typeface="Courier New" panose="02070309020205020404" pitchFamily="49" charset="0"/>
              </a:rPr>
              <a:t>This is a multi-line comment</a:t>
            </a:r>
          </a:p>
          <a:p>
            <a:r>
              <a:rPr lang="en-US" dirty="0">
                <a:effectLst/>
                <a:latin typeface="Courier New" panose="02070309020205020404" pitchFamily="49" charset="0"/>
              </a:rPr>
              <a:t>"""</a:t>
            </a:r>
          </a:p>
        </p:txBody>
      </p:sp>
    </p:spTree>
    <p:extLst>
      <p:ext uri="{BB962C8B-B14F-4D97-AF65-F5344CB8AC3E}">
        <p14:creationId xmlns:p14="http://schemas.microsoft.com/office/powerpoint/2010/main" val="21964600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694D6-B7A0-4273-23C6-4010102FC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7001C7-B178-7550-E574-BBA5B2194BA3}"/>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graphicFrame>
        <p:nvGraphicFramePr>
          <p:cNvPr id="3" name="Table 2">
            <a:extLst>
              <a:ext uri="{FF2B5EF4-FFF2-40B4-BE49-F238E27FC236}">
                <a16:creationId xmlns:a16="http://schemas.microsoft.com/office/drawing/2014/main" id="{45F0F2D2-BCF6-8C28-9A4B-1BD77FFB7A11}"/>
              </a:ext>
            </a:extLst>
          </p:cNvPr>
          <p:cNvGraphicFramePr>
            <a:graphicFrameLocks noGrp="1"/>
          </p:cNvGraphicFramePr>
          <p:nvPr>
            <p:extLst>
              <p:ext uri="{D42A27DB-BD31-4B8C-83A1-F6EECF244321}">
                <p14:modId xmlns:p14="http://schemas.microsoft.com/office/powerpoint/2010/main" val="1034201535"/>
              </p:ext>
            </p:extLst>
          </p:nvPr>
        </p:nvGraphicFramePr>
        <p:xfrm>
          <a:off x="838200" y="2401094"/>
          <a:ext cx="10515600" cy="3749040"/>
        </p:xfrm>
        <a:graphic>
          <a:graphicData uri="http://schemas.openxmlformats.org/drawingml/2006/table">
            <a:tbl>
              <a:tblPr/>
              <a:tblGrid>
                <a:gridCol w="3505200">
                  <a:extLst>
                    <a:ext uri="{9D8B030D-6E8A-4147-A177-3AD203B41FA5}">
                      <a16:colId xmlns:a16="http://schemas.microsoft.com/office/drawing/2014/main" val="3185417588"/>
                    </a:ext>
                  </a:extLst>
                </a:gridCol>
                <a:gridCol w="3505200">
                  <a:extLst>
                    <a:ext uri="{9D8B030D-6E8A-4147-A177-3AD203B41FA5}">
                      <a16:colId xmlns:a16="http://schemas.microsoft.com/office/drawing/2014/main" val="3683990424"/>
                    </a:ext>
                  </a:extLst>
                </a:gridCol>
                <a:gridCol w="3505200">
                  <a:extLst>
                    <a:ext uri="{9D8B030D-6E8A-4147-A177-3AD203B41FA5}">
                      <a16:colId xmlns:a16="http://schemas.microsoft.com/office/drawing/2014/main" val="3320430720"/>
                    </a:ext>
                  </a:extLst>
                </a:gridCol>
              </a:tblGrid>
              <a:tr h="0">
                <a:tc>
                  <a:txBody>
                    <a:bodyPr/>
                    <a:lstStyle/>
                    <a:p>
                      <a:pPr>
                        <a:buNone/>
                      </a:pPr>
                      <a:r>
                        <a:rPr lang="en-US">
                          <a:solidFill>
                            <a:srgbClr val="FF0000"/>
                          </a:solidFill>
                          <a:latin typeface="Arial Black" panose="020B0A04020102020204" pitchFamily="34" charset="0"/>
                        </a:rPr>
                        <a:t>Type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Example</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Description</a:t>
                      </a:r>
                    </a:p>
                  </a:txBody>
                  <a:tcPr anchor="ctr">
                    <a:lnL>
                      <a:noFill/>
                    </a:lnL>
                    <a:lnR>
                      <a:noFill/>
                    </a:lnR>
                    <a:lnT>
                      <a:noFill/>
                    </a:lnT>
                    <a:lnB>
                      <a:noFill/>
                    </a:lnB>
                    <a:noFill/>
                  </a:tcPr>
                </a:tc>
                <a:extLst>
                  <a:ext uri="{0D108BD9-81ED-4DB2-BD59-A6C34878D82A}">
                    <a16:rowId xmlns:a16="http://schemas.microsoft.com/office/drawing/2014/main" val="557091299"/>
                  </a:ext>
                </a:extLst>
              </a:tr>
              <a:tr h="0">
                <a:tc>
                  <a:txBody>
                    <a:bodyPr/>
                    <a:lstStyle/>
                    <a:p>
                      <a:pPr>
                        <a:buNone/>
                      </a:pPr>
                      <a:r>
                        <a:rPr lang="en-US">
                          <a:latin typeface="Arial Black" panose="020B0A04020102020204" pitchFamily="34" charset="0"/>
                        </a:rPr>
                        <a:t>int</a:t>
                      </a:r>
                    </a:p>
                  </a:txBody>
                  <a:tcPr anchor="ctr">
                    <a:lnL>
                      <a:noFill/>
                    </a:lnL>
                    <a:lnR>
                      <a:noFill/>
                    </a:lnR>
                    <a:lnT>
                      <a:noFill/>
                    </a:lnT>
                    <a:lnB>
                      <a:noFill/>
                    </a:lnB>
                    <a:noFill/>
                  </a:tcPr>
                </a:tc>
                <a:tc>
                  <a:txBody>
                    <a:bodyPr/>
                    <a:lstStyle/>
                    <a:p>
                      <a:pPr>
                        <a:buNone/>
                      </a:pPr>
                      <a:r>
                        <a:rPr lang="en-US">
                          <a:latin typeface="Arial Black" panose="020B0A04020102020204" pitchFamily="34" charset="0"/>
                        </a:rPr>
                        <a:t>x = 10</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Integer numbers</a:t>
                      </a:r>
                    </a:p>
                  </a:txBody>
                  <a:tcPr anchor="ctr">
                    <a:lnL>
                      <a:noFill/>
                    </a:lnL>
                    <a:lnR>
                      <a:noFill/>
                    </a:lnR>
                    <a:lnT>
                      <a:noFill/>
                    </a:lnT>
                    <a:lnB>
                      <a:noFill/>
                    </a:lnB>
                    <a:noFill/>
                  </a:tcPr>
                </a:tc>
                <a:extLst>
                  <a:ext uri="{0D108BD9-81ED-4DB2-BD59-A6C34878D82A}">
                    <a16:rowId xmlns:a16="http://schemas.microsoft.com/office/drawing/2014/main" val="2181400709"/>
                  </a:ext>
                </a:extLst>
              </a:tr>
              <a:tr h="0">
                <a:tc>
                  <a:txBody>
                    <a:bodyPr/>
                    <a:lstStyle/>
                    <a:p>
                      <a:pPr>
                        <a:buNone/>
                      </a:pPr>
                      <a:r>
                        <a:rPr lang="en-US">
                          <a:latin typeface="Arial Black" panose="020B0A04020102020204" pitchFamily="34" charset="0"/>
                        </a:rPr>
                        <a:t>float</a:t>
                      </a:r>
                    </a:p>
                  </a:txBody>
                  <a:tcPr anchor="ctr">
                    <a:lnL>
                      <a:noFill/>
                    </a:lnL>
                    <a:lnR>
                      <a:noFill/>
                    </a:lnR>
                    <a:lnT>
                      <a:noFill/>
                    </a:lnT>
                    <a:lnB>
                      <a:noFill/>
                    </a:lnB>
                    <a:noFill/>
                  </a:tcPr>
                </a:tc>
                <a:tc>
                  <a:txBody>
                    <a:bodyPr/>
                    <a:lstStyle/>
                    <a:p>
                      <a:pPr>
                        <a:buNone/>
                      </a:pPr>
                      <a:r>
                        <a:rPr lang="en-US">
                          <a:latin typeface="Arial Black" panose="020B0A04020102020204" pitchFamily="34" charset="0"/>
                        </a:rPr>
                        <a:t>pi = 3.14</a:t>
                      </a:r>
                    </a:p>
                  </a:txBody>
                  <a:tcPr anchor="ctr">
                    <a:lnL>
                      <a:noFill/>
                    </a:lnL>
                    <a:lnR>
                      <a:noFill/>
                    </a:lnR>
                    <a:lnT>
                      <a:noFill/>
                    </a:lnT>
                    <a:lnB>
                      <a:noFill/>
                    </a:lnB>
                    <a:noFill/>
                  </a:tcPr>
                </a:tc>
                <a:tc>
                  <a:txBody>
                    <a:bodyPr/>
                    <a:lstStyle/>
                    <a:p>
                      <a:pPr>
                        <a:buNone/>
                      </a:pPr>
                      <a:r>
                        <a:rPr lang="en-US">
                          <a:latin typeface="Arial Black" panose="020B0A04020102020204" pitchFamily="34" charset="0"/>
                        </a:rPr>
                        <a:t>Decimal numbers</a:t>
                      </a:r>
                    </a:p>
                  </a:txBody>
                  <a:tcPr anchor="ctr">
                    <a:lnL>
                      <a:noFill/>
                    </a:lnL>
                    <a:lnR>
                      <a:noFill/>
                    </a:lnR>
                    <a:lnT>
                      <a:noFill/>
                    </a:lnT>
                    <a:lnB>
                      <a:noFill/>
                    </a:lnB>
                    <a:noFill/>
                  </a:tcPr>
                </a:tc>
                <a:extLst>
                  <a:ext uri="{0D108BD9-81ED-4DB2-BD59-A6C34878D82A}">
                    <a16:rowId xmlns:a16="http://schemas.microsoft.com/office/drawing/2014/main" val="567042341"/>
                  </a:ext>
                </a:extLst>
              </a:tr>
              <a:tr h="0">
                <a:tc>
                  <a:txBody>
                    <a:bodyPr/>
                    <a:lstStyle/>
                    <a:p>
                      <a:pPr>
                        <a:buNone/>
                      </a:pPr>
                      <a:r>
                        <a:rPr lang="en-US">
                          <a:latin typeface="Arial Black" panose="020B0A04020102020204" pitchFamily="34" charset="0"/>
                        </a:rPr>
                        <a:t>str</a:t>
                      </a:r>
                    </a:p>
                  </a:txBody>
                  <a:tcPr anchor="ctr">
                    <a:lnL>
                      <a:noFill/>
                    </a:lnL>
                    <a:lnR>
                      <a:noFill/>
                    </a:lnR>
                    <a:lnT>
                      <a:noFill/>
                    </a:lnT>
                    <a:lnB>
                      <a:noFill/>
                    </a:lnB>
                    <a:noFill/>
                  </a:tcPr>
                </a:tc>
                <a:tc>
                  <a:txBody>
                    <a:bodyPr/>
                    <a:lstStyle/>
                    <a:p>
                      <a:pPr>
                        <a:buNone/>
                      </a:pPr>
                      <a:r>
                        <a:rPr lang="en-US">
                          <a:latin typeface="Arial Black" panose="020B0A04020102020204" pitchFamily="34" charset="0"/>
                        </a:rPr>
                        <a:t>name = "Ashok"</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Text strings</a:t>
                      </a:r>
                    </a:p>
                  </a:txBody>
                  <a:tcPr anchor="ctr">
                    <a:lnL>
                      <a:noFill/>
                    </a:lnL>
                    <a:lnR>
                      <a:noFill/>
                    </a:lnR>
                    <a:lnT>
                      <a:noFill/>
                    </a:lnT>
                    <a:lnB>
                      <a:noFill/>
                    </a:lnB>
                    <a:noFill/>
                  </a:tcPr>
                </a:tc>
                <a:extLst>
                  <a:ext uri="{0D108BD9-81ED-4DB2-BD59-A6C34878D82A}">
                    <a16:rowId xmlns:a16="http://schemas.microsoft.com/office/drawing/2014/main" val="1679976343"/>
                  </a:ext>
                </a:extLst>
              </a:tr>
              <a:tr h="0">
                <a:tc>
                  <a:txBody>
                    <a:bodyPr/>
                    <a:lstStyle/>
                    <a:p>
                      <a:pPr>
                        <a:buNone/>
                      </a:pPr>
                      <a:r>
                        <a:rPr lang="en-US">
                          <a:latin typeface="Arial Black" panose="020B0A04020102020204" pitchFamily="34" charset="0"/>
                        </a:rPr>
                        <a:t>bool</a:t>
                      </a:r>
                    </a:p>
                  </a:txBody>
                  <a:tcPr anchor="ctr">
                    <a:lnL>
                      <a:noFill/>
                    </a:lnL>
                    <a:lnR>
                      <a:noFill/>
                    </a:lnR>
                    <a:lnT>
                      <a:noFill/>
                    </a:lnT>
                    <a:lnB>
                      <a:noFill/>
                    </a:lnB>
                    <a:noFill/>
                  </a:tcPr>
                </a:tc>
                <a:tc>
                  <a:txBody>
                    <a:bodyPr/>
                    <a:lstStyle/>
                    <a:p>
                      <a:pPr>
                        <a:buNone/>
                      </a:pPr>
                      <a:r>
                        <a:rPr lang="en-US">
                          <a:latin typeface="Arial Black" panose="020B0A04020102020204" pitchFamily="34" charset="0"/>
                        </a:rPr>
                        <a:t>flag = True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Logical values</a:t>
                      </a:r>
                    </a:p>
                  </a:txBody>
                  <a:tcPr anchor="ctr">
                    <a:lnL>
                      <a:noFill/>
                    </a:lnL>
                    <a:lnR>
                      <a:noFill/>
                    </a:lnR>
                    <a:lnT>
                      <a:noFill/>
                    </a:lnT>
                    <a:lnB>
                      <a:noFill/>
                    </a:lnB>
                    <a:noFill/>
                  </a:tcPr>
                </a:tc>
                <a:extLst>
                  <a:ext uri="{0D108BD9-81ED-4DB2-BD59-A6C34878D82A}">
                    <a16:rowId xmlns:a16="http://schemas.microsoft.com/office/drawing/2014/main" val="343251626"/>
                  </a:ext>
                </a:extLst>
              </a:tr>
              <a:tr h="0">
                <a:tc>
                  <a:txBody>
                    <a:bodyPr/>
                    <a:lstStyle/>
                    <a:p>
                      <a:pPr>
                        <a:buNone/>
                      </a:pPr>
                      <a:r>
                        <a:rPr lang="en-US">
                          <a:latin typeface="Arial Black" panose="020B0A04020102020204" pitchFamily="34" charset="0"/>
                        </a:rPr>
                        <a:t>list</a:t>
                      </a:r>
                    </a:p>
                  </a:txBody>
                  <a:tcPr anchor="ctr">
                    <a:lnL>
                      <a:noFill/>
                    </a:lnL>
                    <a:lnR>
                      <a:noFill/>
                    </a:lnR>
                    <a:lnT>
                      <a:noFill/>
                    </a:lnT>
                    <a:lnB>
                      <a:noFill/>
                    </a:lnB>
                    <a:noFill/>
                  </a:tcPr>
                </a:tc>
                <a:tc>
                  <a:txBody>
                    <a:bodyPr/>
                    <a:lstStyle/>
                    <a:p>
                      <a:pPr>
                        <a:buNone/>
                      </a:pPr>
                      <a:r>
                        <a:rPr lang="en-US">
                          <a:latin typeface="Arial Black" panose="020B0A04020102020204" pitchFamily="34" charset="0"/>
                        </a:rPr>
                        <a:t>nums = [1,2,3]</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Ordered, mutable collection</a:t>
                      </a:r>
                    </a:p>
                  </a:txBody>
                  <a:tcPr anchor="ctr">
                    <a:lnL>
                      <a:noFill/>
                    </a:lnL>
                    <a:lnR>
                      <a:noFill/>
                    </a:lnR>
                    <a:lnT>
                      <a:noFill/>
                    </a:lnT>
                    <a:lnB>
                      <a:noFill/>
                    </a:lnB>
                    <a:noFill/>
                  </a:tcPr>
                </a:tc>
                <a:extLst>
                  <a:ext uri="{0D108BD9-81ED-4DB2-BD59-A6C34878D82A}">
                    <a16:rowId xmlns:a16="http://schemas.microsoft.com/office/drawing/2014/main" val="1784675708"/>
                  </a:ext>
                </a:extLst>
              </a:tr>
              <a:tr h="0">
                <a:tc>
                  <a:txBody>
                    <a:bodyPr/>
                    <a:lstStyle/>
                    <a:p>
                      <a:pPr>
                        <a:buNone/>
                      </a:pPr>
                      <a:r>
                        <a:rPr lang="en-US">
                          <a:latin typeface="Arial Black" panose="020B0A04020102020204" pitchFamily="34" charset="0"/>
                        </a:rPr>
                        <a:t>tuple</a:t>
                      </a:r>
                    </a:p>
                  </a:txBody>
                  <a:tcPr anchor="ctr">
                    <a:lnL>
                      <a:noFill/>
                    </a:lnL>
                    <a:lnR>
                      <a:noFill/>
                    </a:lnR>
                    <a:lnT>
                      <a:noFill/>
                    </a:lnT>
                    <a:lnB>
                      <a:noFill/>
                    </a:lnB>
                    <a:noFill/>
                  </a:tcPr>
                </a:tc>
                <a:tc>
                  <a:txBody>
                    <a:bodyPr/>
                    <a:lstStyle/>
                    <a:p>
                      <a:pPr>
                        <a:buNone/>
                      </a:pPr>
                      <a:r>
                        <a:rPr lang="en-US">
                          <a:latin typeface="Arial Black" panose="020B0A04020102020204" pitchFamily="34" charset="0"/>
                        </a:rPr>
                        <a:t>coords = (10,20)</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Ordered, immutable collection</a:t>
                      </a:r>
                    </a:p>
                  </a:txBody>
                  <a:tcPr anchor="ctr">
                    <a:lnL>
                      <a:noFill/>
                    </a:lnL>
                    <a:lnR>
                      <a:noFill/>
                    </a:lnR>
                    <a:lnT>
                      <a:noFill/>
                    </a:lnT>
                    <a:lnB>
                      <a:noFill/>
                    </a:lnB>
                    <a:noFill/>
                  </a:tcPr>
                </a:tc>
                <a:extLst>
                  <a:ext uri="{0D108BD9-81ED-4DB2-BD59-A6C34878D82A}">
                    <a16:rowId xmlns:a16="http://schemas.microsoft.com/office/drawing/2014/main" val="1208606943"/>
                  </a:ext>
                </a:extLst>
              </a:tr>
              <a:tr h="0">
                <a:tc>
                  <a:txBody>
                    <a:bodyPr/>
                    <a:lstStyle/>
                    <a:p>
                      <a:pPr>
                        <a:buNone/>
                      </a:pPr>
                      <a:r>
                        <a:rPr lang="en-US">
                          <a:latin typeface="Arial Black" panose="020B0A04020102020204" pitchFamily="34" charset="0"/>
                        </a:rPr>
                        <a:t>dict</a:t>
                      </a:r>
                    </a:p>
                  </a:txBody>
                  <a:tcPr anchor="ctr">
                    <a:lnL>
                      <a:noFill/>
                    </a:lnL>
                    <a:lnR>
                      <a:noFill/>
                    </a:lnR>
                    <a:lnT>
                      <a:noFill/>
                    </a:lnT>
                    <a:lnB>
                      <a:noFill/>
                    </a:lnB>
                    <a:noFill/>
                  </a:tcPr>
                </a:tc>
                <a:tc>
                  <a:txBody>
                    <a:bodyPr/>
                    <a:lstStyle/>
                    <a:p>
                      <a:pPr>
                        <a:buNone/>
                      </a:pPr>
                      <a:r>
                        <a:rPr lang="en-US">
                          <a:latin typeface="Arial Black" panose="020B0A04020102020204" pitchFamily="34" charset="0"/>
                        </a:rPr>
                        <a:t>student = {"name":"Nova","age":10}</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Key‑value pairs</a:t>
                      </a:r>
                    </a:p>
                  </a:txBody>
                  <a:tcPr anchor="ctr">
                    <a:lnL>
                      <a:noFill/>
                    </a:lnL>
                    <a:lnR>
                      <a:noFill/>
                    </a:lnR>
                    <a:lnT>
                      <a:noFill/>
                    </a:lnT>
                    <a:lnB>
                      <a:noFill/>
                    </a:lnB>
                    <a:noFill/>
                  </a:tcPr>
                </a:tc>
                <a:extLst>
                  <a:ext uri="{0D108BD9-81ED-4DB2-BD59-A6C34878D82A}">
                    <a16:rowId xmlns:a16="http://schemas.microsoft.com/office/drawing/2014/main" val="1609101573"/>
                  </a:ext>
                </a:extLst>
              </a:tr>
            </a:tbl>
          </a:graphicData>
        </a:graphic>
      </p:graphicFrame>
      <p:sp>
        <p:nvSpPr>
          <p:cNvPr id="6" name="TextBox 5">
            <a:extLst>
              <a:ext uri="{FF2B5EF4-FFF2-40B4-BE49-F238E27FC236}">
                <a16:creationId xmlns:a16="http://schemas.microsoft.com/office/drawing/2014/main" id="{1F072BB2-40F7-F92D-2288-48E6255918EB}"/>
              </a:ext>
            </a:extLst>
          </p:cNvPr>
          <p:cNvSpPr txBox="1"/>
          <p:nvPr/>
        </p:nvSpPr>
        <p:spPr>
          <a:xfrm>
            <a:off x="838200" y="1256506"/>
            <a:ext cx="3016045" cy="369332"/>
          </a:xfrm>
          <a:prstGeom prst="rect">
            <a:avLst/>
          </a:prstGeom>
          <a:noFill/>
        </p:spPr>
        <p:txBody>
          <a:bodyPr wrap="square">
            <a:spAutoFit/>
          </a:bodyPr>
          <a:lstStyle/>
          <a:p>
            <a:pPr>
              <a:buNone/>
            </a:pPr>
            <a:r>
              <a:rPr lang="en-US" b="1" dirty="0"/>
              <a:t>2️⃣ Variables &amp; Data Types</a:t>
            </a:r>
          </a:p>
        </p:txBody>
      </p:sp>
    </p:spTree>
    <p:extLst>
      <p:ext uri="{BB962C8B-B14F-4D97-AF65-F5344CB8AC3E}">
        <p14:creationId xmlns:p14="http://schemas.microsoft.com/office/powerpoint/2010/main" val="38727954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4611-ED04-EB2D-060C-77829805F5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62FC73-4A1E-11B6-AB6B-93943D5C243B}"/>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21A35A19-A6DA-BA9B-0748-35BCB6DD13A0}"/>
              </a:ext>
            </a:extLst>
          </p:cNvPr>
          <p:cNvSpPr txBox="1"/>
          <p:nvPr/>
        </p:nvSpPr>
        <p:spPr>
          <a:xfrm>
            <a:off x="943896" y="1339334"/>
            <a:ext cx="2939845" cy="369332"/>
          </a:xfrm>
          <a:prstGeom prst="rect">
            <a:avLst/>
          </a:prstGeom>
          <a:noFill/>
        </p:spPr>
        <p:txBody>
          <a:bodyPr wrap="square">
            <a:spAutoFit/>
          </a:bodyPr>
          <a:lstStyle/>
          <a:p>
            <a:r>
              <a:rPr lang="en-US" dirty="0">
                <a:latin typeface="Arial Black" panose="020B0A04020102020204" pitchFamily="34" charset="0"/>
              </a:rPr>
              <a:t>3️⃣ Control Structures</a:t>
            </a:r>
          </a:p>
        </p:txBody>
      </p:sp>
      <p:sp>
        <p:nvSpPr>
          <p:cNvPr id="8" name="TextBox 7">
            <a:extLst>
              <a:ext uri="{FF2B5EF4-FFF2-40B4-BE49-F238E27FC236}">
                <a16:creationId xmlns:a16="http://schemas.microsoft.com/office/drawing/2014/main" id="{8EC9F275-627D-C2B2-D759-84C77FE2B9AC}"/>
              </a:ext>
            </a:extLst>
          </p:cNvPr>
          <p:cNvSpPr txBox="1"/>
          <p:nvPr/>
        </p:nvSpPr>
        <p:spPr>
          <a:xfrm>
            <a:off x="855406" y="1946787"/>
            <a:ext cx="10992465" cy="4247317"/>
          </a:xfrm>
          <a:prstGeom prst="rect">
            <a:avLst/>
          </a:prstGeom>
          <a:noFill/>
        </p:spPr>
        <p:txBody>
          <a:bodyPr wrap="square">
            <a:spAutoFit/>
          </a:bodyPr>
          <a:lstStyle/>
          <a:p>
            <a:pPr>
              <a:buNone/>
            </a:pPr>
            <a:r>
              <a:rPr lang="en-US" b="1" dirty="0">
                <a:solidFill>
                  <a:srgbClr val="FF0000"/>
                </a:solidFill>
                <a:effectLst/>
              </a:rPr>
              <a:t>Conditional Statements:</a:t>
            </a:r>
            <a:endParaRPr lang="en-US" dirty="0">
              <a:solidFill>
                <a:srgbClr val="FF0000"/>
              </a:solidFill>
            </a:endParaRPr>
          </a:p>
          <a:p>
            <a:pPr>
              <a:buNone/>
            </a:pPr>
            <a:r>
              <a:rPr lang="en-US" dirty="0"/>
              <a:t>python</a:t>
            </a:r>
          </a:p>
          <a:p>
            <a:pPr>
              <a:buNone/>
            </a:pPr>
            <a:r>
              <a:rPr lang="en-US" dirty="0">
                <a:effectLst/>
                <a:latin typeface="Courier New" panose="02070309020205020404" pitchFamily="49" charset="0"/>
              </a:rPr>
              <a:t>if age &gt; 18:</a:t>
            </a:r>
          </a:p>
          <a:p>
            <a:pPr>
              <a:buNone/>
            </a:pPr>
            <a:r>
              <a:rPr lang="en-US" dirty="0">
                <a:effectLst/>
                <a:latin typeface="Courier New" panose="02070309020205020404" pitchFamily="49" charset="0"/>
              </a:rPr>
              <a:t>    print("Adult")</a:t>
            </a:r>
          </a:p>
          <a:p>
            <a:pPr>
              <a:buNone/>
            </a:pPr>
            <a:r>
              <a:rPr lang="en-US" dirty="0" err="1">
                <a:effectLst/>
                <a:latin typeface="Courier New" panose="02070309020205020404" pitchFamily="49" charset="0"/>
              </a:rPr>
              <a:t>elif</a:t>
            </a:r>
            <a:r>
              <a:rPr lang="en-US" dirty="0">
                <a:effectLst/>
                <a:latin typeface="Courier New" panose="02070309020205020404" pitchFamily="49" charset="0"/>
              </a:rPr>
              <a:t> age == 18:</a:t>
            </a:r>
          </a:p>
          <a:p>
            <a:pPr>
              <a:buNone/>
            </a:pPr>
            <a:r>
              <a:rPr lang="en-US" dirty="0">
                <a:effectLst/>
                <a:latin typeface="Courier New" panose="02070309020205020404" pitchFamily="49" charset="0"/>
              </a:rPr>
              <a:t>    print("Just adult")</a:t>
            </a:r>
          </a:p>
          <a:p>
            <a:pPr>
              <a:buNone/>
            </a:pPr>
            <a:r>
              <a:rPr lang="en-US" dirty="0">
                <a:effectLst/>
                <a:latin typeface="Courier New" panose="02070309020205020404" pitchFamily="49" charset="0"/>
              </a:rPr>
              <a:t>else:</a:t>
            </a:r>
          </a:p>
          <a:p>
            <a:pPr>
              <a:buNone/>
            </a:pPr>
            <a:r>
              <a:rPr lang="en-US" dirty="0">
                <a:effectLst/>
                <a:latin typeface="Courier New" panose="02070309020205020404" pitchFamily="49" charset="0"/>
              </a:rPr>
              <a:t>    print("Minor")</a:t>
            </a:r>
          </a:p>
          <a:p>
            <a:pPr>
              <a:buNone/>
            </a:pPr>
            <a:r>
              <a:rPr lang="en-US" b="1" dirty="0">
                <a:solidFill>
                  <a:srgbClr val="FF0000"/>
                </a:solidFill>
                <a:effectLst/>
              </a:rPr>
              <a:t>Loops:</a:t>
            </a:r>
            <a:endParaRPr lang="en-US" dirty="0">
              <a:solidFill>
                <a:srgbClr val="FF0000"/>
              </a:solidFill>
            </a:endParaRPr>
          </a:p>
          <a:p>
            <a:pPr>
              <a:buNone/>
            </a:pPr>
            <a:r>
              <a:rPr lang="en-US" dirty="0"/>
              <a:t>python</a:t>
            </a:r>
          </a:p>
          <a:p>
            <a:pPr>
              <a:buNone/>
            </a:pPr>
            <a:r>
              <a:rPr lang="en-US" dirty="0">
                <a:effectLst/>
                <a:latin typeface="Courier New" panose="02070309020205020404" pitchFamily="49" charset="0"/>
              </a:rPr>
              <a:t>for </a:t>
            </a:r>
            <a:r>
              <a:rPr lang="en-US" dirty="0" err="1">
                <a:effectLst/>
                <a:latin typeface="Courier New" panose="02070309020205020404" pitchFamily="49" charset="0"/>
              </a:rPr>
              <a:t>i</a:t>
            </a:r>
            <a:r>
              <a:rPr lang="en-US" dirty="0">
                <a:effectLst/>
                <a:latin typeface="Courier New" panose="02070309020205020404" pitchFamily="49" charset="0"/>
              </a:rPr>
              <a:t> in range(5):</a:t>
            </a:r>
          </a:p>
          <a:p>
            <a:pPr>
              <a:buNone/>
            </a:pPr>
            <a:r>
              <a:rPr lang="en-US" dirty="0">
                <a:effectLst/>
                <a:latin typeface="Courier New" panose="02070309020205020404" pitchFamily="49" charset="0"/>
              </a:rPr>
              <a:t>    print(</a:t>
            </a:r>
            <a:r>
              <a:rPr lang="en-US" dirty="0" err="1">
                <a:effectLst/>
                <a:latin typeface="Courier New" panose="02070309020205020404" pitchFamily="49" charset="0"/>
              </a:rPr>
              <a:t>i</a:t>
            </a:r>
            <a:r>
              <a:rPr lang="en-US" dirty="0">
                <a:effectLst/>
                <a:latin typeface="Courier New" panose="02070309020205020404" pitchFamily="49" charset="0"/>
              </a:rPr>
              <a:t>)</a:t>
            </a:r>
          </a:p>
          <a:p>
            <a:pPr>
              <a:buNone/>
            </a:pPr>
            <a:r>
              <a:rPr lang="en-US" dirty="0"/>
              <a:t>python</a:t>
            </a:r>
          </a:p>
          <a:p>
            <a:pPr>
              <a:buNone/>
            </a:pPr>
            <a:r>
              <a:rPr lang="en-US" dirty="0">
                <a:effectLst/>
                <a:latin typeface="Courier New" panose="02070309020205020404" pitchFamily="49" charset="0"/>
              </a:rPr>
              <a:t>while condition:</a:t>
            </a:r>
          </a:p>
          <a:p>
            <a:pPr>
              <a:buNone/>
            </a:pPr>
            <a:r>
              <a:rPr lang="en-US" dirty="0">
                <a:effectLst/>
                <a:latin typeface="Courier New" panose="02070309020205020404" pitchFamily="49" charset="0"/>
              </a:rPr>
              <a:t>    # repeat until condition is False</a:t>
            </a:r>
          </a:p>
        </p:txBody>
      </p:sp>
    </p:spTree>
    <p:extLst>
      <p:ext uri="{BB962C8B-B14F-4D97-AF65-F5344CB8AC3E}">
        <p14:creationId xmlns:p14="http://schemas.microsoft.com/office/powerpoint/2010/main" val="34388353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6FFFB-AE98-B701-AB68-4CB975E51B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5E263-E164-A53B-21D3-617CAD94520E}"/>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00DE4BB8-91E1-6AFA-8704-817F66A4B948}"/>
              </a:ext>
            </a:extLst>
          </p:cNvPr>
          <p:cNvSpPr txBox="1"/>
          <p:nvPr/>
        </p:nvSpPr>
        <p:spPr>
          <a:xfrm>
            <a:off x="943896" y="1339334"/>
            <a:ext cx="2939845" cy="369332"/>
          </a:xfrm>
          <a:prstGeom prst="rect">
            <a:avLst/>
          </a:prstGeom>
          <a:noFill/>
        </p:spPr>
        <p:txBody>
          <a:bodyPr wrap="square">
            <a:spAutoFit/>
          </a:bodyPr>
          <a:lstStyle/>
          <a:p>
            <a:r>
              <a:rPr lang="en-US" dirty="0">
                <a:latin typeface="Arial Black" panose="020B0A04020102020204" pitchFamily="34" charset="0"/>
              </a:rPr>
              <a:t>3️⃣ Control Structures</a:t>
            </a:r>
          </a:p>
        </p:txBody>
      </p:sp>
      <p:sp>
        <p:nvSpPr>
          <p:cNvPr id="4" name="TextBox 3">
            <a:extLst>
              <a:ext uri="{FF2B5EF4-FFF2-40B4-BE49-F238E27FC236}">
                <a16:creationId xmlns:a16="http://schemas.microsoft.com/office/drawing/2014/main" id="{DF54C81A-ACE5-70C0-8BE1-FEC4A405F193}"/>
              </a:ext>
            </a:extLst>
          </p:cNvPr>
          <p:cNvSpPr txBox="1"/>
          <p:nvPr/>
        </p:nvSpPr>
        <p:spPr>
          <a:xfrm>
            <a:off x="1327355" y="1988263"/>
            <a:ext cx="7993626" cy="4247317"/>
          </a:xfrm>
          <a:prstGeom prst="rect">
            <a:avLst/>
          </a:prstGeom>
          <a:noFill/>
        </p:spPr>
        <p:txBody>
          <a:bodyPr wrap="square">
            <a:spAutoFit/>
          </a:bodyPr>
          <a:lstStyle/>
          <a:p>
            <a:pPr>
              <a:buNone/>
            </a:pPr>
            <a:r>
              <a:rPr lang="en-US" b="1" dirty="0">
                <a:solidFill>
                  <a:srgbClr val="FF0000"/>
                </a:solidFill>
                <a:effectLst/>
                <a:latin typeface="Arial Black" panose="020B0A04020102020204" pitchFamily="34" charset="0"/>
              </a:rPr>
              <a:t>Conditional Statements:</a:t>
            </a:r>
            <a:endParaRPr lang="en-US" dirty="0">
              <a:solidFill>
                <a:srgbClr val="FF0000"/>
              </a:solidFill>
              <a:latin typeface="Arial Black" panose="020B0A04020102020204" pitchFamily="34" charset="0"/>
            </a:endParaRPr>
          </a:p>
          <a:p>
            <a:pPr>
              <a:buNone/>
            </a:pPr>
            <a:r>
              <a:rPr lang="en-US" dirty="0"/>
              <a:t>python</a:t>
            </a:r>
          </a:p>
          <a:p>
            <a:pPr>
              <a:buNone/>
            </a:pPr>
            <a:r>
              <a:rPr lang="en-US" dirty="0">
                <a:effectLst/>
                <a:latin typeface="Courier New" panose="02070309020205020404" pitchFamily="49" charset="0"/>
              </a:rPr>
              <a:t>if age &gt; 18:</a:t>
            </a:r>
          </a:p>
          <a:p>
            <a:pPr>
              <a:buNone/>
            </a:pPr>
            <a:r>
              <a:rPr lang="en-US" dirty="0">
                <a:effectLst/>
                <a:latin typeface="Courier New" panose="02070309020205020404" pitchFamily="49" charset="0"/>
              </a:rPr>
              <a:t>    print("Adult")</a:t>
            </a:r>
          </a:p>
          <a:p>
            <a:pPr>
              <a:buNone/>
            </a:pPr>
            <a:r>
              <a:rPr lang="en-US" dirty="0" err="1">
                <a:effectLst/>
                <a:latin typeface="Courier New" panose="02070309020205020404" pitchFamily="49" charset="0"/>
              </a:rPr>
              <a:t>elif</a:t>
            </a:r>
            <a:r>
              <a:rPr lang="en-US" dirty="0">
                <a:effectLst/>
                <a:latin typeface="Courier New" panose="02070309020205020404" pitchFamily="49" charset="0"/>
              </a:rPr>
              <a:t> age == 18:</a:t>
            </a:r>
          </a:p>
          <a:p>
            <a:pPr>
              <a:buNone/>
            </a:pPr>
            <a:r>
              <a:rPr lang="en-US" dirty="0">
                <a:effectLst/>
                <a:latin typeface="Courier New" panose="02070309020205020404" pitchFamily="49" charset="0"/>
              </a:rPr>
              <a:t>    print("Just adult")</a:t>
            </a:r>
          </a:p>
          <a:p>
            <a:pPr>
              <a:buNone/>
            </a:pPr>
            <a:r>
              <a:rPr lang="en-US" dirty="0">
                <a:effectLst/>
                <a:latin typeface="Courier New" panose="02070309020205020404" pitchFamily="49" charset="0"/>
              </a:rPr>
              <a:t>else:</a:t>
            </a:r>
          </a:p>
          <a:p>
            <a:pPr>
              <a:buNone/>
            </a:pPr>
            <a:r>
              <a:rPr lang="en-US" dirty="0">
                <a:effectLst/>
                <a:latin typeface="Courier New" panose="02070309020205020404" pitchFamily="49" charset="0"/>
              </a:rPr>
              <a:t>    print("Minor")</a:t>
            </a:r>
          </a:p>
          <a:p>
            <a:pPr>
              <a:buNone/>
            </a:pPr>
            <a:r>
              <a:rPr lang="en-US" b="1" dirty="0">
                <a:solidFill>
                  <a:srgbClr val="FF0000"/>
                </a:solidFill>
                <a:effectLst/>
                <a:latin typeface="Arial Black" panose="020B0A04020102020204" pitchFamily="34" charset="0"/>
              </a:rPr>
              <a:t>Loops:</a:t>
            </a:r>
            <a:endParaRPr lang="en-US" dirty="0">
              <a:solidFill>
                <a:srgbClr val="FF0000"/>
              </a:solidFill>
              <a:latin typeface="Arial Black" panose="020B0A04020102020204" pitchFamily="34" charset="0"/>
            </a:endParaRPr>
          </a:p>
          <a:p>
            <a:pPr>
              <a:buNone/>
            </a:pPr>
            <a:r>
              <a:rPr lang="en-US" dirty="0"/>
              <a:t>python</a:t>
            </a:r>
          </a:p>
          <a:p>
            <a:pPr>
              <a:buNone/>
            </a:pPr>
            <a:r>
              <a:rPr lang="en-US" dirty="0">
                <a:effectLst/>
                <a:latin typeface="Courier New" panose="02070309020205020404" pitchFamily="49" charset="0"/>
              </a:rPr>
              <a:t>for </a:t>
            </a:r>
            <a:r>
              <a:rPr lang="en-US" dirty="0" err="1">
                <a:effectLst/>
                <a:latin typeface="Courier New" panose="02070309020205020404" pitchFamily="49" charset="0"/>
              </a:rPr>
              <a:t>i</a:t>
            </a:r>
            <a:r>
              <a:rPr lang="en-US" dirty="0">
                <a:effectLst/>
                <a:latin typeface="Courier New" panose="02070309020205020404" pitchFamily="49" charset="0"/>
              </a:rPr>
              <a:t> in range(5):</a:t>
            </a:r>
          </a:p>
          <a:p>
            <a:pPr>
              <a:buNone/>
            </a:pPr>
            <a:r>
              <a:rPr lang="en-US" dirty="0">
                <a:effectLst/>
                <a:latin typeface="Courier New" panose="02070309020205020404" pitchFamily="49" charset="0"/>
              </a:rPr>
              <a:t>    print(</a:t>
            </a:r>
            <a:r>
              <a:rPr lang="en-US" dirty="0" err="1">
                <a:effectLst/>
                <a:latin typeface="Courier New" panose="02070309020205020404" pitchFamily="49" charset="0"/>
              </a:rPr>
              <a:t>i</a:t>
            </a:r>
            <a:r>
              <a:rPr lang="en-US" dirty="0">
                <a:effectLst/>
                <a:latin typeface="Courier New" panose="02070309020205020404" pitchFamily="49" charset="0"/>
              </a:rPr>
              <a:t>)</a:t>
            </a:r>
          </a:p>
          <a:p>
            <a:pPr>
              <a:buNone/>
            </a:pPr>
            <a:r>
              <a:rPr lang="en-US" dirty="0"/>
              <a:t>python</a:t>
            </a:r>
          </a:p>
          <a:p>
            <a:pPr>
              <a:buNone/>
            </a:pPr>
            <a:r>
              <a:rPr lang="en-US" dirty="0">
                <a:effectLst/>
                <a:latin typeface="Courier New" panose="02070309020205020404" pitchFamily="49" charset="0"/>
              </a:rPr>
              <a:t>while condition:</a:t>
            </a:r>
          </a:p>
          <a:p>
            <a:pPr>
              <a:buNone/>
            </a:pPr>
            <a:r>
              <a:rPr lang="en-US" dirty="0">
                <a:effectLst/>
                <a:latin typeface="Courier New" panose="02070309020205020404" pitchFamily="49" charset="0"/>
              </a:rPr>
              <a:t>    # repeat until condition is False</a:t>
            </a:r>
          </a:p>
        </p:txBody>
      </p:sp>
    </p:spTree>
    <p:extLst>
      <p:ext uri="{BB962C8B-B14F-4D97-AF65-F5344CB8AC3E}">
        <p14:creationId xmlns:p14="http://schemas.microsoft.com/office/powerpoint/2010/main" val="3904029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9FEAD-2318-CD37-38FF-14FD174396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2CED19-66D6-EEAD-F5E8-D52C9D27994F}"/>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6" name="TextBox 5">
            <a:extLst>
              <a:ext uri="{FF2B5EF4-FFF2-40B4-BE49-F238E27FC236}">
                <a16:creationId xmlns:a16="http://schemas.microsoft.com/office/drawing/2014/main" id="{063D15C8-0735-5995-A26F-5E3A5FC96813}"/>
              </a:ext>
            </a:extLst>
          </p:cNvPr>
          <p:cNvSpPr txBox="1"/>
          <p:nvPr/>
        </p:nvSpPr>
        <p:spPr>
          <a:xfrm>
            <a:off x="1101213" y="1378663"/>
            <a:ext cx="1927122" cy="369332"/>
          </a:xfrm>
          <a:prstGeom prst="rect">
            <a:avLst/>
          </a:prstGeom>
          <a:noFill/>
        </p:spPr>
        <p:txBody>
          <a:bodyPr wrap="square">
            <a:spAutoFit/>
          </a:bodyPr>
          <a:lstStyle/>
          <a:p>
            <a:r>
              <a:rPr lang="en-US" dirty="0"/>
              <a:t>4️⃣ </a:t>
            </a:r>
            <a:r>
              <a:rPr lang="en-US" dirty="0">
                <a:solidFill>
                  <a:srgbClr val="FF0000"/>
                </a:solidFill>
                <a:latin typeface="Arial Black" panose="020B0A04020102020204" pitchFamily="34" charset="0"/>
              </a:rPr>
              <a:t>Functions</a:t>
            </a:r>
          </a:p>
        </p:txBody>
      </p:sp>
      <p:sp>
        <p:nvSpPr>
          <p:cNvPr id="8" name="TextBox 7">
            <a:extLst>
              <a:ext uri="{FF2B5EF4-FFF2-40B4-BE49-F238E27FC236}">
                <a16:creationId xmlns:a16="http://schemas.microsoft.com/office/drawing/2014/main" id="{A4B77436-3BE1-9F8C-7217-2DA938B9DB59}"/>
              </a:ext>
            </a:extLst>
          </p:cNvPr>
          <p:cNvSpPr txBox="1"/>
          <p:nvPr/>
        </p:nvSpPr>
        <p:spPr>
          <a:xfrm>
            <a:off x="1474839" y="1951672"/>
            <a:ext cx="6096000" cy="1477328"/>
          </a:xfrm>
          <a:prstGeom prst="rect">
            <a:avLst/>
          </a:prstGeom>
          <a:noFill/>
        </p:spPr>
        <p:txBody>
          <a:bodyPr wrap="square">
            <a:spAutoFit/>
          </a:bodyPr>
          <a:lstStyle/>
          <a:p>
            <a:pPr>
              <a:buNone/>
            </a:pPr>
            <a:r>
              <a:rPr lang="en-US" dirty="0">
                <a:effectLst/>
                <a:latin typeface="Arial Black" panose="020B0A04020102020204" pitchFamily="34" charset="0"/>
              </a:rPr>
              <a:t>Reusable blocks of code:</a:t>
            </a:r>
            <a:endParaRPr lang="en-US" dirty="0">
              <a:latin typeface="Arial Black" panose="020B0A04020102020204" pitchFamily="34" charset="0"/>
            </a:endParaRPr>
          </a:p>
          <a:p>
            <a:pPr>
              <a:buNone/>
            </a:pPr>
            <a:r>
              <a:rPr lang="en-US" dirty="0">
                <a:latin typeface="Arial Black" panose="020B0A04020102020204" pitchFamily="34" charset="0"/>
              </a:rPr>
              <a:t>python</a:t>
            </a:r>
          </a:p>
          <a:p>
            <a:pPr>
              <a:buNone/>
            </a:pPr>
            <a:r>
              <a:rPr lang="en-US" dirty="0">
                <a:effectLst/>
                <a:latin typeface="Courier New" panose="02070309020205020404" pitchFamily="49" charset="0"/>
              </a:rPr>
              <a:t>def greet(name):</a:t>
            </a:r>
          </a:p>
          <a:p>
            <a:pPr>
              <a:buNone/>
            </a:pPr>
            <a:r>
              <a:rPr lang="en-US" dirty="0">
                <a:effectLst/>
                <a:latin typeface="Courier New" panose="02070309020205020404" pitchFamily="49" charset="0"/>
              </a:rPr>
              <a:t>    return </a:t>
            </a:r>
            <a:r>
              <a:rPr lang="en-US" dirty="0" err="1">
                <a:effectLst/>
                <a:latin typeface="Courier New" panose="02070309020205020404" pitchFamily="49" charset="0"/>
              </a:rPr>
              <a:t>f"Hello</a:t>
            </a:r>
            <a:r>
              <a:rPr lang="en-US" dirty="0">
                <a:effectLst/>
                <a:latin typeface="Courier New" panose="02070309020205020404" pitchFamily="49" charset="0"/>
              </a:rPr>
              <a:t>, {name}!"</a:t>
            </a:r>
          </a:p>
          <a:p>
            <a:pPr>
              <a:buNone/>
            </a:pPr>
            <a:r>
              <a:rPr lang="en-US" dirty="0">
                <a:effectLst/>
                <a:latin typeface="Courier New" panose="02070309020205020404" pitchFamily="49" charset="0"/>
              </a:rPr>
              <a:t>print(greet("Ashok"))</a:t>
            </a:r>
          </a:p>
        </p:txBody>
      </p:sp>
      <p:sp>
        <p:nvSpPr>
          <p:cNvPr id="10" name="TextBox 9">
            <a:extLst>
              <a:ext uri="{FF2B5EF4-FFF2-40B4-BE49-F238E27FC236}">
                <a16:creationId xmlns:a16="http://schemas.microsoft.com/office/drawing/2014/main" id="{D79C938D-1CDB-829A-32CB-8DCA503A0F07}"/>
              </a:ext>
            </a:extLst>
          </p:cNvPr>
          <p:cNvSpPr txBox="1"/>
          <p:nvPr/>
        </p:nvSpPr>
        <p:spPr>
          <a:xfrm>
            <a:off x="1101213" y="3632677"/>
            <a:ext cx="3126658" cy="369332"/>
          </a:xfrm>
          <a:prstGeom prst="rect">
            <a:avLst/>
          </a:prstGeom>
          <a:noFill/>
        </p:spPr>
        <p:txBody>
          <a:bodyPr wrap="square">
            <a:spAutoFit/>
          </a:bodyPr>
          <a:lstStyle/>
          <a:p>
            <a:r>
              <a:rPr lang="en-US" dirty="0">
                <a:solidFill>
                  <a:srgbClr val="FF0000"/>
                </a:solidFill>
              </a:rPr>
              <a:t>5️⃣ </a:t>
            </a:r>
            <a:r>
              <a:rPr lang="en-US" dirty="0">
                <a:solidFill>
                  <a:srgbClr val="FF0000"/>
                </a:solidFill>
                <a:latin typeface="Arial Black" panose="020B0A04020102020204" pitchFamily="34" charset="0"/>
              </a:rPr>
              <a:t>Libraries &amp; Modules</a:t>
            </a:r>
          </a:p>
        </p:txBody>
      </p:sp>
      <p:sp>
        <p:nvSpPr>
          <p:cNvPr id="12" name="TextBox 11">
            <a:extLst>
              <a:ext uri="{FF2B5EF4-FFF2-40B4-BE49-F238E27FC236}">
                <a16:creationId xmlns:a16="http://schemas.microsoft.com/office/drawing/2014/main" id="{BD77046B-96DC-7352-77D8-A12AA6030C6F}"/>
              </a:ext>
            </a:extLst>
          </p:cNvPr>
          <p:cNvSpPr txBox="1"/>
          <p:nvPr/>
        </p:nvSpPr>
        <p:spPr>
          <a:xfrm>
            <a:off x="1474839" y="4279008"/>
            <a:ext cx="6096000" cy="1200329"/>
          </a:xfrm>
          <a:prstGeom prst="rect">
            <a:avLst/>
          </a:prstGeom>
          <a:noFill/>
        </p:spPr>
        <p:txBody>
          <a:bodyPr wrap="square">
            <a:spAutoFit/>
          </a:bodyPr>
          <a:lstStyle/>
          <a:p>
            <a:pPr>
              <a:buNone/>
            </a:pPr>
            <a:r>
              <a:rPr lang="en-US" dirty="0">
                <a:effectLst/>
                <a:latin typeface="Arial Black" panose="020B0A04020102020204" pitchFamily="34" charset="0"/>
              </a:rPr>
              <a:t>Import built‑in or external libraries:</a:t>
            </a:r>
            <a:endParaRPr lang="en-US" dirty="0">
              <a:latin typeface="Arial Black" panose="020B0A04020102020204" pitchFamily="34" charset="0"/>
            </a:endParaRPr>
          </a:p>
          <a:p>
            <a:pPr>
              <a:buNone/>
            </a:pPr>
            <a:r>
              <a:rPr lang="en-US" dirty="0"/>
              <a:t>python</a:t>
            </a:r>
          </a:p>
          <a:p>
            <a:pPr>
              <a:buNone/>
            </a:pPr>
            <a:r>
              <a:rPr lang="en-US" dirty="0">
                <a:effectLst/>
                <a:latin typeface="Courier New" panose="02070309020205020404" pitchFamily="49" charset="0"/>
              </a:rPr>
              <a:t>import math</a:t>
            </a:r>
          </a:p>
          <a:p>
            <a:pPr>
              <a:buNone/>
            </a:pPr>
            <a:r>
              <a:rPr lang="en-US" dirty="0">
                <a:effectLst/>
                <a:latin typeface="Courier New" panose="02070309020205020404" pitchFamily="49" charset="0"/>
              </a:rPr>
              <a:t>print(</a:t>
            </a:r>
            <a:r>
              <a:rPr lang="en-US" dirty="0" err="1">
                <a:effectLst/>
                <a:latin typeface="Courier New" panose="02070309020205020404" pitchFamily="49" charset="0"/>
              </a:rPr>
              <a:t>math.sqrt</a:t>
            </a:r>
            <a:r>
              <a:rPr lang="en-US" dirty="0">
                <a:effectLst/>
                <a:latin typeface="Courier New" panose="02070309020205020404" pitchFamily="49" charset="0"/>
              </a:rPr>
              <a:t>(16))</a:t>
            </a:r>
          </a:p>
        </p:txBody>
      </p:sp>
    </p:spTree>
    <p:extLst>
      <p:ext uri="{BB962C8B-B14F-4D97-AF65-F5344CB8AC3E}">
        <p14:creationId xmlns:p14="http://schemas.microsoft.com/office/powerpoint/2010/main" val="2074629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057F9-933E-28A6-3021-1ABB5D77DD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770EA6-A8A2-27E6-C4D7-787C673E3E4D}"/>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63A25F2C-DB21-A06B-8FEA-460E80527D61}"/>
              </a:ext>
            </a:extLst>
          </p:cNvPr>
          <p:cNvSpPr txBox="1"/>
          <p:nvPr/>
        </p:nvSpPr>
        <p:spPr>
          <a:xfrm>
            <a:off x="1396179" y="1674674"/>
            <a:ext cx="8912941" cy="2031325"/>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7️⃣ Error Handling</a:t>
            </a:r>
          </a:p>
          <a:p>
            <a:pPr>
              <a:buNone/>
            </a:pPr>
            <a:endParaRPr lang="en-US" b="1" dirty="0">
              <a:solidFill>
                <a:srgbClr val="FF0000"/>
              </a:solidFill>
              <a:latin typeface="Arial Black" panose="020B0A04020102020204" pitchFamily="34" charset="0"/>
            </a:endParaRPr>
          </a:p>
          <a:p>
            <a:pPr>
              <a:buNone/>
            </a:pPr>
            <a:r>
              <a:rPr lang="en-US" dirty="0"/>
              <a:t>python</a:t>
            </a:r>
          </a:p>
          <a:p>
            <a:pPr>
              <a:buNone/>
            </a:pPr>
            <a:r>
              <a:rPr lang="en-US" dirty="0">
                <a:effectLst/>
                <a:latin typeface="Courier New" panose="02070309020205020404" pitchFamily="49" charset="0"/>
              </a:rPr>
              <a:t>try:</a:t>
            </a:r>
          </a:p>
          <a:p>
            <a:pPr>
              <a:buNone/>
            </a:pPr>
            <a:r>
              <a:rPr lang="en-US" dirty="0">
                <a:effectLst/>
                <a:latin typeface="Courier New" panose="02070309020205020404" pitchFamily="49" charset="0"/>
              </a:rPr>
              <a:t>    x = 10 / 0</a:t>
            </a:r>
          </a:p>
          <a:p>
            <a:pPr>
              <a:buNone/>
            </a:pPr>
            <a:r>
              <a:rPr lang="en-US" dirty="0">
                <a:effectLst/>
                <a:latin typeface="Courier New" panose="02070309020205020404" pitchFamily="49" charset="0"/>
              </a:rPr>
              <a:t>except ZeroDivisionError:</a:t>
            </a:r>
          </a:p>
          <a:p>
            <a:pPr>
              <a:buNone/>
            </a:pPr>
            <a:r>
              <a:rPr lang="en-US" dirty="0">
                <a:effectLst/>
                <a:latin typeface="Courier New" panose="02070309020205020404" pitchFamily="49" charset="0"/>
              </a:rPr>
              <a:t>    print("Cannot divide by zero!")</a:t>
            </a:r>
          </a:p>
        </p:txBody>
      </p:sp>
      <p:sp>
        <p:nvSpPr>
          <p:cNvPr id="7" name="TextBox 6">
            <a:extLst>
              <a:ext uri="{FF2B5EF4-FFF2-40B4-BE49-F238E27FC236}">
                <a16:creationId xmlns:a16="http://schemas.microsoft.com/office/drawing/2014/main" id="{C19F78E3-6400-CC23-B588-7DE29DACEC92}"/>
              </a:ext>
            </a:extLst>
          </p:cNvPr>
          <p:cNvSpPr txBox="1"/>
          <p:nvPr/>
        </p:nvSpPr>
        <p:spPr>
          <a:xfrm>
            <a:off x="1396179" y="4049646"/>
            <a:ext cx="6096000" cy="1754326"/>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8️⃣ File Handling</a:t>
            </a:r>
          </a:p>
          <a:p>
            <a:pPr>
              <a:buNone/>
            </a:pPr>
            <a:endParaRPr lang="en-US" b="1" dirty="0"/>
          </a:p>
          <a:p>
            <a:pPr>
              <a:buNone/>
            </a:pPr>
            <a:r>
              <a:rPr lang="en-US" dirty="0"/>
              <a:t>python</a:t>
            </a:r>
          </a:p>
          <a:p>
            <a:pPr>
              <a:buNone/>
            </a:pPr>
            <a:r>
              <a:rPr lang="en-US" dirty="0">
                <a:effectLst/>
                <a:latin typeface="Courier New" panose="02070309020205020404" pitchFamily="49" charset="0"/>
              </a:rPr>
              <a:t>with open("data.txt", "r") as file:</a:t>
            </a:r>
          </a:p>
          <a:p>
            <a:pPr>
              <a:buNone/>
            </a:pPr>
            <a:r>
              <a:rPr lang="en-US" dirty="0">
                <a:effectLst/>
                <a:latin typeface="Courier New" panose="02070309020205020404" pitchFamily="49" charset="0"/>
              </a:rPr>
              <a:t>    content = </a:t>
            </a:r>
            <a:r>
              <a:rPr lang="en-US" dirty="0" err="1">
                <a:effectLst/>
                <a:latin typeface="Courier New" panose="02070309020205020404" pitchFamily="49" charset="0"/>
              </a:rPr>
              <a:t>file.read</a:t>
            </a:r>
            <a:r>
              <a:rPr lang="en-US" dirty="0">
                <a:effectLst/>
                <a:latin typeface="Courier New" panose="02070309020205020404" pitchFamily="49" charset="0"/>
              </a:rPr>
              <a:t>()</a:t>
            </a:r>
          </a:p>
          <a:p>
            <a:pPr>
              <a:buNone/>
            </a:pPr>
            <a:r>
              <a:rPr lang="en-US" dirty="0">
                <a:effectLst/>
                <a:latin typeface="Courier New" panose="02070309020205020404" pitchFamily="49" charset="0"/>
              </a:rPr>
              <a:t>    print(content)</a:t>
            </a:r>
          </a:p>
        </p:txBody>
      </p:sp>
    </p:spTree>
    <p:extLst>
      <p:ext uri="{BB962C8B-B14F-4D97-AF65-F5344CB8AC3E}">
        <p14:creationId xmlns:p14="http://schemas.microsoft.com/office/powerpoint/2010/main" val="1762688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62231-69A7-12A4-A2A8-A8B85844A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60396-BDAF-F8F4-BDCC-15DFB6D78DCC}"/>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pic>
        <p:nvPicPr>
          <p:cNvPr id="5" name="Picture 4">
            <a:extLst>
              <a:ext uri="{FF2B5EF4-FFF2-40B4-BE49-F238E27FC236}">
                <a16:creationId xmlns:a16="http://schemas.microsoft.com/office/drawing/2014/main" id="{808F2342-455A-F0AD-D9EA-C28C275049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774" y="1012723"/>
            <a:ext cx="10962968" cy="5683865"/>
          </a:xfrm>
          <a:prstGeom prst="rect">
            <a:avLst/>
          </a:prstGeom>
        </p:spPr>
      </p:pic>
    </p:spTree>
    <p:extLst>
      <p:ext uri="{BB962C8B-B14F-4D97-AF65-F5344CB8AC3E}">
        <p14:creationId xmlns:p14="http://schemas.microsoft.com/office/powerpoint/2010/main" val="1391578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8EDF4-19A1-EAC6-2DB2-EE05CF0485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FEF7F1-2130-DB9C-3657-0C72C737CA22}"/>
              </a:ext>
            </a:extLst>
          </p:cNvPr>
          <p:cNvSpPr>
            <a:spLocks noGrp="1"/>
          </p:cNvSpPr>
          <p:nvPr>
            <p:ph type="ctrTitle"/>
          </p:nvPr>
        </p:nvSpPr>
        <p:spPr>
          <a:xfrm>
            <a:off x="1666566" y="247292"/>
            <a:ext cx="8642555" cy="853921"/>
          </a:xfrm>
        </p:spPr>
        <p:txBody>
          <a:bodyPr>
            <a:normAutofit fontScale="90000"/>
          </a:bodyPr>
          <a:lstStyle/>
          <a:p>
            <a:r>
              <a:rPr lang="en-US"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97160343-78E3-B9B5-00DD-07F9BEE6D4A2}"/>
              </a:ext>
            </a:extLst>
          </p:cNvPr>
          <p:cNvSpPr txBox="1"/>
          <p:nvPr/>
        </p:nvSpPr>
        <p:spPr>
          <a:xfrm>
            <a:off x="1465006" y="1821115"/>
            <a:ext cx="8957188"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latin typeface="Arial Black" panose="020B0A04020102020204" pitchFamily="34" charset="0"/>
              </a:rPr>
              <a:t>Python Basics — Practice Exercises 1 </a:t>
            </a:r>
            <a:r>
              <a:rPr lang="en-US" dirty="0">
                <a:latin typeface="Arial Black" panose="020B0A04020102020204" pitchFamily="34" charset="0"/>
              </a:rPr>
              <a:t>( To be given on 19 June for submission on 20 June by 5 pm) </a:t>
            </a:r>
            <a:r>
              <a:rPr lang="en-US" dirty="0" err="1">
                <a:latin typeface="Arial Black" panose="020B0A04020102020204" pitchFamily="34" charset="0"/>
              </a:rPr>
              <a:t>ti</a:t>
            </a:r>
            <a:r>
              <a:rPr lang="en-US" dirty="0">
                <a:latin typeface="Arial Black" panose="020B0A04020102020204" pitchFamily="34" charset="0"/>
              </a:rPr>
              <a:t> IICT</a:t>
            </a:r>
          </a:p>
        </p:txBody>
      </p:sp>
      <p:sp>
        <p:nvSpPr>
          <p:cNvPr id="5" name="TextBox 4">
            <a:extLst>
              <a:ext uri="{FF2B5EF4-FFF2-40B4-BE49-F238E27FC236}">
                <a16:creationId xmlns:a16="http://schemas.microsoft.com/office/drawing/2014/main" id="{8364B55F-7DB7-9E33-1FB6-83B6E11BB706}"/>
              </a:ext>
            </a:extLst>
          </p:cNvPr>
          <p:cNvSpPr txBox="1"/>
          <p:nvPr/>
        </p:nvSpPr>
        <p:spPr>
          <a:xfrm>
            <a:off x="1465005" y="2969793"/>
            <a:ext cx="8957187"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latin typeface="Arial Black" panose="020B0A04020102020204" pitchFamily="34" charset="0"/>
              </a:rPr>
              <a:t>Python Basics — Practice Exercises 2 </a:t>
            </a:r>
            <a:r>
              <a:rPr lang="en-US" dirty="0">
                <a:latin typeface="Arial Black" panose="020B0A04020102020204" pitchFamily="34" charset="0"/>
              </a:rPr>
              <a:t>( To be given on 20 June for submission on 22 June by 5 pm) </a:t>
            </a:r>
            <a:r>
              <a:rPr lang="en-US" dirty="0" err="1">
                <a:latin typeface="Arial Black" panose="020B0A04020102020204" pitchFamily="34" charset="0"/>
              </a:rPr>
              <a:t>ti</a:t>
            </a:r>
            <a:r>
              <a:rPr lang="en-US" dirty="0">
                <a:latin typeface="Arial Black" panose="020B0A04020102020204" pitchFamily="34" charset="0"/>
              </a:rPr>
              <a:t> IICT</a:t>
            </a:r>
          </a:p>
        </p:txBody>
      </p:sp>
      <p:sp>
        <p:nvSpPr>
          <p:cNvPr id="7" name="TextBox 6">
            <a:extLst>
              <a:ext uri="{FF2B5EF4-FFF2-40B4-BE49-F238E27FC236}">
                <a16:creationId xmlns:a16="http://schemas.microsoft.com/office/drawing/2014/main" id="{ECF8951A-8A98-C9B6-2C5C-C4BEA0D4C5B6}"/>
              </a:ext>
            </a:extLst>
          </p:cNvPr>
          <p:cNvSpPr txBox="1"/>
          <p:nvPr/>
        </p:nvSpPr>
        <p:spPr>
          <a:xfrm>
            <a:off x="1465005" y="4118471"/>
            <a:ext cx="8844116"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latin typeface="Arial Black" panose="020B0A04020102020204" pitchFamily="34" charset="0"/>
              </a:rPr>
              <a:t>Python Basics — Practice Exercises 3</a:t>
            </a:r>
            <a:r>
              <a:rPr lang="en-US" dirty="0">
                <a:latin typeface="Arial Black" panose="020B0A04020102020204" pitchFamily="34" charset="0"/>
              </a:rPr>
              <a:t>( To be given on 22 June for submission on 24 June by 5 pm) </a:t>
            </a:r>
            <a:r>
              <a:rPr lang="en-US" dirty="0" err="1">
                <a:latin typeface="Arial Black" panose="020B0A04020102020204" pitchFamily="34" charset="0"/>
              </a:rPr>
              <a:t>ti</a:t>
            </a:r>
            <a:r>
              <a:rPr lang="en-US" dirty="0">
                <a:latin typeface="Arial Black" panose="020B0A04020102020204" pitchFamily="34" charset="0"/>
              </a:rPr>
              <a:t> IICT</a:t>
            </a:r>
          </a:p>
        </p:txBody>
      </p:sp>
      <p:sp>
        <p:nvSpPr>
          <p:cNvPr id="9" name="TextBox 8">
            <a:extLst>
              <a:ext uri="{FF2B5EF4-FFF2-40B4-BE49-F238E27FC236}">
                <a16:creationId xmlns:a16="http://schemas.microsoft.com/office/drawing/2014/main" id="{4A8DFC6C-BA32-3C3F-4AFE-4FCBB2DCF58E}"/>
              </a:ext>
            </a:extLst>
          </p:cNvPr>
          <p:cNvSpPr txBox="1"/>
          <p:nvPr/>
        </p:nvSpPr>
        <p:spPr>
          <a:xfrm>
            <a:off x="1465005" y="5267149"/>
            <a:ext cx="8760543" cy="646331"/>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latin typeface="Arial Black" panose="020B0A04020102020204" pitchFamily="34" charset="0"/>
              </a:rPr>
              <a:t>Python Basics — Practice Exercises 4 </a:t>
            </a:r>
            <a:r>
              <a:rPr lang="en-US" dirty="0">
                <a:latin typeface="Arial Black" panose="020B0A04020102020204" pitchFamily="34" charset="0"/>
              </a:rPr>
              <a:t>( To be given on 24 June for submission on 26 June by 5 pm) </a:t>
            </a:r>
            <a:r>
              <a:rPr lang="en-US" dirty="0" err="1">
                <a:latin typeface="Arial Black" panose="020B0A04020102020204" pitchFamily="34" charset="0"/>
              </a:rPr>
              <a:t>ti</a:t>
            </a:r>
            <a:r>
              <a:rPr lang="en-US" dirty="0">
                <a:latin typeface="Arial Black" panose="020B0A04020102020204" pitchFamily="34" charset="0"/>
              </a:rPr>
              <a:t> IICT</a:t>
            </a:r>
          </a:p>
        </p:txBody>
      </p:sp>
    </p:spTree>
    <p:extLst>
      <p:ext uri="{BB962C8B-B14F-4D97-AF65-F5344CB8AC3E}">
        <p14:creationId xmlns:p14="http://schemas.microsoft.com/office/powerpoint/2010/main" val="17872261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9AC51-3048-FA7A-BA25-DE5141361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09672-93CA-AB32-F120-009A43BBFABA}"/>
              </a:ext>
            </a:extLst>
          </p:cNvPr>
          <p:cNvSpPr>
            <a:spLocks noGrp="1"/>
          </p:cNvSpPr>
          <p:nvPr>
            <p:ph type="ctrTitle"/>
          </p:nvPr>
        </p:nvSpPr>
        <p:spPr>
          <a:xfrm>
            <a:off x="1696063" y="0"/>
            <a:ext cx="8642555" cy="853921"/>
          </a:xfrm>
        </p:spPr>
        <p:txBody>
          <a:bodyPr>
            <a:normAutofit/>
          </a:bodyPr>
          <a:lstStyle/>
          <a:p>
            <a:r>
              <a:rPr lang="en-US" sz="4000" dirty="0">
                <a:latin typeface="Arial Black" panose="020B0A04020102020204" pitchFamily="34" charset="0"/>
              </a:rPr>
              <a:t>DATA VISUALIZATION</a:t>
            </a:r>
          </a:p>
        </p:txBody>
      </p:sp>
      <p:sp>
        <p:nvSpPr>
          <p:cNvPr id="6" name="TextBox 5">
            <a:extLst>
              <a:ext uri="{FF2B5EF4-FFF2-40B4-BE49-F238E27FC236}">
                <a16:creationId xmlns:a16="http://schemas.microsoft.com/office/drawing/2014/main" id="{A48DAADD-5082-28DF-FAC6-63E0CA3838B6}"/>
              </a:ext>
            </a:extLst>
          </p:cNvPr>
          <p:cNvSpPr txBox="1"/>
          <p:nvPr/>
        </p:nvSpPr>
        <p:spPr>
          <a:xfrm>
            <a:off x="501445" y="853921"/>
            <a:ext cx="11405420" cy="5609008"/>
          </a:xfrm>
          <a:prstGeom prst="rect">
            <a:avLst/>
          </a:prstGeom>
          <a:noFill/>
        </p:spPr>
        <p:txBody>
          <a:bodyPr wrap="square">
            <a:spAutoFit/>
          </a:bodyPr>
          <a:lstStyle/>
          <a:p>
            <a:pPr algn="ctr">
              <a:buNone/>
            </a:pPr>
            <a:r>
              <a:rPr lang="en-US" sz="1600" b="1" dirty="0">
                <a:solidFill>
                  <a:srgbClr val="0070C0"/>
                </a:solidFill>
                <a:latin typeface="Arial Black" panose="020B0A04020102020204" pitchFamily="34" charset="0"/>
              </a:rPr>
              <a:t>Levels of Data Visualization</a:t>
            </a:r>
          </a:p>
          <a:p>
            <a:pPr>
              <a:buNone/>
            </a:pPr>
            <a:endParaRPr lang="en-US" sz="1600" b="1"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1. Basic Visuals</a:t>
            </a:r>
          </a:p>
          <a:p>
            <a:pPr marL="285750" indent="-285750">
              <a:buFont typeface="Arial" panose="020B0604020202020204" pitchFamily="34" charset="0"/>
              <a:buChar char="•"/>
            </a:pPr>
            <a:r>
              <a:rPr lang="en-US" sz="1600" b="1" dirty="0">
                <a:effectLst/>
                <a:latin typeface="Arial Black" panose="020B0A04020102020204" pitchFamily="34" charset="0"/>
              </a:rPr>
              <a:t>Bar Charts:</a:t>
            </a:r>
            <a:r>
              <a:rPr lang="en-US" sz="1600" dirty="0">
                <a:effectLst/>
                <a:latin typeface="Arial Black" panose="020B0A04020102020204" pitchFamily="34" charset="0"/>
              </a:rPr>
              <a:t> Compare categories (e.g., Titanic survival by gender).</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Line Charts:</a:t>
            </a:r>
            <a:r>
              <a:rPr lang="en-US" sz="1600" dirty="0">
                <a:effectLst/>
                <a:latin typeface="Arial Black" panose="020B0A04020102020204" pitchFamily="34" charset="0"/>
              </a:rPr>
              <a:t> Show trends over time (e.g., spacecraft telemetry).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Histograms:</a:t>
            </a:r>
            <a:r>
              <a:rPr lang="en-US" sz="1600" dirty="0">
                <a:effectLst/>
                <a:latin typeface="Arial Black" panose="020B0A04020102020204" pitchFamily="34" charset="0"/>
              </a:rPr>
              <a:t> Display distributions (e.g., passenger ages).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Scatter Plots:</a:t>
            </a:r>
            <a:r>
              <a:rPr lang="en-US" sz="1600" dirty="0">
                <a:effectLst/>
                <a:latin typeface="Arial Black" panose="020B0A04020102020204" pitchFamily="34" charset="0"/>
              </a:rPr>
              <a:t> Reveal relationships (e.g., age vs. fare).</a:t>
            </a: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2. Intermediate Visuals</a:t>
            </a:r>
          </a:p>
          <a:p>
            <a:pPr marL="285750" indent="-285750">
              <a:buFont typeface="Arial" panose="020B0604020202020204" pitchFamily="34" charset="0"/>
              <a:buChar char="•"/>
            </a:pPr>
            <a:r>
              <a:rPr lang="en-US" sz="1600" b="1" dirty="0">
                <a:effectLst/>
                <a:latin typeface="Arial Black" panose="020B0A04020102020204" pitchFamily="34" charset="0"/>
              </a:rPr>
              <a:t>Heatmaps:</a:t>
            </a:r>
            <a:r>
              <a:rPr lang="en-US" sz="1600" dirty="0">
                <a:effectLst/>
                <a:latin typeface="Arial Black" panose="020B0A04020102020204" pitchFamily="34" charset="0"/>
              </a:rPr>
              <a:t> Show correlations or intensity (e.g., feature correlation matrix).</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Boxplots:</a:t>
            </a:r>
            <a:r>
              <a:rPr lang="en-US" sz="1600" dirty="0">
                <a:effectLst/>
                <a:latin typeface="Arial Black" panose="020B0A04020102020204" pitchFamily="34" charset="0"/>
              </a:rPr>
              <a:t> Summarize distributions with medians and outliers.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err="1">
                <a:effectLst/>
                <a:latin typeface="Arial Black" panose="020B0A04020102020204" pitchFamily="34" charset="0"/>
              </a:rPr>
              <a:t>Treemaps</a:t>
            </a:r>
            <a:r>
              <a:rPr lang="en-US" sz="1600" b="1" dirty="0">
                <a:effectLst/>
                <a:latin typeface="Arial Black" panose="020B0A04020102020204" pitchFamily="34" charset="0"/>
              </a:rPr>
              <a:t>/Sunbursts:</a:t>
            </a:r>
            <a:r>
              <a:rPr lang="en-US" sz="1600" dirty="0">
                <a:effectLst/>
                <a:latin typeface="Arial Black" panose="020B0A04020102020204" pitchFamily="34" charset="0"/>
              </a:rPr>
              <a:t> Hierarchical data visualization.</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Sankey Diagrams:</a:t>
            </a:r>
            <a:r>
              <a:rPr lang="en-US" sz="1600" dirty="0">
                <a:effectLst/>
                <a:latin typeface="Arial Black" panose="020B0A04020102020204" pitchFamily="34" charset="0"/>
              </a:rPr>
              <a:t> Flow between stages (energy, migration, or resource usage).</a:t>
            </a: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3. Advanced Visuals</a:t>
            </a:r>
          </a:p>
          <a:p>
            <a:pPr marL="285750" indent="-285750">
              <a:buFont typeface="Arial" panose="020B0604020202020204" pitchFamily="34" charset="0"/>
              <a:buChar char="•"/>
            </a:pPr>
            <a:r>
              <a:rPr lang="en-US" sz="1600" b="1" dirty="0">
                <a:effectLst/>
                <a:latin typeface="Arial Black" panose="020B0A04020102020204" pitchFamily="34" charset="0"/>
              </a:rPr>
              <a:t>Interactive Dashboards:</a:t>
            </a:r>
            <a:r>
              <a:rPr lang="en-US" sz="1600" dirty="0">
                <a:effectLst/>
                <a:latin typeface="Arial Black" panose="020B0A04020102020204" pitchFamily="34" charset="0"/>
              </a:rPr>
              <a:t> Built with Tableau, Power BI, Plotly Dash.</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Geospatial Maps:</a:t>
            </a:r>
            <a:r>
              <a:rPr lang="en-US" sz="1600" dirty="0">
                <a:effectLst/>
                <a:latin typeface="Arial Black" panose="020B0A04020102020204" pitchFamily="34" charset="0"/>
              </a:rPr>
              <a:t> Visualize data on maps (e.g., COVID spread, satellite imagery).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Network Graphs:</a:t>
            </a:r>
            <a:r>
              <a:rPr lang="en-US" sz="1600" dirty="0">
                <a:effectLst/>
                <a:latin typeface="Arial Black" panose="020B0A04020102020204" pitchFamily="34" charset="0"/>
              </a:rPr>
              <a:t> Show relationships between nodes (e.g., social networks, citation graphs).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3D Visualizations:</a:t>
            </a:r>
            <a:r>
              <a:rPr lang="en-US" sz="1600" dirty="0">
                <a:effectLst/>
                <a:latin typeface="Arial Black" panose="020B0A04020102020204" pitchFamily="34" charset="0"/>
              </a:rPr>
              <a:t> Useful for scientific data (astronomy, molecular structures).</a:t>
            </a:r>
            <a:endParaRPr lang="en-US" sz="1600" dirty="0">
              <a:latin typeface="Arial Black" panose="020B0A04020102020204" pitchFamily="34" charset="0"/>
            </a:endParaRPr>
          </a:p>
          <a:p>
            <a:pPr>
              <a:buNone/>
            </a:pPr>
            <a:r>
              <a:rPr lang="en-US" sz="1600" b="1" dirty="0">
                <a:solidFill>
                  <a:srgbClr val="FF0000"/>
                </a:solidFill>
                <a:latin typeface="Arial Black" panose="020B0A04020102020204" pitchFamily="34" charset="0"/>
              </a:rPr>
              <a:t>🎨 Design Principles</a:t>
            </a:r>
          </a:p>
          <a:p>
            <a:pPr marL="285750" indent="-285750">
              <a:buFont typeface="Arial" panose="020B0604020202020204" pitchFamily="34" charset="0"/>
              <a:buChar char="•"/>
            </a:pPr>
            <a:r>
              <a:rPr lang="en-US" sz="1600" b="1" dirty="0">
                <a:effectLst/>
                <a:latin typeface="Arial Black" panose="020B0A04020102020204" pitchFamily="34" charset="0"/>
              </a:rPr>
              <a:t>Color:</a:t>
            </a:r>
            <a:r>
              <a:rPr lang="en-US" sz="1600" dirty="0">
                <a:effectLst/>
                <a:latin typeface="Arial Black" panose="020B0A04020102020204" pitchFamily="34" charset="0"/>
              </a:rPr>
              <a:t> Use meaningfully (red = risk, green = growth).</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Scale:</a:t>
            </a:r>
            <a:r>
              <a:rPr lang="en-US" sz="1600" dirty="0">
                <a:effectLst/>
                <a:latin typeface="Arial Black" panose="020B0A04020102020204" pitchFamily="34" charset="0"/>
              </a:rPr>
              <a:t> Always start axes at zero unless justified.</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Clarity:</a:t>
            </a:r>
            <a:r>
              <a:rPr lang="en-US" sz="1600" dirty="0">
                <a:effectLst/>
                <a:latin typeface="Arial Black" panose="020B0A04020102020204" pitchFamily="34" charset="0"/>
              </a:rPr>
              <a:t> Avoid chart junk — “less ink, more insight.”</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Accessibility:</a:t>
            </a:r>
            <a:r>
              <a:rPr lang="en-US" sz="1600" dirty="0">
                <a:effectLst/>
                <a:latin typeface="Arial Black" panose="020B0A04020102020204" pitchFamily="34" charset="0"/>
              </a:rPr>
              <a:t> Ensure readability for color‑blind audiences (use palettes like </a:t>
            </a:r>
            <a:r>
              <a:rPr lang="en-US" sz="1600" dirty="0" err="1">
                <a:effectLst/>
                <a:latin typeface="Arial Black" panose="020B0A04020102020204" pitchFamily="34" charset="0"/>
              </a:rPr>
              <a:t>ColorBrewer</a:t>
            </a:r>
            <a:r>
              <a:rPr lang="en-US" sz="1600" dirty="0">
                <a:effectLst/>
                <a:latin typeface="Arial Black" panose="020B0A04020102020204" pitchFamily="34" charset="0"/>
              </a:rPr>
              <a:t>).</a:t>
            </a:r>
            <a:endParaRPr lang="en-US" sz="1600" dirty="0">
              <a:latin typeface="Arial Black" panose="020B0A04020102020204" pitchFamily="34" charset="0"/>
            </a:endParaRPr>
          </a:p>
        </p:txBody>
      </p:sp>
    </p:spTree>
    <p:extLst>
      <p:ext uri="{BB962C8B-B14F-4D97-AF65-F5344CB8AC3E}">
        <p14:creationId xmlns:p14="http://schemas.microsoft.com/office/powerpoint/2010/main" val="36728285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08F20-FEE6-3103-BBCA-6FEC342A84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363FB-FCE4-9372-23FE-92FE17B2A054}"/>
              </a:ext>
            </a:extLst>
          </p:cNvPr>
          <p:cNvSpPr>
            <a:spLocks noGrp="1"/>
          </p:cNvSpPr>
          <p:nvPr>
            <p:ph type="ctrTitle"/>
          </p:nvPr>
        </p:nvSpPr>
        <p:spPr>
          <a:xfrm>
            <a:off x="1696063" y="0"/>
            <a:ext cx="8642555" cy="853921"/>
          </a:xfrm>
        </p:spPr>
        <p:txBody>
          <a:bodyPr>
            <a:normAutofit/>
          </a:bodyPr>
          <a:lstStyle/>
          <a:p>
            <a:r>
              <a:rPr lang="en-US" sz="4000" dirty="0">
                <a:latin typeface="Arial Black" panose="020B0A04020102020204" pitchFamily="34" charset="0"/>
              </a:rPr>
              <a:t>DATA VISUALIZATION</a:t>
            </a:r>
          </a:p>
        </p:txBody>
      </p:sp>
      <p:sp>
        <p:nvSpPr>
          <p:cNvPr id="4" name="TextBox 3">
            <a:extLst>
              <a:ext uri="{FF2B5EF4-FFF2-40B4-BE49-F238E27FC236}">
                <a16:creationId xmlns:a16="http://schemas.microsoft.com/office/drawing/2014/main" id="{DA6E6A45-895B-CE45-933F-6EFE18CFC371}"/>
              </a:ext>
            </a:extLst>
          </p:cNvPr>
          <p:cNvSpPr txBox="1"/>
          <p:nvPr/>
        </p:nvSpPr>
        <p:spPr>
          <a:xfrm>
            <a:off x="1120878" y="1390697"/>
            <a:ext cx="9458632" cy="2585323"/>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     Cognitive Aspects</a:t>
            </a:r>
          </a:p>
          <a:p>
            <a:pPr marL="285750" indent="-285750">
              <a:buFont typeface="Arial" panose="020B0604020202020204" pitchFamily="34" charset="0"/>
              <a:buChar char="•"/>
            </a:pPr>
            <a:r>
              <a:rPr lang="en-US" dirty="0">
                <a:effectLst/>
                <a:latin typeface="Arial Black" panose="020B0A04020102020204" pitchFamily="34" charset="0"/>
              </a:rPr>
              <a:t>Humans process </a:t>
            </a:r>
            <a:r>
              <a:rPr lang="en-US" b="1" dirty="0">
                <a:effectLst/>
                <a:latin typeface="Arial Black" panose="020B0A04020102020204" pitchFamily="34" charset="0"/>
              </a:rPr>
              <a:t>patterns faster than numbers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Shapes, colors, and positions guide attention.</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Storytelling matters: visuals should answer </a:t>
            </a:r>
            <a:r>
              <a:rPr lang="en-US" i="1" dirty="0">
                <a:effectLst/>
                <a:latin typeface="Arial Black" panose="020B0A04020102020204" pitchFamily="34" charset="0"/>
              </a:rPr>
              <a:t>“What’s the key insight?”</a:t>
            </a:r>
            <a:endParaRPr lang="en-US" dirty="0">
              <a:latin typeface="Arial Black" panose="020B0A04020102020204" pitchFamily="34" charset="0"/>
            </a:endParaRPr>
          </a:p>
          <a:p>
            <a:pPr>
              <a:buNone/>
            </a:pPr>
            <a:r>
              <a:rPr lang="en-US" b="1" dirty="0">
                <a:solidFill>
                  <a:srgbClr val="FF0000"/>
                </a:solidFill>
                <a:latin typeface="Arial Black" panose="020B0A04020102020204" pitchFamily="34" charset="0"/>
              </a:rPr>
              <a:t>🛠️ Tools &amp; Libraries</a:t>
            </a:r>
          </a:p>
          <a:p>
            <a:pPr marL="285750" indent="-285750">
              <a:buFont typeface="Arial" panose="020B0604020202020204" pitchFamily="34" charset="0"/>
              <a:buChar char="•"/>
            </a:pPr>
            <a:r>
              <a:rPr lang="en-US" b="1" dirty="0">
                <a:effectLst/>
                <a:latin typeface="Arial Black" panose="020B0A04020102020204" pitchFamily="34" charset="0"/>
              </a:rPr>
              <a:t>Python:</a:t>
            </a:r>
            <a:r>
              <a:rPr lang="en-US" dirty="0">
                <a:effectLst/>
                <a:latin typeface="Arial Black" panose="020B0A04020102020204" pitchFamily="34" charset="0"/>
              </a:rPr>
              <a:t> matplotlib, seaborn, </a:t>
            </a:r>
            <a:r>
              <a:rPr lang="en-US" dirty="0" err="1">
                <a:effectLst/>
                <a:latin typeface="Arial Black" panose="020B0A04020102020204" pitchFamily="34" charset="0"/>
              </a:rPr>
              <a:t>plotly</a:t>
            </a:r>
            <a:r>
              <a:rPr lang="en-US" dirty="0">
                <a:effectLst/>
                <a:latin typeface="Arial Black" panose="020B0A04020102020204" pitchFamily="34" charset="0"/>
              </a:rPr>
              <a:t>, bokeh.</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R:</a:t>
            </a:r>
            <a:r>
              <a:rPr lang="en-US" dirty="0">
                <a:effectLst/>
                <a:latin typeface="Arial Black" panose="020B0A04020102020204" pitchFamily="34" charset="0"/>
              </a:rPr>
              <a:t> ggplot2, shiny.</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Business:</a:t>
            </a:r>
            <a:r>
              <a:rPr lang="en-US" dirty="0">
                <a:effectLst/>
                <a:latin typeface="Arial Black" panose="020B0A04020102020204" pitchFamily="34" charset="0"/>
              </a:rPr>
              <a:t> Tableau, Power BI.</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Web:</a:t>
            </a:r>
            <a:r>
              <a:rPr lang="en-US" dirty="0">
                <a:effectLst/>
                <a:latin typeface="Arial Black" panose="020B0A04020102020204" pitchFamily="34" charset="0"/>
              </a:rPr>
              <a:t> D3.js, Google Charts.</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E7A65F78-1A4D-97B3-B78D-FB6D6DDB819C}"/>
              </a:ext>
            </a:extLst>
          </p:cNvPr>
          <p:cNvSpPr txBox="1"/>
          <p:nvPr/>
        </p:nvSpPr>
        <p:spPr>
          <a:xfrm>
            <a:off x="1022555" y="4274940"/>
            <a:ext cx="9871587" cy="2585323"/>
          </a:xfrm>
          <a:prstGeom prst="rect">
            <a:avLst/>
          </a:prstGeom>
          <a:noFill/>
        </p:spPr>
        <p:txBody>
          <a:bodyPr wrap="square">
            <a:spAutoFit/>
          </a:bodyPr>
          <a:lstStyle/>
          <a:p>
            <a:pPr algn="ctr">
              <a:buNone/>
            </a:pPr>
            <a:r>
              <a:rPr lang="en-US" dirty="0">
                <a:solidFill>
                  <a:srgbClr val="FF0000"/>
                </a:solidFill>
                <a:effectLst/>
                <a:latin typeface="Arial Black" panose="020B0A04020102020204" pitchFamily="34" charset="0"/>
              </a:rPr>
              <a:t>I am going to give you all the datasets (Titanic) and will ask the following questions for your project :</a:t>
            </a:r>
          </a:p>
          <a:p>
            <a:pPr>
              <a:buNone/>
            </a:pPr>
            <a:endParaRPr lang="en-US" dirty="0">
              <a:latin typeface="Arial Black" panose="020B0A04020102020204" pitchFamily="34" charset="0"/>
            </a:endParaRPr>
          </a:p>
          <a:p>
            <a:pPr marL="285750" indent="-285750">
              <a:buFont typeface="Arial" panose="020B0604020202020204" pitchFamily="34" charset="0"/>
              <a:buChar char="•"/>
            </a:pPr>
            <a:r>
              <a:rPr lang="en-US" i="1" dirty="0">
                <a:effectLst/>
                <a:latin typeface="Arial Black" panose="020B0A04020102020204" pitchFamily="34" charset="0"/>
              </a:rPr>
              <a:t>Which chart type best answers the question?</a:t>
            </a:r>
            <a:endParaRPr lang="en-US" dirty="0">
              <a:latin typeface="Arial Black" panose="020B0A04020102020204" pitchFamily="34" charset="0"/>
            </a:endParaRPr>
          </a:p>
          <a:p>
            <a:pPr marL="285750" indent="-285750">
              <a:buFont typeface="Arial" panose="020B0604020202020204" pitchFamily="34" charset="0"/>
              <a:buChar char="•"/>
            </a:pPr>
            <a:r>
              <a:rPr lang="en-US" i="1" dirty="0">
                <a:effectLst/>
                <a:latin typeface="Arial Black" panose="020B0A04020102020204" pitchFamily="34" charset="0"/>
              </a:rPr>
              <a:t>How does design choice affect interpretation?</a:t>
            </a:r>
            <a:endParaRPr lang="en-US" dirty="0">
              <a:latin typeface="Arial Black" panose="020B0A04020102020204" pitchFamily="34" charset="0"/>
            </a:endParaRPr>
          </a:p>
          <a:p>
            <a:pPr marL="285750" indent="-285750">
              <a:buFont typeface="Arial" panose="020B0604020202020204" pitchFamily="34" charset="0"/>
              <a:buChar char="•"/>
            </a:pPr>
            <a:r>
              <a:rPr lang="en-US" i="1" dirty="0">
                <a:effectLst/>
                <a:latin typeface="Arial Black" panose="020B0A04020102020204" pitchFamily="34" charset="0"/>
              </a:rPr>
              <a:t>Can you make the visualization more engaging without losing clarity?</a:t>
            </a:r>
          </a:p>
          <a:p>
            <a:endParaRPr lang="en-US" i="1" dirty="0">
              <a:latin typeface="Arial Black" panose="020B0A04020102020204" pitchFamily="34" charset="0"/>
            </a:endParaRPr>
          </a:p>
          <a:p>
            <a:r>
              <a:rPr lang="en-US" i="1" dirty="0">
                <a:solidFill>
                  <a:srgbClr val="0070C0"/>
                </a:solidFill>
                <a:latin typeface="Arial Black" panose="020B0A04020102020204" pitchFamily="34" charset="0"/>
              </a:rPr>
              <a:t>You need to answer without taking help. Marks will be deducted if you take help from ChatGPT </a:t>
            </a:r>
            <a:r>
              <a:rPr lang="en-US" i="1" dirty="0" err="1">
                <a:solidFill>
                  <a:srgbClr val="0070C0"/>
                </a:solidFill>
                <a:latin typeface="Arial Black" panose="020B0A04020102020204" pitchFamily="34" charset="0"/>
              </a:rPr>
              <a:t>etc</a:t>
            </a:r>
            <a:endParaRPr lang="en-US" dirty="0">
              <a:solidFill>
                <a:srgbClr val="0070C0"/>
              </a:solidFill>
              <a:latin typeface="Arial Black" panose="020B0A04020102020204" pitchFamily="34" charset="0"/>
            </a:endParaRPr>
          </a:p>
        </p:txBody>
      </p:sp>
    </p:spTree>
    <p:extLst>
      <p:ext uri="{BB962C8B-B14F-4D97-AF65-F5344CB8AC3E}">
        <p14:creationId xmlns:p14="http://schemas.microsoft.com/office/powerpoint/2010/main" val="29675673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3D1F9-71A6-AD25-1C80-210E9F0F8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547C1D-58CD-9512-FC0E-9B849FD83C6D}"/>
              </a:ext>
            </a:extLst>
          </p:cNvPr>
          <p:cNvSpPr>
            <a:spLocks noGrp="1"/>
          </p:cNvSpPr>
          <p:nvPr>
            <p:ph type="ctrTitle"/>
          </p:nvPr>
        </p:nvSpPr>
        <p:spPr>
          <a:xfrm>
            <a:off x="1696063" y="0"/>
            <a:ext cx="8642555" cy="853921"/>
          </a:xfrm>
        </p:spPr>
        <p:txBody>
          <a:bodyPr>
            <a:normAutofit/>
          </a:bodyPr>
          <a:lstStyle/>
          <a:p>
            <a:r>
              <a:rPr lang="en-US" sz="4000"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E99D9FDF-92EA-135E-0015-5E4A3F3CBB3B}"/>
              </a:ext>
            </a:extLst>
          </p:cNvPr>
          <p:cNvSpPr txBox="1"/>
          <p:nvPr/>
        </p:nvSpPr>
        <p:spPr>
          <a:xfrm>
            <a:off x="855405" y="1240323"/>
            <a:ext cx="10363200" cy="1477328"/>
          </a:xfrm>
          <a:prstGeom prst="rect">
            <a:avLst/>
          </a:prstGeom>
          <a:noFill/>
        </p:spPr>
        <p:txBody>
          <a:bodyPr wrap="square">
            <a:spAutoFit/>
          </a:bodyPr>
          <a:lstStyle/>
          <a:p>
            <a:pPr algn="just"/>
            <a:r>
              <a:rPr lang="en-US" dirty="0">
                <a:latin typeface="Arial Black" panose="020B0A04020102020204" pitchFamily="34" charset="0"/>
              </a:rPr>
              <a:t>Data visualization is not just about creating attractive charts — it is about transforming raw data into meaningful insights. By applying the right techniques, we can simplify complexity, highlight patterns, and make information accessible to diverse audiences. In today’s world of overwhelming data, visualization becomes the bridge between numbers and understanding.</a:t>
            </a:r>
          </a:p>
        </p:txBody>
      </p:sp>
      <p:sp>
        <p:nvSpPr>
          <p:cNvPr id="8" name="TextBox 7">
            <a:extLst>
              <a:ext uri="{FF2B5EF4-FFF2-40B4-BE49-F238E27FC236}">
                <a16:creationId xmlns:a16="http://schemas.microsoft.com/office/drawing/2014/main" id="{5B2070D1-B47B-99E5-A634-D4732097EA56}"/>
              </a:ext>
            </a:extLst>
          </p:cNvPr>
          <p:cNvSpPr txBox="1"/>
          <p:nvPr/>
        </p:nvSpPr>
        <p:spPr>
          <a:xfrm>
            <a:off x="855405" y="2828751"/>
            <a:ext cx="10245213" cy="1754326"/>
          </a:xfrm>
          <a:prstGeom prst="rect">
            <a:avLst/>
          </a:prstGeom>
          <a:noFill/>
        </p:spPr>
        <p:txBody>
          <a:bodyPr wrap="square">
            <a:spAutoFit/>
          </a:bodyPr>
          <a:lstStyle/>
          <a:p>
            <a:pPr algn="just"/>
            <a:r>
              <a:rPr lang="en-US" dirty="0">
                <a:latin typeface="Arial Black" panose="020B0A04020102020204" pitchFamily="34" charset="0"/>
              </a:rPr>
              <a:t>We explored how different visualization methods — from basic bar charts and scatter plots to advanced heatmaps and interactive dashboards — each serve a unique purpose. The choice of chart type is not arbitrary; it depends on the question we want to answer and the story we want to tell. Good visualization is therefore both a technical skill and a design discipline, requiring clarity, accuracy, and creativity.</a:t>
            </a:r>
          </a:p>
        </p:txBody>
      </p:sp>
      <p:sp>
        <p:nvSpPr>
          <p:cNvPr id="10" name="TextBox 9">
            <a:extLst>
              <a:ext uri="{FF2B5EF4-FFF2-40B4-BE49-F238E27FC236}">
                <a16:creationId xmlns:a16="http://schemas.microsoft.com/office/drawing/2014/main" id="{B863F2FA-1C42-4F28-FCF4-C2276B827273}"/>
              </a:ext>
            </a:extLst>
          </p:cNvPr>
          <p:cNvSpPr txBox="1"/>
          <p:nvPr/>
        </p:nvSpPr>
        <p:spPr>
          <a:xfrm>
            <a:off x="855405" y="4694177"/>
            <a:ext cx="10245213" cy="1477328"/>
          </a:xfrm>
          <a:prstGeom prst="rect">
            <a:avLst/>
          </a:prstGeom>
          <a:noFill/>
        </p:spPr>
        <p:txBody>
          <a:bodyPr wrap="square">
            <a:spAutoFit/>
          </a:bodyPr>
          <a:lstStyle/>
          <a:p>
            <a:pPr algn="just">
              <a:buNone/>
            </a:pPr>
            <a:r>
              <a:rPr lang="en-US" dirty="0">
                <a:effectLst/>
                <a:latin typeface="Arial Black" panose="020B0A04020102020204" pitchFamily="34" charset="0"/>
              </a:rPr>
              <a:t>Ultimately, the power of data visualization lies in its ability to inspire action. Whether we are analyzing survival patterns in the Titanic dataset, monitoring solar flare intensity, or presenting business insights, the goal remains the same: to communicate knowledge effectively. When we visualize data, we don’t just see numbers — we see meaning, motion, and discovery.</a:t>
            </a:r>
            <a:endParaRPr lang="en-US" dirty="0">
              <a:latin typeface="Arial Black" panose="020B0A04020102020204" pitchFamily="34" charset="0"/>
            </a:endParaRPr>
          </a:p>
        </p:txBody>
      </p:sp>
    </p:spTree>
    <p:extLst>
      <p:ext uri="{BB962C8B-B14F-4D97-AF65-F5344CB8AC3E}">
        <p14:creationId xmlns:p14="http://schemas.microsoft.com/office/powerpoint/2010/main" val="3768537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756CB-F20A-8D90-9986-9EAF3968A1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A8DA7-C188-38DB-A39A-668604205B3C}"/>
              </a:ext>
            </a:extLst>
          </p:cNvPr>
          <p:cNvSpPr>
            <a:spLocks noGrp="1"/>
          </p:cNvSpPr>
          <p:nvPr>
            <p:ph type="ctrTitle"/>
          </p:nvPr>
        </p:nvSpPr>
        <p:spPr>
          <a:xfrm>
            <a:off x="1696063" y="0"/>
            <a:ext cx="8642555" cy="853921"/>
          </a:xfrm>
        </p:spPr>
        <p:txBody>
          <a:bodyPr>
            <a:normAutofit/>
          </a:bodyPr>
          <a:lstStyle/>
          <a:p>
            <a:r>
              <a:rPr lang="en-US" sz="4000" dirty="0">
                <a:latin typeface="Arial Black" panose="020B0A04020102020204" pitchFamily="34" charset="0"/>
              </a:rPr>
              <a:t>DATA VISUALIZATION</a:t>
            </a:r>
          </a:p>
        </p:txBody>
      </p:sp>
      <p:pic>
        <p:nvPicPr>
          <p:cNvPr id="4" name="Picture 3">
            <a:extLst>
              <a:ext uri="{FF2B5EF4-FFF2-40B4-BE49-F238E27FC236}">
                <a16:creationId xmlns:a16="http://schemas.microsoft.com/office/drawing/2014/main" id="{EB8CD72A-F8B7-5BA1-B815-75E2624E95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949" y="1023374"/>
            <a:ext cx="7207046" cy="5441335"/>
          </a:xfrm>
          <a:prstGeom prst="rect">
            <a:avLst/>
          </a:prstGeom>
        </p:spPr>
      </p:pic>
      <p:sp>
        <p:nvSpPr>
          <p:cNvPr id="7" name="TextBox 6">
            <a:extLst>
              <a:ext uri="{FF2B5EF4-FFF2-40B4-BE49-F238E27FC236}">
                <a16:creationId xmlns:a16="http://schemas.microsoft.com/office/drawing/2014/main" id="{3214E8B7-C5FF-F381-948B-12F8C039EC9A}"/>
              </a:ext>
            </a:extLst>
          </p:cNvPr>
          <p:cNvSpPr txBox="1"/>
          <p:nvPr/>
        </p:nvSpPr>
        <p:spPr>
          <a:xfrm>
            <a:off x="7836310" y="2967335"/>
            <a:ext cx="4218039" cy="923330"/>
          </a:xfrm>
          <a:prstGeom prst="rect">
            <a:avLst/>
          </a:prstGeom>
          <a:noFill/>
        </p:spPr>
        <p:txBody>
          <a:bodyPr wrap="square">
            <a:spAutoFit/>
          </a:bodyPr>
          <a:lstStyle/>
          <a:p>
            <a:r>
              <a:rPr lang="en-US" dirty="0">
                <a:solidFill>
                  <a:srgbClr val="FF0000"/>
                </a:solidFill>
                <a:latin typeface="Arial Black" panose="020B0A04020102020204" pitchFamily="34" charset="0"/>
              </a:rPr>
              <a:t>“From data to insight, visualization is the bridge that turns numbers into stories.”</a:t>
            </a:r>
          </a:p>
        </p:txBody>
      </p:sp>
    </p:spTree>
    <p:extLst>
      <p:ext uri="{BB962C8B-B14F-4D97-AF65-F5344CB8AC3E}">
        <p14:creationId xmlns:p14="http://schemas.microsoft.com/office/powerpoint/2010/main" val="2586380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A3C37-B0CE-DB3F-1C46-5443C59E5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43E9DD-7531-1C41-3D03-06BF4EC9E382}"/>
              </a:ext>
            </a:extLst>
          </p:cNvPr>
          <p:cNvSpPr>
            <a:spLocks noGrp="1"/>
          </p:cNvSpPr>
          <p:nvPr>
            <p:ph type="ctrTitle"/>
          </p:nvPr>
        </p:nvSpPr>
        <p:spPr>
          <a:xfrm>
            <a:off x="1696063" y="0"/>
            <a:ext cx="8642555" cy="853921"/>
          </a:xfrm>
        </p:spPr>
        <p:txBody>
          <a:bodyPr>
            <a:normAutofit/>
          </a:bodyPr>
          <a:lstStyle/>
          <a:p>
            <a:r>
              <a:rPr lang="en-US" sz="4000" dirty="0">
                <a:latin typeface="Arial Black" panose="020B0A04020102020204" pitchFamily="34" charset="0"/>
              </a:rPr>
              <a:t>DATA VISUALIZATION</a:t>
            </a:r>
          </a:p>
        </p:txBody>
      </p:sp>
      <p:sp>
        <p:nvSpPr>
          <p:cNvPr id="5" name="TextBox 4">
            <a:extLst>
              <a:ext uri="{FF2B5EF4-FFF2-40B4-BE49-F238E27FC236}">
                <a16:creationId xmlns:a16="http://schemas.microsoft.com/office/drawing/2014/main" id="{56276E13-29DF-430A-F983-2C89DC29EC45}"/>
              </a:ext>
            </a:extLst>
          </p:cNvPr>
          <p:cNvSpPr txBox="1"/>
          <p:nvPr/>
        </p:nvSpPr>
        <p:spPr>
          <a:xfrm>
            <a:off x="776748" y="1499701"/>
            <a:ext cx="10038736" cy="2616101"/>
          </a:xfrm>
          <a:prstGeom prst="rect">
            <a:avLst/>
          </a:prstGeom>
          <a:noFill/>
        </p:spPr>
        <p:txBody>
          <a:bodyPr wrap="square">
            <a:spAutoFit/>
          </a:bodyPr>
          <a:lstStyle/>
          <a:p>
            <a:pPr algn="ctr">
              <a:buNone/>
            </a:pPr>
            <a:r>
              <a:rPr lang="en-US" sz="2000" b="1" dirty="0">
                <a:solidFill>
                  <a:srgbClr val="0070C0"/>
                </a:solidFill>
                <a:latin typeface="Arial Black" panose="020B0A04020102020204" pitchFamily="34" charset="0"/>
              </a:rPr>
              <a:t>Interactive Q&amp;A Prompt</a:t>
            </a:r>
          </a:p>
          <a:p>
            <a:pPr algn="just">
              <a:buNone/>
            </a:pPr>
            <a:endParaRPr lang="en-US" b="1"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Question 1:</a:t>
            </a:r>
            <a:r>
              <a:rPr lang="en-US" dirty="0">
                <a:solidFill>
                  <a:srgbClr val="FF0000"/>
                </a:solidFill>
                <a:effectLst/>
                <a:latin typeface="Arial Black" panose="020B0A04020102020204" pitchFamily="34" charset="0"/>
              </a:rPr>
              <a:t> </a:t>
            </a:r>
            <a:r>
              <a:rPr lang="en-US" i="1" dirty="0">
                <a:solidFill>
                  <a:srgbClr val="FF0000"/>
                </a:solidFill>
                <a:effectLst/>
                <a:latin typeface="Arial Black" panose="020B0A04020102020204" pitchFamily="34" charset="0"/>
              </a:rPr>
              <a:t>If you had to visualize the Titanic dataset, which chart would best show survival by gender and class — and why?</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a:t>
            </a:r>
            <a:r>
              <a:rPr lang="en-US" i="1" dirty="0">
                <a:effectLst/>
                <a:latin typeface="Arial Black" panose="020B0A04020102020204" pitchFamily="34" charset="0"/>
              </a:rPr>
              <a:t>(Encourages you all to connect chart choice with storytelling.)</a:t>
            </a:r>
          </a:p>
          <a:p>
            <a:pPr algn="just">
              <a:buNone/>
            </a:pPr>
            <a:endParaRPr lang="en-US" dirty="0">
              <a:latin typeface="Arial Black" panose="020B0A04020102020204" pitchFamily="34" charset="0"/>
            </a:endParaRPr>
          </a:p>
          <a:p>
            <a:pPr algn="just">
              <a:buNone/>
            </a:pPr>
            <a:r>
              <a:rPr lang="en-US" b="1" dirty="0">
                <a:solidFill>
                  <a:srgbClr val="FF0000"/>
                </a:solidFill>
                <a:effectLst/>
                <a:latin typeface="Arial Black" panose="020B0A04020102020204" pitchFamily="34" charset="0"/>
              </a:rPr>
              <a:t>Question 2:</a:t>
            </a:r>
            <a:r>
              <a:rPr lang="en-US" dirty="0">
                <a:solidFill>
                  <a:srgbClr val="FF0000"/>
                </a:solidFill>
                <a:effectLst/>
                <a:latin typeface="Arial Black" panose="020B0A04020102020204" pitchFamily="34" charset="0"/>
              </a:rPr>
              <a:t> </a:t>
            </a:r>
            <a:r>
              <a:rPr lang="en-US" i="1" dirty="0">
                <a:solidFill>
                  <a:srgbClr val="FF0000"/>
                </a:solidFill>
                <a:effectLst/>
                <a:latin typeface="Arial Black" panose="020B0A04020102020204" pitchFamily="34" charset="0"/>
              </a:rPr>
              <a:t>How can poor design choices — like misleading scales or excessive color — distort the message of a visualization?</a:t>
            </a:r>
            <a:r>
              <a:rPr lang="en-US" dirty="0">
                <a:solidFill>
                  <a:srgbClr val="FF0000"/>
                </a:solidFill>
                <a:effectLst/>
                <a:latin typeface="Arial Black" panose="020B0A04020102020204" pitchFamily="34" charset="0"/>
              </a:rPr>
              <a:t> </a:t>
            </a:r>
            <a:r>
              <a:rPr lang="en-US" dirty="0">
                <a:effectLst/>
                <a:latin typeface="Arial Black" panose="020B0A04020102020204" pitchFamily="34" charset="0"/>
              </a:rPr>
              <a:t>🧠 </a:t>
            </a:r>
            <a:r>
              <a:rPr lang="en-US" i="1" dirty="0">
                <a:effectLst/>
                <a:latin typeface="Arial Black" panose="020B0A04020102020204" pitchFamily="34" charset="0"/>
              </a:rPr>
              <a:t>(Promotes critical thinking about ethics and clarity in data communication.)</a:t>
            </a:r>
            <a:endParaRPr lang="en-US" dirty="0">
              <a:latin typeface="Arial Black" panose="020B0A04020102020204" pitchFamily="34" charset="0"/>
            </a:endParaRPr>
          </a:p>
        </p:txBody>
      </p:sp>
    </p:spTree>
    <p:extLst>
      <p:ext uri="{BB962C8B-B14F-4D97-AF65-F5344CB8AC3E}">
        <p14:creationId xmlns:p14="http://schemas.microsoft.com/office/powerpoint/2010/main" val="3664569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63D6-5BF6-3840-53BB-04B28C3B6D6F}"/>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831FEB71-FE65-CDE2-F4A3-87982EAC9B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569" y="193028"/>
            <a:ext cx="10274708" cy="5493774"/>
          </a:xfrm>
          <a:prstGeom prst="rect">
            <a:avLst/>
          </a:prstGeom>
        </p:spPr>
      </p:pic>
      <p:sp>
        <p:nvSpPr>
          <p:cNvPr id="11" name="TextBox 10">
            <a:extLst>
              <a:ext uri="{FF2B5EF4-FFF2-40B4-BE49-F238E27FC236}">
                <a16:creationId xmlns:a16="http://schemas.microsoft.com/office/drawing/2014/main" id="{C892C998-4A1D-4899-576D-165D2C5BBD7F}"/>
              </a:ext>
            </a:extLst>
          </p:cNvPr>
          <p:cNvSpPr txBox="1"/>
          <p:nvPr/>
        </p:nvSpPr>
        <p:spPr>
          <a:xfrm>
            <a:off x="904569" y="6018641"/>
            <a:ext cx="10274708" cy="646331"/>
          </a:xfrm>
          <a:prstGeom prst="rect">
            <a:avLst/>
          </a:prstGeom>
          <a:noFill/>
        </p:spPr>
        <p:txBody>
          <a:bodyPr wrap="square">
            <a:spAutoFit/>
          </a:bodyPr>
          <a:lstStyle/>
          <a:p>
            <a:pPr algn="ctr"/>
            <a:r>
              <a:rPr lang="en-US" dirty="0">
                <a:latin typeface="Arial Black" panose="020B0A04020102020204" pitchFamily="34" charset="0"/>
              </a:rPr>
              <a:t>“We’ve journeyed through the universe of data — now it’s your turn to ask, explore, and ignite new insights.”</a:t>
            </a:r>
          </a:p>
        </p:txBody>
      </p:sp>
    </p:spTree>
    <p:extLst>
      <p:ext uri="{BB962C8B-B14F-4D97-AF65-F5344CB8AC3E}">
        <p14:creationId xmlns:p14="http://schemas.microsoft.com/office/powerpoint/2010/main" val="24306414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223</TotalTime>
  <Words>2564</Words>
  <Application>Microsoft Office PowerPoint</Application>
  <PresentationFormat>Widescreen</PresentationFormat>
  <Paragraphs>389</Paragraphs>
  <Slides>32</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Aptos</vt:lpstr>
      <vt:lpstr>Aptos Display</vt:lpstr>
      <vt:lpstr>Arial</vt:lpstr>
      <vt:lpstr>Arial Black</vt:lpstr>
      <vt:lpstr>Courier New</vt:lpstr>
      <vt:lpstr>Nunito</vt:lpstr>
      <vt:lpstr>Office Theme</vt:lpstr>
      <vt:lpstr>DATA VISUALIZATION</vt:lpstr>
      <vt:lpstr>PowerPoint Presentation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PowerPoint Presentation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DATA VISUALIZATION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2026-06-17T05:37:44Z</dcterms:created>
  <dcterms:modified xsi:type="dcterms:W3CDTF">2026-06-17T09:20:55Z</dcterms:modified>
</cp:coreProperties>
</file>